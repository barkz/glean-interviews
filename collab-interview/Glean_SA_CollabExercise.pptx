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7" r:id="rId2"/>
    <p:sldMasterId id="2147483713" r:id="rId3"/>
    <p:sldMasterId id="2147483723" r:id="rId4"/>
    <p:sldMasterId id="2147483759" r:id="rId5"/>
    <p:sldMasterId id="2147483765" r:id="rId6"/>
    <p:sldMasterId id="2147483769" r:id="rId7"/>
    <p:sldMasterId id="2147483773" r:id="rId8"/>
  </p:sldMasterIdLst>
  <p:notesMasterIdLst>
    <p:notesMasterId r:id="rId25"/>
  </p:notesMasterIdLst>
  <p:sldIdLst>
    <p:sldId id="1018" r:id="rId9"/>
    <p:sldId id="1842" r:id="rId10"/>
    <p:sldId id="1845" r:id="rId11"/>
    <p:sldId id="1853" r:id="rId12"/>
    <p:sldId id="1854" r:id="rId13"/>
    <p:sldId id="1843" r:id="rId14"/>
    <p:sldId id="1856" r:id="rId15"/>
    <p:sldId id="1864" r:id="rId16"/>
    <p:sldId id="1862" r:id="rId17"/>
    <p:sldId id="1851" r:id="rId18"/>
    <p:sldId id="1859" r:id="rId19"/>
    <p:sldId id="1860" r:id="rId20"/>
    <p:sldId id="1861" r:id="rId21"/>
    <p:sldId id="1839" r:id="rId22"/>
    <p:sldId id="313" r:id="rId23"/>
    <p:sldId id="17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D8D8BD-7EC6-A244-B667-8FEA4E94F1C6}">
          <p14:sldIdLst>
            <p14:sldId id="1018"/>
            <p14:sldId id="1842"/>
            <p14:sldId id="1845"/>
            <p14:sldId id="1853"/>
            <p14:sldId id="1854"/>
            <p14:sldId id="1843"/>
            <p14:sldId id="1856"/>
            <p14:sldId id="1864"/>
          </p14:sldIdLst>
        </p14:section>
        <p14:section name="Project Plan &amp; Resources" id="{0962C8A6-922C-024E-ABDB-3EFE5FF51252}">
          <p14:sldIdLst>
            <p14:sldId id="1862"/>
            <p14:sldId id="1851"/>
            <p14:sldId id="1859"/>
          </p14:sldIdLst>
        </p14:section>
        <p14:section name="Demonstrations" id="{6DF76C9A-C17C-224D-BDF2-95AA4E28B5A0}">
          <p14:sldIdLst>
            <p14:sldId id="1860"/>
            <p14:sldId id="1861"/>
            <p14:sldId id="1839"/>
            <p14:sldId id="313"/>
          </p14:sldIdLst>
        </p14:section>
        <p14:section name="Closing" id="{BCC28AF5-24F4-2E4F-9482-CD95E562A2CF}">
          <p14:sldIdLst>
            <p14:sldId id="1781"/>
          </p14:sldIdLst>
        </p14:section>
        <p14:section name="Backup" id="{52481EA5-F4EE-E140-8FF9-1477AF73471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D3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/>
    <p:restoredTop sz="93433"/>
  </p:normalViewPr>
  <p:slideViewPr>
    <p:cSldViewPr snapToGrid="0">
      <p:cViewPr varScale="1">
        <p:scale>
          <a:sx n="298" d="100"/>
          <a:sy n="298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1" d="100"/>
        <a:sy n="12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4DE4B-9E81-A142-B61B-6C7ED9CC6013}" type="datetimeFigureOut">
              <a:rPr lang="en-US" smtClean="0"/>
              <a:t>9/6/24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68079-5396-0D4D-BB0B-E1CABC48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3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04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</a:rPr>
              <a:t>Add new custom Sales CRM </a:t>
            </a:r>
            <a:r>
              <a:rPr lang="en-US" dirty="0" err="1">
                <a:solidFill>
                  <a:srgbClr val="FFFFFF"/>
                </a:solidFill>
              </a:rPr>
              <a:t>datasource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Questions: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CRM system is this for? We may have a Connector built for it today.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functionality 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Integrate Glean Search with internal support chatbot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30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</a:rPr>
              <a:t>Add new custom Sales CRM </a:t>
            </a:r>
            <a:r>
              <a:rPr lang="en-US" dirty="0" err="1">
                <a:solidFill>
                  <a:srgbClr val="FFFFFF"/>
                </a:solidFill>
              </a:rPr>
              <a:t>datasource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Questions: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CRM system is this for? We may have a Connector built for it today.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functionality 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Integrate Glean Search with internal support chatbot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68079-5396-0D4D-BB0B-E1CABC482B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30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</a:rPr>
              <a:t>Add new custom Sales CRM </a:t>
            </a:r>
            <a:r>
              <a:rPr lang="en-US" dirty="0" err="1">
                <a:solidFill>
                  <a:srgbClr val="FFFFFF"/>
                </a:solidFill>
              </a:rPr>
              <a:t>datasource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Questions: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CRM system is this for? We may have a Connector built for it today.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functionality 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Integrate Glean Search with internal support chatbot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68079-5396-0D4D-BB0B-E1CABC482B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53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</a:rPr>
              <a:t>Add new custom Sales CRM </a:t>
            </a:r>
            <a:r>
              <a:rPr lang="en-US" dirty="0" err="1">
                <a:solidFill>
                  <a:srgbClr val="FFFFFF"/>
                </a:solidFill>
              </a:rPr>
              <a:t>datasource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Questions: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CRM system is this for? We may have a Connector built for it today.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functionality 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Integrate Glean Search with internal support chatbot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68079-5396-0D4D-BB0B-E1CABC482B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868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</a:rPr>
              <a:t>Add new custom Sales CRM </a:t>
            </a:r>
            <a:r>
              <a:rPr lang="en-US" dirty="0" err="1">
                <a:solidFill>
                  <a:srgbClr val="FFFFFF"/>
                </a:solidFill>
              </a:rPr>
              <a:t>datasource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Questions: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CRM system is this for? We may have a Connector built for it today.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functionality 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Integrate Glean Search with internal support chatbot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68079-5396-0D4D-BB0B-E1CABC482B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868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  <a:latin typeface="Helvetica" pitchFamily="2" charset="0"/>
              </a:rPr>
              <a:t>Resources required on both sides of the integration: technical and people (list of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resources and what they would be used for)</a:t>
            </a:r>
            <a:endParaRPr lang="en-US" i="1" dirty="0"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Project Manager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Define project plan, accountability, tracking, comms, team mgmt.</a:t>
            </a:r>
          </a:p>
          <a:p>
            <a:r>
              <a:rPr lang="en-US" i="1" dirty="0">
                <a:effectLst/>
                <a:latin typeface="Helvetica" pitchFamily="2" charset="0"/>
              </a:rPr>
              <a:t>Executive sponsors</a:t>
            </a:r>
          </a:p>
          <a:p>
            <a:pPr lvl="1"/>
            <a:r>
              <a:rPr lang="en-US" i="1" dirty="0">
                <a:latin typeface="Helvetica" pitchFamily="2" charset="0"/>
              </a:rPr>
              <a:t>Glean and Customer</a:t>
            </a:r>
            <a:endParaRPr lang="en-US" i="1" dirty="0">
              <a:effectLst/>
              <a:latin typeface="Helvetica" pitchFamily="2" charset="0"/>
            </a:endParaRPr>
          </a:p>
          <a:p>
            <a:r>
              <a:rPr lang="en-US" i="1" dirty="0">
                <a:latin typeface="Helvetica" pitchFamily="2" charset="0"/>
              </a:rPr>
              <a:t>Business/Application Stakeholders</a:t>
            </a:r>
          </a:p>
          <a:p>
            <a:pPr lvl="1"/>
            <a:r>
              <a:rPr lang="en-US" i="1" dirty="0">
                <a:latin typeface="Helvetica" pitchFamily="2" charset="0"/>
              </a:rPr>
              <a:t>Role</a:t>
            </a:r>
          </a:p>
          <a:p>
            <a:pPr lvl="1"/>
            <a:r>
              <a:rPr lang="en-US" i="1" dirty="0">
                <a:latin typeface="Helvetica" pitchFamily="2" charset="0"/>
              </a:rPr>
              <a:t>From customer</a:t>
            </a:r>
          </a:p>
          <a:p>
            <a:r>
              <a:rPr lang="en-US" i="1" dirty="0">
                <a:effectLst/>
                <a:latin typeface="Helvetica" pitchFamily="2" charset="0"/>
              </a:rPr>
              <a:t>Engineering/Technical Services</a:t>
            </a:r>
          </a:p>
          <a:p>
            <a:pPr lvl="1"/>
            <a:r>
              <a:rPr lang="en-US" i="1" dirty="0">
                <a:latin typeface="Helvetica" pitchFamily="2" charset="0"/>
              </a:rPr>
              <a:t>Role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From customer and Glean</a:t>
            </a:r>
          </a:p>
          <a:p>
            <a:r>
              <a:rPr lang="en-US" i="1" dirty="0">
                <a:effectLst/>
                <a:latin typeface="Helvetica" pitchFamily="2" charset="0"/>
              </a:rPr>
              <a:t>Infrastructure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Role</a:t>
            </a:r>
          </a:p>
          <a:p>
            <a:pPr lvl="2"/>
            <a:r>
              <a:rPr lang="en-US" i="1" dirty="0">
                <a:latin typeface="Helvetica" pitchFamily="2" charset="0"/>
              </a:rPr>
              <a:t>Systems access (JIRA, Git, </a:t>
            </a:r>
            <a:endParaRPr lang="en-US" i="1" dirty="0">
              <a:effectLst/>
              <a:latin typeface="Helvetica" pitchFamily="2" charset="0"/>
            </a:endParaRP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From customer</a:t>
            </a:r>
          </a:p>
          <a:p>
            <a:r>
              <a:rPr lang="en-US" i="1" dirty="0" err="1">
                <a:effectLst/>
                <a:latin typeface="Helvetica" pitchFamily="2" charset="0"/>
              </a:rPr>
              <a:t>Securitty</a:t>
            </a:r>
            <a:endParaRPr lang="en-US" i="1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IT</a:t>
            </a:r>
          </a:p>
          <a:p>
            <a:r>
              <a:rPr lang="en-US" i="1" dirty="0">
                <a:latin typeface="Helvetica" pitchFamily="2" charset="0"/>
              </a:rPr>
              <a:t>Customer support team</a:t>
            </a:r>
            <a:endParaRPr lang="en-US" i="1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Test/UAT</a:t>
            </a:r>
          </a:p>
          <a:p>
            <a:pPr lvl="1"/>
            <a:r>
              <a:rPr lang="en-US" i="1" dirty="0">
                <a:latin typeface="Helvetica" pitchFamily="2" charset="0"/>
              </a:rPr>
              <a:t>Role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From customer and Glean</a:t>
            </a:r>
          </a:p>
          <a:p>
            <a:r>
              <a:rPr lang="en-US" i="1" dirty="0">
                <a:latin typeface="Helvetica" pitchFamily="2" charset="0"/>
              </a:rPr>
              <a:t>Solutions Architect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Role</a:t>
            </a:r>
          </a:p>
          <a:p>
            <a:r>
              <a:rPr lang="en-US" dirty="0">
                <a:effectLst/>
                <a:latin typeface="Helvetica" pitchFamily="2" charset="0"/>
              </a:rPr>
              <a:t>Glean Technical Services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Technical Resources: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Backend developers to implement the custom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datasource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Frontend developers to integrate search results into the chatbot UI.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DevOps engineers for deployment and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People Resources: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Project manager to coordinate tasks.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Business analysts to gather requirements.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Security experts to ensure data privacy.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0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800" b="1" dirty="0">
                <a:latin typeface="Helvetica Neue" panose="02000503000000020004" pitchFamily="2" charset="0"/>
              </a:rPr>
              <a:t>Rough Project Plan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742950" lvl="1" indent="-285750"/>
            <a:r>
              <a:rPr lang="en-US" sz="1800" b="1" dirty="0">
                <a:latin typeface="Helvetica Neue" panose="02000503000000020004" pitchFamily="2" charset="0"/>
              </a:rPr>
              <a:t>Design Phase: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Define data mapping between systems.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Design custom </a:t>
            </a:r>
            <a:r>
              <a:rPr lang="en-US" sz="1800" dirty="0" err="1">
                <a:latin typeface="Helvetica Neue" panose="02000503000000020004" pitchFamily="2" charset="0"/>
              </a:rPr>
              <a:t>datasource</a:t>
            </a:r>
            <a:r>
              <a:rPr lang="en-US" sz="1800" dirty="0">
                <a:latin typeface="Helvetica Neue" panose="02000503000000020004" pitchFamily="2" charset="0"/>
              </a:rPr>
              <a:t> schema.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Plan chatbot integration.</a:t>
            </a:r>
          </a:p>
          <a:p>
            <a:pPr marL="742950" lvl="1" indent="-285750"/>
            <a:r>
              <a:rPr lang="en-US" sz="1800" b="1" dirty="0">
                <a:latin typeface="Helvetica Neue" panose="02000503000000020004" pitchFamily="2" charset="0"/>
              </a:rPr>
              <a:t>Build Phase: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Develop custom </a:t>
            </a:r>
            <a:r>
              <a:rPr lang="en-US" sz="1800" dirty="0" err="1">
                <a:latin typeface="Helvetica Neue" panose="02000503000000020004" pitchFamily="2" charset="0"/>
              </a:rPr>
              <a:t>datasource</a:t>
            </a:r>
            <a:r>
              <a:rPr lang="en-US" sz="1800" dirty="0">
                <a:latin typeface="Helvetica Neue" panose="02000503000000020004" pitchFamily="2" charset="0"/>
              </a:rPr>
              <a:t> code.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Implement search integration.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Set up authentication.</a:t>
            </a:r>
          </a:p>
          <a:p>
            <a:pPr marL="742950" lvl="1" indent="-285750"/>
            <a:r>
              <a:rPr lang="en-US" sz="1800" b="1" dirty="0">
                <a:latin typeface="Helvetica Neue" panose="02000503000000020004" pitchFamily="2" charset="0"/>
              </a:rPr>
              <a:t>Test Phase: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Unit testing for custom </a:t>
            </a:r>
            <a:r>
              <a:rPr lang="en-US" sz="1800" dirty="0" err="1">
                <a:latin typeface="Helvetica Neue" panose="02000503000000020004" pitchFamily="2" charset="0"/>
              </a:rPr>
              <a:t>datasource</a:t>
            </a:r>
            <a:r>
              <a:rPr lang="en-US" sz="1800" dirty="0">
                <a:latin typeface="Helvetica Neue" panose="02000503000000020004" pitchFamily="2" charset="0"/>
              </a:rPr>
              <a:t>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Integration testing with chatbot.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Security testing.</a:t>
            </a:r>
          </a:p>
          <a:p>
            <a:pPr marL="742950" lvl="1" indent="-285750"/>
            <a:r>
              <a:rPr lang="en-US" sz="1800" b="1" dirty="0">
                <a:latin typeface="Helvetica Neue" panose="02000503000000020004" pitchFamily="2" charset="0"/>
              </a:rPr>
              <a:t>Implement Phase: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Deploy custom </a:t>
            </a:r>
            <a:r>
              <a:rPr lang="en-US" sz="1800" dirty="0" err="1">
                <a:latin typeface="Helvetica Neue" panose="02000503000000020004" pitchFamily="2" charset="0"/>
              </a:rPr>
              <a:t>datasource</a:t>
            </a:r>
            <a:r>
              <a:rPr lang="en-US" sz="1800" dirty="0">
                <a:latin typeface="Helvetica Neue" panose="02000503000000020004" pitchFamily="2" charset="0"/>
              </a:rPr>
              <a:t>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Enable search integration.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Train support team.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Monitor performance.</a:t>
            </a:r>
          </a:p>
          <a:p>
            <a:pPr marL="1143000" lvl="2" indent="-228600"/>
            <a:endParaRPr lang="en-US" sz="1800" dirty="0">
              <a:latin typeface="Helvetica Neue" panose="02000503000000020004" pitchFamily="2" charset="0"/>
            </a:endParaRPr>
          </a:p>
          <a:p>
            <a:r>
              <a:rPr lang="en-US" sz="1800" b="1" dirty="0">
                <a:sym typeface="Proxima Nova Extrabold"/>
              </a:rPr>
              <a:t>Design &amp; Build</a:t>
            </a:r>
          </a:p>
          <a:p>
            <a:r>
              <a:rPr lang="en-US" sz="1800" b="0" dirty="0">
                <a:sym typeface="Proxima Nova Extrabold"/>
              </a:rPr>
              <a:t>Semantics, Style, Language, Actions, Behaviors</a:t>
            </a: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Technical Contracts  –   Formal interface specifications</a:t>
            </a:r>
            <a:endParaRPr lang="en-US" sz="18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Define Nontechnical Contracts - Service level, access rules, usage policies</a:t>
            </a:r>
            <a:endParaRPr lang="en-US" sz="1800" b="0" dirty="0">
              <a:effectLst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Generate Effective API Documentation - Auto generation of documentation</a:t>
            </a:r>
            <a:endParaRPr lang="en-US" sz="1800" b="0" dirty="0">
              <a:sym typeface="Proxima Nova Extrabold"/>
            </a:endParaRPr>
          </a:p>
          <a:p>
            <a:endParaRPr lang="en-US" sz="1800" b="1" dirty="0">
              <a:sym typeface="Proxima Nova Extrabold"/>
            </a:endParaRPr>
          </a:p>
          <a:p>
            <a:r>
              <a:rPr lang="en-US" sz="1800" b="1" dirty="0">
                <a:sym typeface="Proxima Nova Extrabold"/>
              </a:rPr>
              <a:t>Deploy &amp; Document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Extrabold"/>
                <a:sym typeface="Proxima Nova Extrabold"/>
              </a:rPr>
              <a:t>Continuous build, deploy &amp; operate with security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Extrabold"/>
              <a:sym typeface="Proxima Nova Extrabold"/>
            </a:endParaRPr>
          </a:p>
          <a:p>
            <a:endParaRPr lang="en-US" sz="1800" b="1" dirty="0">
              <a:sym typeface="Proxima Nova Extrabold"/>
            </a:endParaRPr>
          </a:p>
          <a:p>
            <a:r>
              <a:rPr lang="en-US" sz="1800" b="1" dirty="0">
                <a:sym typeface="Proxima Nova Extrabold"/>
              </a:rPr>
              <a:t>Security</a:t>
            </a:r>
          </a:p>
          <a:p>
            <a:r>
              <a:rPr lang="en-US" sz="1800" b="0" dirty="0">
                <a:sym typeface="Proxima Nova Extrabold"/>
              </a:rPr>
              <a:t>Threat modeling, continuous scanning, test beds</a:t>
            </a:r>
          </a:p>
          <a:p>
            <a:endParaRPr lang="en-US" sz="1800" b="0" dirty="0">
              <a:sym typeface="Proxima Nova Extrabold"/>
            </a:endParaRPr>
          </a:p>
          <a:p>
            <a:r>
              <a:rPr lang="en-US" sz="1800" b="0" dirty="0">
                <a:sym typeface="Proxima Nova Extrabold"/>
              </a:rPr>
              <a:t>Auth/n/z</a:t>
            </a:r>
          </a:p>
          <a:p>
            <a:r>
              <a:rPr lang="en-US" sz="1800" b="0" dirty="0">
                <a:sym typeface="Proxima Nova Extrabold"/>
              </a:rPr>
              <a:t>Audit</a:t>
            </a:r>
          </a:p>
          <a:p>
            <a:endParaRPr lang="en-US" sz="1800" dirty="0">
              <a:sym typeface="Arial"/>
            </a:endParaRPr>
          </a:p>
          <a:p>
            <a:endParaRPr lang="en-US" sz="1800" b="0" dirty="0"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Extrabold"/>
                <a:sym typeface="Proxima Nova Extrabold"/>
              </a:rPr>
              <a:t>Manage API lifecycle for continuous improvements using telemetry and community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Extrabold"/>
              <a:sym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78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94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8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68079-5396-0D4D-BB0B-E1CABC482B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69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752C-8839-CC33-405E-7904D96A7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EFD2E-FD06-DE11-8119-49F06106D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735D-09EE-5DF5-D66F-AF09130B4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74446-D99F-8C6C-6D67-153B34DC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5D7FB-1749-9425-0111-4D1556D9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2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6856-4325-1D79-3947-97A14E0FD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5D317-4E3F-7213-0FCA-CC6E1B27F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4A171-F0BF-295D-B6D7-5D98EB188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13FC8-9D82-6316-BB9F-60744850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40F4-A058-C3F1-CD27-90F0E500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5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5B8D-CB8D-B0CD-6768-6E67B18E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E8243-01F0-171E-3887-04F10986C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ED23-8CA5-8670-3CA8-6A492D71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75458-2744-0239-F7C4-E79C7718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FE4D8-9BF7-C839-23EF-C81227E9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2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C942A-DC3E-2AD2-7C85-5688EB22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4935-FE82-AD6F-AACE-7EE9C5B92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D29FC-0C54-1332-B0E0-ED0A7C284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ABA87-770B-5F9B-2F9B-BAB688E9F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37390-F0FD-D74C-68BB-5AE3EE7F0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87310-7F42-1AE8-9A89-49CDAA34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37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9003-92EC-0644-8392-DB74A4829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79F76-A4C9-0D73-5406-C38FEDB9E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A8379-73F2-81EE-7C59-EAE9DED3C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3E2E8-E869-EF9F-FEA1-63DEFBC02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A3CE8-DCC9-41C3-9524-7303806C4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AB6A98-CB9C-20C9-986E-C903AC4B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C7661C-0223-9F4F-BF34-D227A200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8AABD-5F2C-D906-5F7C-22ACAF37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1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06C4-C3D6-1658-BDC5-D8DE87FD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30D67-A22C-F538-ECA4-4CE8B166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5D9C2-C8C6-E43B-E07A-C48A1142F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CF671-1B24-74A0-D3C4-7360D8AB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9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C197C-07DF-F8E8-4442-390F3798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CDF46-1AC3-C16B-9A6B-0429004D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CD8EF-A53A-DDBB-106E-79BEA8EC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3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1437-2E93-4437-E26B-388C98F52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480F4-39B0-C7C8-EEF4-5B306676D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07FC9-F61B-0E4D-3B9E-A69F14464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D7001-CAB1-8E3C-750E-2201574E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6DD7F-471C-BBA8-B390-350508DF7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88628-8624-ADC5-D975-E02C0A82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7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FBA2-0F6D-A6EF-BC03-262B6D5D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A5302-57AF-AD89-FFDB-667F89C1D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6CAC7-9A47-857A-3B97-B78BBE8F2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0241F-B9E5-E295-DC28-E8E88002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7ED38-E6EF-456A-37E7-5EFDA8F5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77414-0666-BC80-0465-3B94623F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855D-B43E-9082-DAF9-B9154E25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8C10A-FE50-2643-480A-4F49A7A9F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4B0B5-ED1B-67A8-46DB-E9AAB886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D1164-15F0-90ED-AB0E-9DCB8B0E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E182-C330-0371-E9B8-042A8FA4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3B019-F1BA-3273-8483-151FC8DBDC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61218-F30C-B9CD-AEE7-AF26B7CAA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EB56-13A1-2DE4-AE93-7EAB4A5AA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C477C-A53A-271D-0EBA-7FFC181B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C7D40-3E56-DB9A-A1DE-477678C5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23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 hasCustomPrompt="1"/>
          </p:nvPr>
        </p:nvSpPr>
        <p:spPr>
          <a:xfrm>
            <a:off x="838200" y="688579"/>
            <a:ext cx="10515600" cy="5334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Black" charset="0"/>
                <a:ea typeface="Proxima Nova Black" charset="0"/>
                <a:cs typeface="Proxima Nova Black" charset="0"/>
              </a:defRPr>
            </a:lvl1pPr>
          </a:lstStyle>
          <a:p>
            <a:r>
              <a:rPr lang="en-US" dirty="0"/>
              <a:t>PLACEHOLDER TITLE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7407" y="1221979"/>
            <a:ext cx="10515600" cy="2667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buNone/>
              <a:defRPr sz="1800" b="0" i="0">
                <a:solidFill>
                  <a:srgbClr val="2D2D2D"/>
                </a:solidFill>
                <a:latin typeface="Proxima Nova" charset="0"/>
                <a:ea typeface="Proxima Nova" charset="0"/>
                <a:cs typeface="Proxima Nova" charset="0"/>
              </a:defRPr>
            </a:lvl1pPr>
            <a:lvl2pPr marL="171446" indent="0">
              <a:buNone/>
              <a:defRPr/>
            </a:lvl2pPr>
            <a:lvl3pPr marL="171446" indent="0">
              <a:buNone/>
              <a:defRPr/>
            </a:lvl3pPr>
            <a:lvl4pPr marL="342891" indent="0">
              <a:buNone/>
              <a:defRPr/>
            </a:lvl4pPr>
            <a:lvl5pPr marL="342891" indent="0">
              <a:buNone/>
              <a:defRPr/>
            </a:lvl5pPr>
          </a:lstStyle>
          <a:p>
            <a:pPr lvl="0"/>
            <a:r>
              <a:rPr lang="en-US" dirty="0"/>
              <a:t>SUBHEAD GOES HERE + LOOKS LIKE THIS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751">
                <a:solidFill>
                  <a:srgbClr val="9D9FA1"/>
                </a:solidFill>
                <a:sym typeface="Proxima Nova" charset="0"/>
              </a:rPr>
              <a:t>CONFIDENTIAL DOCUMENT, DO NOT SHARE 2 OR DISTRIBUTE.</a:t>
            </a:r>
          </a:p>
          <a:p>
            <a:endParaRPr lang="en-US" dirty="0">
              <a:solidFill>
                <a:srgbClr val="222222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9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403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483D13-6DD3-40B5-B94A-22A72B88E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38960" y="3617088"/>
            <a:ext cx="1281061" cy="1542737"/>
          </a:xfrm>
          <a:custGeom>
            <a:avLst/>
            <a:gdLst>
              <a:gd name="connsiteX0" fmla="*/ 0 w 2562456"/>
              <a:gd name="connsiteY0" fmla="*/ 0 h 3085473"/>
              <a:gd name="connsiteX1" fmla="*/ 2562456 w 2562456"/>
              <a:gd name="connsiteY1" fmla="*/ 0 h 3085473"/>
              <a:gd name="connsiteX2" fmla="*/ 2562456 w 2562456"/>
              <a:gd name="connsiteY2" fmla="*/ 3085473 h 3085473"/>
              <a:gd name="connsiteX3" fmla="*/ 0 w 2562456"/>
              <a:gd name="connsiteY3" fmla="*/ 3085473 h 308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2456" h="3085473">
                <a:moveTo>
                  <a:pt x="0" y="0"/>
                </a:moveTo>
                <a:lnTo>
                  <a:pt x="2562456" y="0"/>
                </a:lnTo>
                <a:lnTo>
                  <a:pt x="2562456" y="3085473"/>
                </a:lnTo>
                <a:lnTo>
                  <a:pt x="0" y="308547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223C6C0-40B2-4B91-8B1C-E3376A7BC5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49199" y="503585"/>
            <a:ext cx="1869580" cy="1855686"/>
          </a:xfrm>
          <a:custGeom>
            <a:avLst/>
            <a:gdLst>
              <a:gd name="connsiteX0" fmla="*/ 0 w 3739647"/>
              <a:gd name="connsiteY0" fmla="*/ 0 h 3711371"/>
              <a:gd name="connsiteX1" fmla="*/ 3739647 w 3739647"/>
              <a:gd name="connsiteY1" fmla="*/ 0 h 3711371"/>
              <a:gd name="connsiteX2" fmla="*/ 3739647 w 3739647"/>
              <a:gd name="connsiteY2" fmla="*/ 3711371 h 3711371"/>
              <a:gd name="connsiteX3" fmla="*/ 0 w 3739647"/>
              <a:gd name="connsiteY3" fmla="*/ 3711371 h 371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3711371">
                <a:moveTo>
                  <a:pt x="0" y="0"/>
                </a:moveTo>
                <a:lnTo>
                  <a:pt x="3739647" y="0"/>
                </a:lnTo>
                <a:lnTo>
                  <a:pt x="3739647" y="3711371"/>
                </a:lnTo>
                <a:lnTo>
                  <a:pt x="0" y="37113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AAA611-0D8A-4CBD-84B9-375447BB51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70055" y="4461938"/>
            <a:ext cx="1869580" cy="1084781"/>
          </a:xfrm>
          <a:custGeom>
            <a:avLst/>
            <a:gdLst>
              <a:gd name="connsiteX0" fmla="*/ 0 w 3739647"/>
              <a:gd name="connsiteY0" fmla="*/ 0 h 2169562"/>
              <a:gd name="connsiteX1" fmla="*/ 3739647 w 3739647"/>
              <a:gd name="connsiteY1" fmla="*/ 0 h 2169562"/>
              <a:gd name="connsiteX2" fmla="*/ 3739647 w 3739647"/>
              <a:gd name="connsiteY2" fmla="*/ 2169562 h 2169562"/>
              <a:gd name="connsiteX3" fmla="*/ 0 w 3739647"/>
              <a:gd name="connsiteY3" fmla="*/ 2169562 h 2169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2169562">
                <a:moveTo>
                  <a:pt x="0" y="0"/>
                </a:moveTo>
                <a:lnTo>
                  <a:pt x="3739647" y="0"/>
                </a:lnTo>
                <a:lnTo>
                  <a:pt x="3739647" y="2169562"/>
                </a:lnTo>
                <a:lnTo>
                  <a:pt x="0" y="216956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EE5DA75-D57A-445B-800D-4D886BEE4E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14024" y="3731007"/>
            <a:ext cx="1231893" cy="1205416"/>
          </a:xfrm>
          <a:custGeom>
            <a:avLst/>
            <a:gdLst>
              <a:gd name="connsiteX0" fmla="*/ 0 w 2464106"/>
              <a:gd name="connsiteY0" fmla="*/ 0 h 2410831"/>
              <a:gd name="connsiteX1" fmla="*/ 2464106 w 2464106"/>
              <a:gd name="connsiteY1" fmla="*/ 0 h 2410831"/>
              <a:gd name="connsiteX2" fmla="*/ 2464106 w 2464106"/>
              <a:gd name="connsiteY2" fmla="*/ 2410831 h 2410831"/>
              <a:gd name="connsiteX3" fmla="*/ 0 w 2464106"/>
              <a:gd name="connsiteY3" fmla="*/ 2410831 h 2410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4106" h="2410831">
                <a:moveTo>
                  <a:pt x="0" y="0"/>
                </a:moveTo>
                <a:lnTo>
                  <a:pt x="2464106" y="0"/>
                </a:lnTo>
                <a:lnTo>
                  <a:pt x="2464106" y="2410831"/>
                </a:lnTo>
                <a:lnTo>
                  <a:pt x="0" y="24108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1E21332-A97F-43A7-8DF8-072F9064AA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16525" y="5170141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5AD58F5-2ECB-43D8-994C-B84B1B33D3E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7185" y="1041102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D9641E-A634-4742-98B2-F131FBB94E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3598" y="3608296"/>
            <a:ext cx="1995716" cy="1360940"/>
          </a:xfrm>
          <a:custGeom>
            <a:avLst/>
            <a:gdLst>
              <a:gd name="connsiteX0" fmla="*/ 0 w 3991951"/>
              <a:gd name="connsiteY0" fmla="*/ 0 h 2721879"/>
              <a:gd name="connsiteX1" fmla="*/ 3991951 w 3991951"/>
              <a:gd name="connsiteY1" fmla="*/ 0 h 2721879"/>
              <a:gd name="connsiteX2" fmla="*/ 3991951 w 3991951"/>
              <a:gd name="connsiteY2" fmla="*/ 2721879 h 2721879"/>
              <a:gd name="connsiteX3" fmla="*/ 0 w 3991951"/>
              <a:gd name="connsiteY3" fmla="*/ 2721879 h 27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721879">
                <a:moveTo>
                  <a:pt x="0" y="0"/>
                </a:moveTo>
                <a:lnTo>
                  <a:pt x="3991951" y="0"/>
                </a:lnTo>
                <a:lnTo>
                  <a:pt x="3991951" y="2721879"/>
                </a:lnTo>
                <a:lnTo>
                  <a:pt x="0" y="272187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9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29ECCF-26E4-460B-B63D-0178A5C20500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tx1">
              <a:lumMod val="90000"/>
              <a:lumOff val="1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330907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486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289BE9-3518-4572-9F36-A58461E160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5202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95F91-8D51-4FF1-A532-B0BD4F027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2999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C8D104-8DBC-47C1-B410-760C3B7EC2C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50798" y="2960127"/>
            <a:ext cx="1368814" cy="937747"/>
          </a:xfrm>
          <a:custGeom>
            <a:avLst/>
            <a:gdLst>
              <a:gd name="connsiteX0" fmla="*/ 0 w 2737984"/>
              <a:gd name="connsiteY0" fmla="*/ 0 h 1875494"/>
              <a:gd name="connsiteX1" fmla="*/ 2737984 w 2737984"/>
              <a:gd name="connsiteY1" fmla="*/ 0 h 1875494"/>
              <a:gd name="connsiteX2" fmla="*/ 2737984 w 2737984"/>
              <a:gd name="connsiteY2" fmla="*/ 1875494 h 1875494"/>
              <a:gd name="connsiteX3" fmla="*/ 0 w 2737984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4" h="1875494">
                <a:moveTo>
                  <a:pt x="0" y="0"/>
                </a:moveTo>
                <a:lnTo>
                  <a:pt x="2737984" y="0"/>
                </a:lnTo>
                <a:lnTo>
                  <a:pt x="2737984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931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CDF241A1-3249-4A50-880D-BD32EE8458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5314259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0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960575" y="251257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Picture Placeholder 75">
            <a:extLst>
              <a:ext uri="{FF2B5EF4-FFF2-40B4-BE49-F238E27FC236}">
                <a16:creationId xmlns:a16="http://schemas.microsoft.com/office/drawing/2014/main" id="{B73DCDD3-849B-48E9-9914-DC8C6C49302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-177423" y="284578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Picture Placeholder 75">
            <a:extLst>
              <a:ext uri="{FF2B5EF4-FFF2-40B4-BE49-F238E27FC236}">
                <a16:creationId xmlns:a16="http://schemas.microsoft.com/office/drawing/2014/main" id="{8083A199-38E5-4ACB-BD72-CEC6E71018D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480191" y="4288872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Picture Placeholder 75">
            <a:extLst>
              <a:ext uri="{FF2B5EF4-FFF2-40B4-BE49-F238E27FC236}">
                <a16:creationId xmlns:a16="http://schemas.microsoft.com/office/drawing/2014/main" id="{30F15E57-04C6-4909-ACB4-7ACAA591DE3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3446134" y="308710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Picture Placeholder 75">
            <a:extLst>
              <a:ext uri="{FF2B5EF4-FFF2-40B4-BE49-F238E27FC236}">
                <a16:creationId xmlns:a16="http://schemas.microsoft.com/office/drawing/2014/main" id="{86FBEEA4-D851-4A6C-878E-E42016D4A5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805022" y="455708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75">
            <a:extLst>
              <a:ext uri="{FF2B5EF4-FFF2-40B4-BE49-F238E27FC236}">
                <a16:creationId xmlns:a16="http://schemas.microsoft.com/office/drawing/2014/main" id="{204CD476-3BC2-488C-9229-A7DD254475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840192" y="599542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6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5" grpId="0" animBg="1"/>
      <p:bldP spid="6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51805" y="1941447"/>
            <a:ext cx="5288390" cy="2975107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accent3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896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75">
            <a:extLst>
              <a:ext uri="{FF2B5EF4-FFF2-40B4-BE49-F238E27FC236}">
                <a16:creationId xmlns:a16="http://schemas.microsoft.com/office/drawing/2014/main" id="{DE1F0CA1-994C-4B15-BD61-C1FC8BE244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795324" y="-2019910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75">
            <a:extLst>
              <a:ext uri="{FF2B5EF4-FFF2-40B4-BE49-F238E27FC236}">
                <a16:creationId xmlns:a16="http://schemas.microsoft.com/office/drawing/2014/main" id="{CCDC6E92-1B4E-4F2A-BD85-917834D7D1B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98700" y="-59406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75">
            <a:extLst>
              <a:ext uri="{FF2B5EF4-FFF2-40B4-BE49-F238E27FC236}">
                <a16:creationId xmlns:a16="http://schemas.microsoft.com/office/drawing/2014/main" id="{60FE58BF-2882-4922-8BE2-DC5C806999A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1002077" y="83177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75">
            <a:extLst>
              <a:ext uri="{FF2B5EF4-FFF2-40B4-BE49-F238E27FC236}">
                <a16:creationId xmlns:a16="http://schemas.microsoft.com/office/drawing/2014/main" id="{DFC0A416-BD43-4889-A746-153B68F952A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92594" y="-147069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75">
            <a:extLst>
              <a:ext uri="{FF2B5EF4-FFF2-40B4-BE49-F238E27FC236}">
                <a16:creationId xmlns:a16="http://schemas.microsoft.com/office/drawing/2014/main" id="{0B4C680D-3D96-4F02-8FDE-6C344B4EA94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695970" y="-4485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75">
            <a:extLst>
              <a:ext uri="{FF2B5EF4-FFF2-40B4-BE49-F238E27FC236}">
                <a16:creationId xmlns:a16="http://schemas.microsoft.com/office/drawing/2014/main" id="{0136ECC1-14F7-404A-BB65-765B022634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307095" y="136549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75">
            <a:extLst>
              <a:ext uri="{FF2B5EF4-FFF2-40B4-BE49-F238E27FC236}">
                <a16:creationId xmlns:a16="http://schemas.microsoft.com/office/drawing/2014/main" id="{61F32264-5F7E-4A46-97AB-AABAB86F1EA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911794" y="278446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309" y="-1058251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8" name="Picture Placeholder 75">
            <a:extLst>
              <a:ext uri="{FF2B5EF4-FFF2-40B4-BE49-F238E27FC236}">
                <a16:creationId xmlns:a16="http://schemas.microsoft.com/office/drawing/2014/main" id="{65B77482-57E1-46FD-913A-0092573AC5F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754685" y="367594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9" name="Picture Placeholder 75">
            <a:extLst>
              <a:ext uri="{FF2B5EF4-FFF2-40B4-BE49-F238E27FC236}">
                <a16:creationId xmlns:a16="http://schemas.microsoft.com/office/drawing/2014/main" id="{B37A391A-9563-4D8D-9F81-AF2A558906B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358062" y="179343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75">
            <a:extLst>
              <a:ext uri="{FF2B5EF4-FFF2-40B4-BE49-F238E27FC236}">
                <a16:creationId xmlns:a16="http://schemas.microsoft.com/office/drawing/2014/main" id="{905913FF-40D6-422E-AE96-62587D32CE1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69186" y="3203785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75">
            <a:extLst>
              <a:ext uri="{FF2B5EF4-FFF2-40B4-BE49-F238E27FC236}">
                <a16:creationId xmlns:a16="http://schemas.microsoft.com/office/drawing/2014/main" id="{139B3716-743D-4E4C-8E9E-2862234854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73886" y="462275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4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13" grpId="0" animBg="1"/>
      <p:bldP spid="14" grpId="0" animBg="1"/>
      <p:bldP spid="15" grpId="0" animBg="1"/>
      <p:bldP spid="16" grpId="0" animBg="1"/>
      <p:bldP spid="2" grpId="0" animBg="1"/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75">
            <a:extLst>
              <a:ext uri="{FF2B5EF4-FFF2-40B4-BE49-F238E27FC236}">
                <a16:creationId xmlns:a16="http://schemas.microsoft.com/office/drawing/2014/main" id="{E663C24A-6D61-4CE5-B812-FEFFD014239B}"/>
              </a:ext>
            </a:extLst>
          </p:cNvPr>
          <p:cNvSpPr>
            <a:spLocks noGrp="1" noChangeAspect="1"/>
          </p:cNvSpPr>
          <p:nvPr>
            <p:ph type="pic" sz="quarter" idx="57"/>
          </p:nvPr>
        </p:nvSpPr>
        <p:spPr>
          <a:xfrm>
            <a:off x="-657118" y="-149065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9" name="Picture Placeholder 75">
            <a:extLst>
              <a:ext uri="{FF2B5EF4-FFF2-40B4-BE49-F238E27FC236}">
                <a16:creationId xmlns:a16="http://schemas.microsoft.com/office/drawing/2014/main" id="{FC0F3EFD-29EA-4CF3-945D-F2BDFE1089BA}"/>
              </a:ext>
            </a:extLst>
          </p:cNvPr>
          <p:cNvSpPr>
            <a:spLocks noGrp="1" noChangeAspect="1"/>
          </p:cNvSpPr>
          <p:nvPr>
            <p:ph type="pic" sz="quarter" idx="58"/>
          </p:nvPr>
        </p:nvSpPr>
        <p:spPr>
          <a:xfrm>
            <a:off x="-2891069" y="-23119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1" name="Picture Placeholder 75">
            <a:extLst>
              <a:ext uri="{FF2B5EF4-FFF2-40B4-BE49-F238E27FC236}">
                <a16:creationId xmlns:a16="http://schemas.microsoft.com/office/drawing/2014/main" id="{03EDB8AD-F804-43C3-A0D1-C12D7225E290}"/>
              </a:ext>
            </a:extLst>
          </p:cNvPr>
          <p:cNvSpPr>
            <a:spLocks noGrp="1" noChangeAspect="1"/>
          </p:cNvSpPr>
          <p:nvPr>
            <p:ph type="pic" sz="quarter" idx="50"/>
          </p:nvPr>
        </p:nvSpPr>
        <p:spPr>
          <a:xfrm>
            <a:off x="1728774" y="-113977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2" name="Picture Placeholder 75">
            <a:extLst>
              <a:ext uri="{FF2B5EF4-FFF2-40B4-BE49-F238E27FC236}">
                <a16:creationId xmlns:a16="http://schemas.microsoft.com/office/drawing/2014/main" id="{C5D21686-787F-4D1D-8E80-E2508F394D2B}"/>
              </a:ext>
            </a:extLst>
          </p:cNvPr>
          <p:cNvSpPr>
            <a:spLocks noGrp="1" noChangeAspect="1"/>
          </p:cNvSpPr>
          <p:nvPr>
            <p:ph type="pic" sz="quarter" idx="51"/>
          </p:nvPr>
        </p:nvSpPr>
        <p:spPr>
          <a:xfrm>
            <a:off x="-505177" y="11968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3" name="Picture Placeholder 75">
            <a:extLst>
              <a:ext uri="{FF2B5EF4-FFF2-40B4-BE49-F238E27FC236}">
                <a16:creationId xmlns:a16="http://schemas.microsoft.com/office/drawing/2014/main" id="{A4D6FD94-3DFB-4DD1-A3E1-05F00BC1540C}"/>
              </a:ext>
            </a:extLst>
          </p:cNvPr>
          <p:cNvSpPr>
            <a:spLocks noGrp="1" noChangeAspect="1"/>
          </p:cNvSpPr>
          <p:nvPr>
            <p:ph type="pic" sz="quarter" idx="52"/>
          </p:nvPr>
        </p:nvSpPr>
        <p:spPr>
          <a:xfrm>
            <a:off x="-2739128" y="137914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75">
            <a:extLst>
              <a:ext uri="{FF2B5EF4-FFF2-40B4-BE49-F238E27FC236}">
                <a16:creationId xmlns:a16="http://schemas.microsoft.com/office/drawing/2014/main" id="{6CAD025C-A654-4C88-A249-7079110D412A}"/>
              </a:ext>
            </a:extLst>
          </p:cNvPr>
          <p:cNvSpPr>
            <a:spLocks noGrp="1" noChangeAspect="1"/>
          </p:cNvSpPr>
          <p:nvPr>
            <p:ph type="pic" sz="quarter" idx="43"/>
          </p:nvPr>
        </p:nvSpPr>
        <p:spPr>
          <a:xfrm>
            <a:off x="3949279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75">
            <a:extLst>
              <a:ext uri="{FF2B5EF4-FFF2-40B4-BE49-F238E27FC236}">
                <a16:creationId xmlns:a16="http://schemas.microsoft.com/office/drawing/2014/main" id="{7D2A6AB2-B1B6-4E6E-A516-1624DC823BCE}"/>
              </a:ext>
            </a:extLst>
          </p:cNvPr>
          <p:cNvSpPr>
            <a:spLocks noGrp="1" noChangeAspect="1"/>
          </p:cNvSpPr>
          <p:nvPr>
            <p:ph type="pic" sz="quarter" idx="44"/>
          </p:nvPr>
        </p:nvSpPr>
        <p:spPr>
          <a:xfrm>
            <a:off x="1715328" y="57285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30" name="Picture Placeholder 75">
            <a:extLst>
              <a:ext uri="{FF2B5EF4-FFF2-40B4-BE49-F238E27FC236}">
                <a16:creationId xmlns:a16="http://schemas.microsoft.com/office/drawing/2014/main" id="{9DD0859E-1EE8-4927-8BB2-F5754D3BD7BB}"/>
              </a:ext>
            </a:extLst>
          </p:cNvPr>
          <p:cNvSpPr>
            <a:spLocks noGrp="1" noChangeAspect="1"/>
          </p:cNvSpPr>
          <p:nvPr>
            <p:ph type="pic" sz="quarter" idx="45"/>
          </p:nvPr>
        </p:nvSpPr>
        <p:spPr>
          <a:xfrm>
            <a:off x="-518622" y="1832311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75">
            <a:extLst>
              <a:ext uri="{FF2B5EF4-FFF2-40B4-BE49-F238E27FC236}">
                <a16:creationId xmlns:a16="http://schemas.microsoft.com/office/drawing/2014/main" id="{F9FC8C08-0383-4EC2-82BB-1133D3D229E0}"/>
              </a:ext>
            </a:extLst>
          </p:cNvPr>
          <p:cNvSpPr>
            <a:spLocks noGrp="1" noChangeAspect="1"/>
          </p:cNvSpPr>
          <p:nvPr>
            <p:ph type="pic" sz="quarter" idx="46"/>
          </p:nvPr>
        </p:nvSpPr>
        <p:spPr>
          <a:xfrm>
            <a:off x="-2752573" y="309176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75">
            <a:extLst>
              <a:ext uri="{FF2B5EF4-FFF2-40B4-BE49-F238E27FC236}">
                <a16:creationId xmlns:a16="http://schemas.microsoft.com/office/drawing/2014/main" id="{607EBF97-CA98-44E9-938D-F451E62350C1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942516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75">
            <a:extLst>
              <a:ext uri="{FF2B5EF4-FFF2-40B4-BE49-F238E27FC236}">
                <a16:creationId xmlns:a16="http://schemas.microsoft.com/office/drawing/2014/main" id="{3D16D7ED-FD8B-4316-A459-2B2FB95393A8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4708566" y="57285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75">
            <a:extLst>
              <a:ext uri="{FF2B5EF4-FFF2-40B4-BE49-F238E27FC236}">
                <a16:creationId xmlns:a16="http://schemas.microsoft.com/office/drawing/2014/main" id="{0CDD9022-DE91-4943-A173-2B143DF81A30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2474615" y="1832311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75">
            <a:extLst>
              <a:ext uri="{FF2B5EF4-FFF2-40B4-BE49-F238E27FC236}">
                <a16:creationId xmlns:a16="http://schemas.microsoft.com/office/drawing/2014/main" id="{ABE95176-571E-450E-92C4-6C81EA4C7A3E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240664" y="309176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75">
            <a:extLst>
              <a:ext uri="{FF2B5EF4-FFF2-40B4-BE49-F238E27FC236}">
                <a16:creationId xmlns:a16="http://schemas.microsoft.com/office/drawing/2014/main" id="{3EFAEF24-F8F9-40CF-94FB-D6695C184868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-1993286" y="435122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672465" y="-53115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Picture Placeholder 75">
            <a:extLst>
              <a:ext uri="{FF2B5EF4-FFF2-40B4-BE49-F238E27FC236}">
                <a16:creationId xmlns:a16="http://schemas.microsoft.com/office/drawing/2014/main" id="{FEAB132E-72A8-4AAE-84A4-48B1A95CEE6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7438514" y="7283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" name="Picture Placeholder 75">
            <a:extLst>
              <a:ext uri="{FF2B5EF4-FFF2-40B4-BE49-F238E27FC236}">
                <a16:creationId xmlns:a16="http://schemas.microsoft.com/office/drawing/2014/main" id="{243FAE32-B9F4-4AE7-AE82-22570A22956A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5204564" y="19877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" name="Picture Placeholder 75">
            <a:extLst>
              <a:ext uri="{FF2B5EF4-FFF2-40B4-BE49-F238E27FC236}">
                <a16:creationId xmlns:a16="http://schemas.microsoft.com/office/drawing/2014/main" id="{22DB54D1-378A-4542-9D02-E25B5BADC362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2970613" y="32472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7" name="Picture Placeholder 75">
            <a:extLst>
              <a:ext uri="{FF2B5EF4-FFF2-40B4-BE49-F238E27FC236}">
                <a16:creationId xmlns:a16="http://schemas.microsoft.com/office/drawing/2014/main" id="{8FFD3707-289A-4097-A634-5DFE56AC06FE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736662" y="450667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8" name="Picture Placeholder 75">
            <a:extLst>
              <a:ext uri="{FF2B5EF4-FFF2-40B4-BE49-F238E27FC236}">
                <a16:creationId xmlns:a16="http://schemas.microsoft.com/office/drawing/2014/main" id="{54A7639C-C713-48A6-BCBD-272206505DD0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-1497288" y="576613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75">
            <a:extLst>
              <a:ext uri="{FF2B5EF4-FFF2-40B4-BE49-F238E27FC236}">
                <a16:creationId xmlns:a16="http://schemas.microsoft.com/office/drawing/2014/main" id="{EADC1BA6-7445-4738-896F-F25E3B51C12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10280074" y="81369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75">
            <a:extLst>
              <a:ext uri="{FF2B5EF4-FFF2-40B4-BE49-F238E27FC236}">
                <a16:creationId xmlns:a16="http://schemas.microsoft.com/office/drawing/2014/main" id="{C2B339F4-9FE6-4B11-BADC-2E50B1ADD1F5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8046124" y="207314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75">
            <a:extLst>
              <a:ext uri="{FF2B5EF4-FFF2-40B4-BE49-F238E27FC236}">
                <a16:creationId xmlns:a16="http://schemas.microsoft.com/office/drawing/2014/main" id="{FFE71006-16E5-457F-9B4E-4C8C74041CF2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5812173" y="33326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75">
            <a:extLst>
              <a:ext uri="{FF2B5EF4-FFF2-40B4-BE49-F238E27FC236}">
                <a16:creationId xmlns:a16="http://schemas.microsoft.com/office/drawing/2014/main" id="{6DDB9485-9DF7-49C5-ADFC-F845200EBD64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3578222" y="45920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75">
            <a:extLst>
              <a:ext uri="{FF2B5EF4-FFF2-40B4-BE49-F238E27FC236}">
                <a16:creationId xmlns:a16="http://schemas.microsoft.com/office/drawing/2014/main" id="{C2FEBF29-F3C4-44EB-A394-6B97F83C159B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344272" y="58515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3" name="Picture Placeholder 75">
            <a:extLst>
              <a:ext uri="{FF2B5EF4-FFF2-40B4-BE49-F238E27FC236}">
                <a16:creationId xmlns:a16="http://schemas.microsoft.com/office/drawing/2014/main" id="{2F015E8F-22EA-4453-8367-140895DC3255}"/>
              </a:ext>
            </a:extLst>
          </p:cNvPr>
          <p:cNvSpPr>
            <a:spLocks noGrp="1" noChangeAspect="1"/>
          </p:cNvSpPr>
          <p:nvPr>
            <p:ph type="pic" sz="quarter" idx="62"/>
          </p:nvPr>
        </p:nvSpPr>
        <p:spPr>
          <a:xfrm>
            <a:off x="10348604" y="245607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4" name="Picture Placeholder 75">
            <a:extLst>
              <a:ext uri="{FF2B5EF4-FFF2-40B4-BE49-F238E27FC236}">
                <a16:creationId xmlns:a16="http://schemas.microsoft.com/office/drawing/2014/main" id="{38BD2839-9FD8-4A47-8C6C-BA555D30B060}"/>
              </a:ext>
            </a:extLst>
          </p:cNvPr>
          <p:cNvSpPr>
            <a:spLocks noGrp="1" noChangeAspect="1"/>
          </p:cNvSpPr>
          <p:nvPr>
            <p:ph type="pic" sz="quarter" idx="63"/>
          </p:nvPr>
        </p:nvSpPr>
        <p:spPr>
          <a:xfrm>
            <a:off x="8114654" y="371553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5" name="Picture Placeholder 75">
            <a:extLst>
              <a:ext uri="{FF2B5EF4-FFF2-40B4-BE49-F238E27FC236}">
                <a16:creationId xmlns:a16="http://schemas.microsoft.com/office/drawing/2014/main" id="{36034C35-1CBE-46E5-9904-EDC510CB644A}"/>
              </a:ext>
            </a:extLst>
          </p:cNvPr>
          <p:cNvSpPr>
            <a:spLocks noGrp="1" noChangeAspect="1"/>
          </p:cNvSpPr>
          <p:nvPr>
            <p:ph type="pic" sz="quarter" idx="64"/>
          </p:nvPr>
        </p:nvSpPr>
        <p:spPr>
          <a:xfrm>
            <a:off x="5880703" y="497498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6" name="Picture Placeholder 75">
            <a:extLst>
              <a:ext uri="{FF2B5EF4-FFF2-40B4-BE49-F238E27FC236}">
                <a16:creationId xmlns:a16="http://schemas.microsoft.com/office/drawing/2014/main" id="{507BEDBC-9F75-40C5-8467-AA2A8746E709}"/>
              </a:ext>
            </a:extLst>
          </p:cNvPr>
          <p:cNvSpPr>
            <a:spLocks noGrp="1" noChangeAspect="1"/>
          </p:cNvSpPr>
          <p:nvPr>
            <p:ph type="pic" sz="quarter" idx="65"/>
          </p:nvPr>
        </p:nvSpPr>
        <p:spPr>
          <a:xfrm>
            <a:off x="3646752" y="623444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9" name="Picture Placeholder 75">
            <a:extLst>
              <a:ext uri="{FF2B5EF4-FFF2-40B4-BE49-F238E27FC236}">
                <a16:creationId xmlns:a16="http://schemas.microsoft.com/office/drawing/2014/main" id="{AECDF11A-996B-4276-B504-5061846D8626}"/>
              </a:ext>
            </a:extLst>
          </p:cNvPr>
          <p:cNvSpPr>
            <a:spLocks noGrp="1" noChangeAspect="1"/>
          </p:cNvSpPr>
          <p:nvPr>
            <p:ph type="pic" sz="quarter" idx="68"/>
          </p:nvPr>
        </p:nvSpPr>
        <p:spPr>
          <a:xfrm>
            <a:off x="10536718" y="403782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0" name="Picture Placeholder 75">
            <a:extLst>
              <a:ext uri="{FF2B5EF4-FFF2-40B4-BE49-F238E27FC236}">
                <a16:creationId xmlns:a16="http://schemas.microsoft.com/office/drawing/2014/main" id="{18FFBB60-78C0-41D6-B988-AE90BC50278F}"/>
              </a:ext>
            </a:extLst>
          </p:cNvPr>
          <p:cNvSpPr>
            <a:spLocks noGrp="1" noChangeAspect="1"/>
          </p:cNvSpPr>
          <p:nvPr>
            <p:ph type="pic" sz="quarter" idx="69"/>
          </p:nvPr>
        </p:nvSpPr>
        <p:spPr>
          <a:xfrm>
            <a:off x="8302767" y="529728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1" name="Picture Placeholder 75">
            <a:extLst>
              <a:ext uri="{FF2B5EF4-FFF2-40B4-BE49-F238E27FC236}">
                <a16:creationId xmlns:a16="http://schemas.microsoft.com/office/drawing/2014/main" id="{157843DF-2840-468E-B1B3-C729FF5281C6}"/>
              </a:ext>
            </a:extLst>
          </p:cNvPr>
          <p:cNvSpPr>
            <a:spLocks noGrp="1" noChangeAspect="1"/>
          </p:cNvSpPr>
          <p:nvPr>
            <p:ph type="pic" sz="quarter" idx="70"/>
          </p:nvPr>
        </p:nvSpPr>
        <p:spPr>
          <a:xfrm>
            <a:off x="6068817" y="655673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5" name="Picture Placeholder 75">
            <a:extLst>
              <a:ext uri="{FF2B5EF4-FFF2-40B4-BE49-F238E27FC236}">
                <a16:creationId xmlns:a16="http://schemas.microsoft.com/office/drawing/2014/main" id="{8DF2D5D1-AC63-4DDD-BF20-41ACF22FCE4B}"/>
              </a:ext>
            </a:extLst>
          </p:cNvPr>
          <p:cNvSpPr>
            <a:spLocks noGrp="1" noChangeAspect="1"/>
          </p:cNvSpPr>
          <p:nvPr>
            <p:ph type="pic" sz="quarter" idx="74"/>
          </p:nvPr>
        </p:nvSpPr>
        <p:spPr>
          <a:xfrm>
            <a:off x="11051634" y="54640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6" name="Picture Placeholder 75">
            <a:extLst>
              <a:ext uri="{FF2B5EF4-FFF2-40B4-BE49-F238E27FC236}">
                <a16:creationId xmlns:a16="http://schemas.microsoft.com/office/drawing/2014/main" id="{3932DA6D-A9C7-4444-87EB-1B1FFD57213B}"/>
              </a:ext>
            </a:extLst>
          </p:cNvPr>
          <p:cNvSpPr>
            <a:spLocks noGrp="1" noChangeAspect="1"/>
          </p:cNvSpPr>
          <p:nvPr>
            <p:ph type="pic" sz="quarter" idx="75"/>
          </p:nvPr>
        </p:nvSpPr>
        <p:spPr>
          <a:xfrm>
            <a:off x="8817684" y="672347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6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3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3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3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3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41" grpId="0" animBg="1"/>
      <p:bldP spid="42" grpId="0" animBg="1"/>
      <p:bldP spid="43" grpId="0" animBg="1"/>
      <p:bldP spid="28" grpId="0" animBg="1"/>
      <p:bldP spid="29" grpId="0" animBg="1"/>
      <p:bldP spid="30" grpId="0" animBg="1"/>
      <p:bldP spid="3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53" grpId="0" animBg="1"/>
      <p:bldP spid="54" grpId="0" animBg="1"/>
      <p:bldP spid="55" grpId="0" animBg="1"/>
      <p:bldP spid="56" grpId="0" animBg="1"/>
      <p:bldP spid="59" grpId="0" animBg="1"/>
      <p:bldP spid="60" grpId="0" animBg="1"/>
      <p:bldP spid="61" grpId="0" animBg="1"/>
      <p:bldP spid="65" grpId="0" animBg="1"/>
      <p:bldP spid="66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7"/>
          <p:cNvSpPr txBox="1">
            <a:spLocks noGrp="1"/>
          </p:cNvSpPr>
          <p:nvPr>
            <p:ph type="title"/>
          </p:nvPr>
        </p:nvSpPr>
        <p:spPr>
          <a:xfrm>
            <a:off x="495300" y="549415"/>
            <a:ext cx="11187112" cy="45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7"/>
          <p:cNvSpPr txBox="1">
            <a:spLocks noGrp="1"/>
          </p:cNvSpPr>
          <p:nvPr>
            <p:ph type="body" idx="1"/>
          </p:nvPr>
        </p:nvSpPr>
        <p:spPr>
          <a:xfrm>
            <a:off x="495299" y="1719072"/>
            <a:ext cx="5466587" cy="467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6000"/>
              </a:lnSpc>
              <a:spcBef>
                <a:spcPts val="1800"/>
              </a:spcBef>
              <a:spcAft>
                <a:spcPts val="0"/>
              </a:spcAft>
              <a:buSzPts val="1800"/>
              <a:buChar char="​"/>
              <a:defRPr/>
            </a:lvl5pPr>
            <a:lvl6pPr marL="2743200" lvl="5" indent="-3429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marL="4114800" lvl="8" indent="-22860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7"/>
          <p:cNvSpPr txBox="1">
            <a:spLocks noGrp="1"/>
          </p:cNvSpPr>
          <p:nvPr>
            <p:ph type="body" idx="2"/>
          </p:nvPr>
        </p:nvSpPr>
        <p:spPr>
          <a:xfrm>
            <a:off x="6215825" y="1719072"/>
            <a:ext cx="5466587" cy="467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6000"/>
              </a:lnSpc>
              <a:spcBef>
                <a:spcPts val="1800"/>
              </a:spcBef>
              <a:spcAft>
                <a:spcPts val="0"/>
              </a:spcAft>
              <a:buSzPts val="1800"/>
              <a:buChar char="​"/>
              <a:defRPr/>
            </a:lvl5pPr>
            <a:lvl6pPr marL="2743200" lvl="5" indent="-3429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marL="4114800" lvl="8" indent="-22860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7"/>
          <p:cNvSpPr txBox="1">
            <a:spLocks noGrp="1"/>
          </p:cNvSpPr>
          <p:nvPr>
            <p:ph type="subTitle" idx="3"/>
          </p:nvPr>
        </p:nvSpPr>
        <p:spPr>
          <a:xfrm>
            <a:off x="494189" y="1088136"/>
            <a:ext cx="11188223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6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6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1" name="Google Shape;61;p77"/>
          <p:cNvSpPr txBox="1">
            <a:spLocks noGrp="1"/>
          </p:cNvSpPr>
          <p:nvPr>
            <p:ph type="ftr" idx="11"/>
          </p:nvPr>
        </p:nvSpPr>
        <p:spPr>
          <a:xfrm>
            <a:off x="495299" y="6391291"/>
            <a:ext cx="6597895" cy="11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3DC"/>
              </a:buClr>
              <a:buSzPts val="800"/>
              <a:buFont typeface="Arial"/>
              <a:buNone/>
              <a:defRPr sz="800">
                <a:solidFill>
                  <a:srgbClr val="A5A5A5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926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2674231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647700"/>
            <a:ext cx="10628516" cy="6210300"/>
          </a:xfrm>
          <a:prstGeom prst="round2SameRect">
            <a:avLst>
              <a:gd name="adj1" fmla="val 2415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66493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278041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B5C310A-868F-4549-AAED-53A84764F0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01832" y="647699"/>
            <a:ext cx="3396103" cy="5524501"/>
          </a:xfrm>
          <a:custGeom>
            <a:avLst/>
            <a:gdLst>
              <a:gd name="connsiteX0" fmla="*/ 195574 w 6793091"/>
              <a:gd name="connsiteY0" fmla="*/ 0 h 11049001"/>
              <a:gd name="connsiteX1" fmla="*/ 6793091 w 6793091"/>
              <a:gd name="connsiteY1" fmla="*/ 0 h 11049001"/>
              <a:gd name="connsiteX2" fmla="*/ 6793091 w 6793091"/>
              <a:gd name="connsiteY2" fmla="*/ 11049000 h 11049001"/>
              <a:gd name="connsiteX3" fmla="*/ 195574 w 6793091"/>
              <a:gd name="connsiteY3" fmla="*/ 11049001 h 11049001"/>
              <a:gd name="connsiteX4" fmla="*/ 0 w 6793091"/>
              <a:gd name="connsiteY4" fmla="*/ 10853427 h 11049001"/>
              <a:gd name="connsiteX5" fmla="*/ 0 w 6793091"/>
              <a:gd name="connsiteY5" fmla="*/ 195573 h 11049001"/>
              <a:gd name="connsiteX6" fmla="*/ 195574 w 6793091"/>
              <a:gd name="connsiteY6" fmla="*/ 0 h 110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3091" h="11049001">
                <a:moveTo>
                  <a:pt x="195574" y="0"/>
                </a:moveTo>
                <a:lnTo>
                  <a:pt x="6793091" y="0"/>
                </a:lnTo>
                <a:lnTo>
                  <a:pt x="6793091" y="11049000"/>
                </a:lnTo>
                <a:lnTo>
                  <a:pt x="195574" y="11049001"/>
                </a:lnTo>
                <a:cubicBezTo>
                  <a:pt x="87561" y="11049001"/>
                  <a:pt x="0" y="10961439"/>
                  <a:pt x="0" y="10853427"/>
                </a:cubicBezTo>
                <a:lnTo>
                  <a:pt x="0" y="195573"/>
                </a:lnTo>
                <a:cubicBezTo>
                  <a:pt x="0" y="87561"/>
                  <a:pt x="87561" y="0"/>
                  <a:pt x="19557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marR="0" indent="0" algn="ctr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99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89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</p:bldLst>
      </p:timing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89274D-46F1-404F-9A1F-832329A5BA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2603" y="1045578"/>
            <a:ext cx="4363397" cy="4766844"/>
          </a:xfrm>
          <a:custGeom>
            <a:avLst/>
            <a:gdLst>
              <a:gd name="connsiteX0" fmla="*/ 251277 w 8727931"/>
              <a:gd name="connsiteY0" fmla="*/ 0 h 9533687"/>
              <a:gd name="connsiteX1" fmla="*/ 8727931 w 8727931"/>
              <a:gd name="connsiteY1" fmla="*/ 0 h 9533687"/>
              <a:gd name="connsiteX2" fmla="*/ 8727931 w 8727931"/>
              <a:gd name="connsiteY2" fmla="*/ 9533687 h 9533687"/>
              <a:gd name="connsiteX3" fmla="*/ 251277 w 8727931"/>
              <a:gd name="connsiteY3" fmla="*/ 9533687 h 9533687"/>
              <a:gd name="connsiteX4" fmla="*/ 0 w 8727931"/>
              <a:gd name="connsiteY4" fmla="*/ 9282410 h 9533687"/>
              <a:gd name="connsiteX5" fmla="*/ 0 w 8727931"/>
              <a:gd name="connsiteY5" fmla="*/ 251277 h 9533687"/>
              <a:gd name="connsiteX6" fmla="*/ 251277 w 8727931"/>
              <a:gd name="connsiteY6" fmla="*/ 0 h 953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7931" h="9533687">
                <a:moveTo>
                  <a:pt x="251277" y="0"/>
                </a:moveTo>
                <a:lnTo>
                  <a:pt x="8727931" y="0"/>
                </a:lnTo>
                <a:lnTo>
                  <a:pt x="8727931" y="9533687"/>
                </a:lnTo>
                <a:lnTo>
                  <a:pt x="251277" y="9533687"/>
                </a:lnTo>
                <a:cubicBezTo>
                  <a:pt x="112501" y="9533687"/>
                  <a:pt x="0" y="9421186"/>
                  <a:pt x="0" y="9282410"/>
                </a:cubicBezTo>
                <a:lnTo>
                  <a:pt x="0" y="251277"/>
                </a:lnTo>
                <a:cubicBezTo>
                  <a:pt x="0" y="112501"/>
                  <a:pt x="112501" y="0"/>
                  <a:pt x="251277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3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12FE6D-78FE-4F42-A970-BF00C9D8BA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045578"/>
            <a:ext cx="4363397" cy="4766844"/>
          </a:xfrm>
          <a:custGeom>
            <a:avLst/>
            <a:gdLst>
              <a:gd name="connsiteX0" fmla="*/ 0 w 8727931"/>
              <a:gd name="connsiteY0" fmla="*/ 0 h 9533687"/>
              <a:gd name="connsiteX1" fmla="*/ 8476653 w 8727931"/>
              <a:gd name="connsiteY1" fmla="*/ 0 h 9533687"/>
              <a:gd name="connsiteX2" fmla="*/ 8727931 w 8727931"/>
              <a:gd name="connsiteY2" fmla="*/ 251277 h 9533687"/>
              <a:gd name="connsiteX3" fmla="*/ 8727931 w 8727931"/>
              <a:gd name="connsiteY3" fmla="*/ 9282410 h 9533687"/>
              <a:gd name="connsiteX4" fmla="*/ 8476653 w 8727931"/>
              <a:gd name="connsiteY4" fmla="*/ 9533687 h 9533687"/>
              <a:gd name="connsiteX5" fmla="*/ 0 w 8727931"/>
              <a:gd name="connsiteY5" fmla="*/ 9533687 h 953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27931" h="9533687">
                <a:moveTo>
                  <a:pt x="0" y="0"/>
                </a:moveTo>
                <a:lnTo>
                  <a:pt x="8476653" y="0"/>
                </a:lnTo>
                <a:cubicBezTo>
                  <a:pt x="8615429" y="0"/>
                  <a:pt x="8727931" y="112501"/>
                  <a:pt x="8727931" y="251277"/>
                </a:cubicBezTo>
                <a:lnTo>
                  <a:pt x="8727931" y="9282410"/>
                </a:lnTo>
                <a:cubicBezTo>
                  <a:pt x="8727931" y="9421186"/>
                  <a:pt x="8615429" y="9533687"/>
                  <a:pt x="8476653" y="9533687"/>
                </a:cubicBezTo>
                <a:lnTo>
                  <a:pt x="0" y="953368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1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03FC9EE-4B68-4F52-9EE6-F0F1AA1A4C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01841" y="1789462"/>
            <a:ext cx="1962946" cy="2832335"/>
          </a:xfrm>
          <a:custGeom>
            <a:avLst/>
            <a:gdLst>
              <a:gd name="connsiteX0" fmla="*/ 102872 w 3926403"/>
              <a:gd name="connsiteY0" fmla="*/ 0 h 5664669"/>
              <a:gd name="connsiteX1" fmla="*/ 3823531 w 3926403"/>
              <a:gd name="connsiteY1" fmla="*/ 0 h 5664669"/>
              <a:gd name="connsiteX2" fmla="*/ 3926403 w 3926403"/>
              <a:gd name="connsiteY2" fmla="*/ 102872 h 5664669"/>
              <a:gd name="connsiteX3" fmla="*/ 3926403 w 3926403"/>
              <a:gd name="connsiteY3" fmla="*/ 5561797 h 5664669"/>
              <a:gd name="connsiteX4" fmla="*/ 3823531 w 3926403"/>
              <a:gd name="connsiteY4" fmla="*/ 5664669 h 5664669"/>
              <a:gd name="connsiteX5" fmla="*/ 102872 w 3926403"/>
              <a:gd name="connsiteY5" fmla="*/ 5664669 h 5664669"/>
              <a:gd name="connsiteX6" fmla="*/ 0 w 3926403"/>
              <a:gd name="connsiteY6" fmla="*/ 5561797 h 5664669"/>
              <a:gd name="connsiteX7" fmla="*/ 0 w 3926403"/>
              <a:gd name="connsiteY7" fmla="*/ 102872 h 5664669"/>
              <a:gd name="connsiteX8" fmla="*/ 102872 w 3926403"/>
              <a:gd name="connsiteY8" fmla="*/ 0 h 5664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5664669">
                <a:moveTo>
                  <a:pt x="102872" y="0"/>
                </a:moveTo>
                <a:lnTo>
                  <a:pt x="3823531" y="0"/>
                </a:lnTo>
                <a:cubicBezTo>
                  <a:pt x="3880346" y="0"/>
                  <a:pt x="3926403" y="46057"/>
                  <a:pt x="3926403" y="102872"/>
                </a:cubicBezTo>
                <a:lnTo>
                  <a:pt x="3926403" y="5561797"/>
                </a:lnTo>
                <a:cubicBezTo>
                  <a:pt x="3926403" y="5618612"/>
                  <a:pt x="3880346" y="5664669"/>
                  <a:pt x="3823531" y="5664669"/>
                </a:cubicBezTo>
                <a:lnTo>
                  <a:pt x="102872" y="5664669"/>
                </a:lnTo>
                <a:cubicBezTo>
                  <a:pt x="46057" y="5664669"/>
                  <a:pt x="0" y="5618612"/>
                  <a:pt x="0" y="5561797"/>
                </a:cubicBezTo>
                <a:lnTo>
                  <a:pt x="0" y="102872"/>
                </a:lnTo>
                <a:cubicBezTo>
                  <a:pt x="0" y="46057"/>
                  <a:pt x="46057" y="0"/>
                  <a:pt x="1028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49D040-7743-4D16-B377-5B78AF4A7E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85957" y="300007"/>
            <a:ext cx="1962946" cy="2426865"/>
          </a:xfrm>
          <a:custGeom>
            <a:avLst/>
            <a:gdLst>
              <a:gd name="connsiteX0" fmla="*/ 102872 w 3926403"/>
              <a:gd name="connsiteY0" fmla="*/ 0 h 4853729"/>
              <a:gd name="connsiteX1" fmla="*/ 3823531 w 3926403"/>
              <a:gd name="connsiteY1" fmla="*/ 0 h 4853729"/>
              <a:gd name="connsiteX2" fmla="*/ 3926403 w 3926403"/>
              <a:gd name="connsiteY2" fmla="*/ 102872 h 4853729"/>
              <a:gd name="connsiteX3" fmla="*/ 3926403 w 3926403"/>
              <a:gd name="connsiteY3" fmla="*/ 4750857 h 4853729"/>
              <a:gd name="connsiteX4" fmla="*/ 3823531 w 3926403"/>
              <a:gd name="connsiteY4" fmla="*/ 4853729 h 4853729"/>
              <a:gd name="connsiteX5" fmla="*/ 102872 w 3926403"/>
              <a:gd name="connsiteY5" fmla="*/ 4853729 h 4853729"/>
              <a:gd name="connsiteX6" fmla="*/ 0 w 3926403"/>
              <a:gd name="connsiteY6" fmla="*/ 4750857 h 4853729"/>
              <a:gd name="connsiteX7" fmla="*/ 0 w 3926403"/>
              <a:gd name="connsiteY7" fmla="*/ 102872 h 4853729"/>
              <a:gd name="connsiteX8" fmla="*/ 102872 w 3926403"/>
              <a:gd name="connsiteY8" fmla="*/ 0 h 4853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4853729">
                <a:moveTo>
                  <a:pt x="102872" y="0"/>
                </a:moveTo>
                <a:lnTo>
                  <a:pt x="3823531" y="0"/>
                </a:lnTo>
                <a:cubicBezTo>
                  <a:pt x="3880346" y="0"/>
                  <a:pt x="3926403" y="46057"/>
                  <a:pt x="3926403" y="102872"/>
                </a:cubicBezTo>
                <a:lnTo>
                  <a:pt x="3926403" y="4750857"/>
                </a:lnTo>
                <a:cubicBezTo>
                  <a:pt x="3926403" y="4807672"/>
                  <a:pt x="3880346" y="4853729"/>
                  <a:pt x="3823531" y="4853729"/>
                </a:cubicBezTo>
                <a:lnTo>
                  <a:pt x="102872" y="4853729"/>
                </a:lnTo>
                <a:cubicBezTo>
                  <a:pt x="46057" y="4853729"/>
                  <a:pt x="0" y="4807672"/>
                  <a:pt x="0" y="4750857"/>
                </a:cubicBezTo>
                <a:lnTo>
                  <a:pt x="0" y="102872"/>
                </a:lnTo>
                <a:cubicBezTo>
                  <a:pt x="0" y="46057"/>
                  <a:pt x="46057" y="0"/>
                  <a:pt x="1028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9DC3289-DAAE-42C2-B177-1F3B4B3B04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70073" y="1312314"/>
            <a:ext cx="1962946" cy="1943046"/>
          </a:xfrm>
          <a:custGeom>
            <a:avLst/>
            <a:gdLst>
              <a:gd name="connsiteX0" fmla="*/ 101816 w 3926403"/>
              <a:gd name="connsiteY0" fmla="*/ 0 h 3886092"/>
              <a:gd name="connsiteX1" fmla="*/ 3824587 w 3926403"/>
              <a:gd name="connsiteY1" fmla="*/ 0 h 3886092"/>
              <a:gd name="connsiteX2" fmla="*/ 3926403 w 3926403"/>
              <a:gd name="connsiteY2" fmla="*/ 101816 h 3886092"/>
              <a:gd name="connsiteX3" fmla="*/ 3926403 w 3926403"/>
              <a:gd name="connsiteY3" fmla="*/ 3784276 h 3886092"/>
              <a:gd name="connsiteX4" fmla="*/ 3824587 w 3926403"/>
              <a:gd name="connsiteY4" fmla="*/ 3886092 h 3886092"/>
              <a:gd name="connsiteX5" fmla="*/ 101816 w 3926403"/>
              <a:gd name="connsiteY5" fmla="*/ 3886092 h 3886092"/>
              <a:gd name="connsiteX6" fmla="*/ 0 w 3926403"/>
              <a:gd name="connsiteY6" fmla="*/ 3784276 h 3886092"/>
              <a:gd name="connsiteX7" fmla="*/ 0 w 3926403"/>
              <a:gd name="connsiteY7" fmla="*/ 101816 h 3886092"/>
              <a:gd name="connsiteX8" fmla="*/ 101816 w 3926403"/>
              <a:gd name="connsiteY8" fmla="*/ 0 h 3886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3886092">
                <a:moveTo>
                  <a:pt x="101816" y="0"/>
                </a:moveTo>
                <a:lnTo>
                  <a:pt x="3824587" y="0"/>
                </a:lnTo>
                <a:cubicBezTo>
                  <a:pt x="3880817" y="0"/>
                  <a:pt x="3926403" y="45585"/>
                  <a:pt x="3926403" y="101816"/>
                </a:cubicBezTo>
                <a:lnTo>
                  <a:pt x="3926403" y="3784276"/>
                </a:lnTo>
                <a:cubicBezTo>
                  <a:pt x="3926403" y="3840507"/>
                  <a:pt x="3880817" y="3886092"/>
                  <a:pt x="3824587" y="3886092"/>
                </a:cubicBezTo>
                <a:lnTo>
                  <a:pt x="101816" y="3886092"/>
                </a:lnTo>
                <a:cubicBezTo>
                  <a:pt x="45585" y="3886092"/>
                  <a:pt x="0" y="3840507"/>
                  <a:pt x="0" y="3784276"/>
                </a:cubicBezTo>
                <a:lnTo>
                  <a:pt x="0" y="101816"/>
                </a:lnTo>
                <a:cubicBezTo>
                  <a:pt x="0" y="45585"/>
                  <a:pt x="45585" y="0"/>
                  <a:pt x="10181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824DCF8-6488-4312-B93E-BDAE05E1B6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70073" y="4192885"/>
            <a:ext cx="1962946" cy="1362246"/>
          </a:xfrm>
          <a:custGeom>
            <a:avLst/>
            <a:gdLst>
              <a:gd name="connsiteX0" fmla="*/ 71382 w 3926403"/>
              <a:gd name="connsiteY0" fmla="*/ 0 h 2724492"/>
              <a:gd name="connsiteX1" fmla="*/ 3855021 w 3926403"/>
              <a:gd name="connsiteY1" fmla="*/ 0 h 2724492"/>
              <a:gd name="connsiteX2" fmla="*/ 3926403 w 3926403"/>
              <a:gd name="connsiteY2" fmla="*/ 71382 h 2724492"/>
              <a:gd name="connsiteX3" fmla="*/ 3926403 w 3926403"/>
              <a:gd name="connsiteY3" fmla="*/ 2653110 h 2724492"/>
              <a:gd name="connsiteX4" fmla="*/ 3855021 w 3926403"/>
              <a:gd name="connsiteY4" fmla="*/ 2724492 h 2724492"/>
              <a:gd name="connsiteX5" fmla="*/ 71382 w 3926403"/>
              <a:gd name="connsiteY5" fmla="*/ 2724492 h 2724492"/>
              <a:gd name="connsiteX6" fmla="*/ 0 w 3926403"/>
              <a:gd name="connsiteY6" fmla="*/ 2653110 h 2724492"/>
              <a:gd name="connsiteX7" fmla="*/ 0 w 3926403"/>
              <a:gd name="connsiteY7" fmla="*/ 71382 h 2724492"/>
              <a:gd name="connsiteX8" fmla="*/ 71382 w 3926403"/>
              <a:gd name="connsiteY8" fmla="*/ 0 h 27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2724492">
                <a:moveTo>
                  <a:pt x="71382" y="0"/>
                </a:moveTo>
                <a:lnTo>
                  <a:pt x="3855021" y="0"/>
                </a:lnTo>
                <a:cubicBezTo>
                  <a:pt x="3894445" y="0"/>
                  <a:pt x="3926403" y="31959"/>
                  <a:pt x="3926403" y="71382"/>
                </a:cubicBezTo>
                <a:lnTo>
                  <a:pt x="3926403" y="2653110"/>
                </a:lnTo>
                <a:cubicBezTo>
                  <a:pt x="3926403" y="2692533"/>
                  <a:pt x="3894445" y="2724492"/>
                  <a:pt x="3855021" y="2724492"/>
                </a:cubicBezTo>
                <a:lnTo>
                  <a:pt x="71382" y="2724492"/>
                </a:lnTo>
                <a:cubicBezTo>
                  <a:pt x="31959" y="2724492"/>
                  <a:pt x="0" y="2692533"/>
                  <a:pt x="0" y="2653110"/>
                </a:cubicBezTo>
                <a:lnTo>
                  <a:pt x="0" y="71382"/>
                </a:lnTo>
                <a:cubicBezTo>
                  <a:pt x="0" y="31959"/>
                  <a:pt x="31959" y="0"/>
                  <a:pt x="7138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40DCED3-97B9-4FB2-980E-F7701E1135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85957" y="3570754"/>
            <a:ext cx="1962946" cy="1635794"/>
          </a:xfrm>
          <a:custGeom>
            <a:avLst/>
            <a:gdLst>
              <a:gd name="connsiteX0" fmla="*/ 85716 w 3926403"/>
              <a:gd name="connsiteY0" fmla="*/ 0 h 3271587"/>
              <a:gd name="connsiteX1" fmla="*/ 3840687 w 3926403"/>
              <a:gd name="connsiteY1" fmla="*/ 0 h 3271587"/>
              <a:gd name="connsiteX2" fmla="*/ 3926403 w 3926403"/>
              <a:gd name="connsiteY2" fmla="*/ 85716 h 3271587"/>
              <a:gd name="connsiteX3" fmla="*/ 3926403 w 3926403"/>
              <a:gd name="connsiteY3" fmla="*/ 3185871 h 3271587"/>
              <a:gd name="connsiteX4" fmla="*/ 3840687 w 3926403"/>
              <a:gd name="connsiteY4" fmla="*/ 3271587 h 3271587"/>
              <a:gd name="connsiteX5" fmla="*/ 85716 w 3926403"/>
              <a:gd name="connsiteY5" fmla="*/ 3271587 h 3271587"/>
              <a:gd name="connsiteX6" fmla="*/ 0 w 3926403"/>
              <a:gd name="connsiteY6" fmla="*/ 3185871 h 3271587"/>
              <a:gd name="connsiteX7" fmla="*/ 0 w 3926403"/>
              <a:gd name="connsiteY7" fmla="*/ 85716 h 3271587"/>
              <a:gd name="connsiteX8" fmla="*/ 85716 w 3926403"/>
              <a:gd name="connsiteY8" fmla="*/ 0 h 3271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3271587">
                <a:moveTo>
                  <a:pt x="85716" y="0"/>
                </a:moveTo>
                <a:lnTo>
                  <a:pt x="3840687" y="0"/>
                </a:lnTo>
                <a:cubicBezTo>
                  <a:pt x="3888027" y="0"/>
                  <a:pt x="3926403" y="38376"/>
                  <a:pt x="3926403" y="85716"/>
                </a:cubicBezTo>
                <a:lnTo>
                  <a:pt x="3926403" y="3185871"/>
                </a:lnTo>
                <a:cubicBezTo>
                  <a:pt x="3926403" y="3233211"/>
                  <a:pt x="3888027" y="3271587"/>
                  <a:pt x="3840687" y="3271587"/>
                </a:cubicBezTo>
                <a:lnTo>
                  <a:pt x="85716" y="3271587"/>
                </a:lnTo>
                <a:cubicBezTo>
                  <a:pt x="38376" y="3271587"/>
                  <a:pt x="0" y="3233211"/>
                  <a:pt x="0" y="3185871"/>
                </a:cubicBezTo>
                <a:lnTo>
                  <a:pt x="0" y="85716"/>
                </a:lnTo>
                <a:cubicBezTo>
                  <a:pt x="0" y="38376"/>
                  <a:pt x="38376" y="0"/>
                  <a:pt x="8571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4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2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 animBg="1"/>
          <p:bldP spid="17" grpId="0" animBg="1"/>
          <p:bldP spid="18" grpId="0" animBg="1"/>
          <p:bldP spid="1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 animBg="1"/>
          <p:bldP spid="17" grpId="0" animBg="1"/>
          <p:bldP spid="18" grpId="0" animBg="1"/>
          <p:bldP spid="16" grpId="0" animBg="1"/>
        </p:bldLst>
      </p:timing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CDD3870-C715-4C53-9585-F741A2C71E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8264" y="240572"/>
            <a:ext cx="1968910" cy="2089632"/>
          </a:xfrm>
          <a:custGeom>
            <a:avLst/>
            <a:gdLst>
              <a:gd name="connsiteX0" fmla="*/ 0 w 3938333"/>
              <a:gd name="connsiteY0" fmla="*/ 0 h 4179264"/>
              <a:gd name="connsiteX1" fmla="*/ 3747441 w 3938333"/>
              <a:gd name="connsiteY1" fmla="*/ 0 h 4179264"/>
              <a:gd name="connsiteX2" fmla="*/ 3938333 w 3938333"/>
              <a:gd name="connsiteY2" fmla="*/ 190891 h 4179264"/>
              <a:gd name="connsiteX3" fmla="*/ 3938333 w 3938333"/>
              <a:gd name="connsiteY3" fmla="*/ 4179264 h 4179264"/>
              <a:gd name="connsiteX4" fmla="*/ 0 w 3938333"/>
              <a:gd name="connsiteY4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333" h="4179264">
                <a:moveTo>
                  <a:pt x="0" y="0"/>
                </a:moveTo>
                <a:lnTo>
                  <a:pt x="3747441" y="0"/>
                </a:lnTo>
                <a:cubicBezTo>
                  <a:pt x="3852869" y="0"/>
                  <a:pt x="3938333" y="85465"/>
                  <a:pt x="3938333" y="190891"/>
                </a:cubicBezTo>
                <a:lnTo>
                  <a:pt x="393833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4FBAD0B-42CC-4583-8C90-F737428277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4110" y="240572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B92AA44-3056-4640-AE83-0BC4C1BCB8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7707" y="2384184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16F2E8-B18C-43CB-A260-74ED835B6F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84826" y="2384184"/>
            <a:ext cx="1968910" cy="2089632"/>
          </a:xfrm>
          <a:custGeom>
            <a:avLst/>
            <a:gdLst>
              <a:gd name="connsiteX0" fmla="*/ 0 w 3938333"/>
              <a:gd name="connsiteY0" fmla="*/ 0 h 4179264"/>
              <a:gd name="connsiteX1" fmla="*/ 3938333 w 3938333"/>
              <a:gd name="connsiteY1" fmla="*/ 0 h 4179264"/>
              <a:gd name="connsiteX2" fmla="*/ 3938333 w 3938333"/>
              <a:gd name="connsiteY2" fmla="*/ 4179264 h 4179264"/>
              <a:gd name="connsiteX3" fmla="*/ 0 w 393833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333" h="4179264">
                <a:moveTo>
                  <a:pt x="0" y="0"/>
                </a:moveTo>
                <a:lnTo>
                  <a:pt x="3938333" y="0"/>
                </a:lnTo>
                <a:lnTo>
                  <a:pt x="393833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3A3784B9-508A-4B75-9D7E-381A78C381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24110" y="4527795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9F0F9EF-53B4-4A2C-B472-A90B22C56F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8264" y="4527795"/>
            <a:ext cx="1968910" cy="2089632"/>
          </a:xfrm>
          <a:custGeom>
            <a:avLst/>
            <a:gdLst>
              <a:gd name="connsiteX0" fmla="*/ 0 w 3938333"/>
              <a:gd name="connsiteY0" fmla="*/ 0 h 4179264"/>
              <a:gd name="connsiteX1" fmla="*/ 3938333 w 3938333"/>
              <a:gd name="connsiteY1" fmla="*/ 0 h 4179264"/>
              <a:gd name="connsiteX2" fmla="*/ 3938333 w 3938333"/>
              <a:gd name="connsiteY2" fmla="*/ 3988373 h 4179264"/>
              <a:gd name="connsiteX3" fmla="*/ 3747441 w 3938333"/>
              <a:gd name="connsiteY3" fmla="*/ 4179264 h 4179264"/>
              <a:gd name="connsiteX4" fmla="*/ 0 w 3938333"/>
              <a:gd name="connsiteY4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333" h="4179264">
                <a:moveTo>
                  <a:pt x="0" y="0"/>
                </a:moveTo>
                <a:lnTo>
                  <a:pt x="3938333" y="0"/>
                </a:lnTo>
                <a:lnTo>
                  <a:pt x="3938333" y="3988373"/>
                </a:lnTo>
                <a:cubicBezTo>
                  <a:pt x="3938333" y="4093799"/>
                  <a:pt x="3852869" y="4179264"/>
                  <a:pt x="3747441" y="4179264"/>
                </a:cubicBez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7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2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</p:bldLst>
      </p:timing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B1939E0-D85C-4041-A6CB-C8E42A6813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87808" y="1312379"/>
            <a:ext cx="1968910" cy="2089632"/>
          </a:xfrm>
          <a:custGeom>
            <a:avLst/>
            <a:gdLst>
              <a:gd name="connsiteX0" fmla="*/ 190891 w 3938333"/>
              <a:gd name="connsiteY0" fmla="*/ 0 h 4179264"/>
              <a:gd name="connsiteX1" fmla="*/ 3938333 w 3938333"/>
              <a:gd name="connsiteY1" fmla="*/ 0 h 4179264"/>
              <a:gd name="connsiteX2" fmla="*/ 3938333 w 3938333"/>
              <a:gd name="connsiteY2" fmla="*/ 4179264 h 4179264"/>
              <a:gd name="connsiteX3" fmla="*/ 0 w 3938333"/>
              <a:gd name="connsiteY3" fmla="*/ 4179264 h 4179264"/>
              <a:gd name="connsiteX4" fmla="*/ 0 w 3938333"/>
              <a:gd name="connsiteY4" fmla="*/ 190891 h 4179264"/>
              <a:gd name="connsiteX5" fmla="*/ 190891 w 3938333"/>
              <a:gd name="connsiteY5" fmla="*/ 0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38333" h="4179264">
                <a:moveTo>
                  <a:pt x="190891" y="0"/>
                </a:moveTo>
                <a:lnTo>
                  <a:pt x="3938333" y="0"/>
                </a:lnTo>
                <a:lnTo>
                  <a:pt x="3938333" y="4179264"/>
                </a:lnTo>
                <a:lnTo>
                  <a:pt x="0" y="4179264"/>
                </a:lnTo>
                <a:lnTo>
                  <a:pt x="0" y="190891"/>
                </a:lnTo>
                <a:cubicBezTo>
                  <a:pt x="0" y="85465"/>
                  <a:pt x="85465" y="0"/>
                  <a:pt x="19089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20C1A15-ACE5-49D1-A3F6-63C8F5FF1E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0689" y="3455990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6C758D-179E-4D6D-A1BC-2C48452E9B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7092" y="1312379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98BD8D6-CA9B-4100-B7C2-C1BF996853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41246" y="3455990"/>
            <a:ext cx="1968910" cy="2089632"/>
          </a:xfrm>
          <a:custGeom>
            <a:avLst/>
            <a:gdLst>
              <a:gd name="connsiteX0" fmla="*/ 0 w 3938332"/>
              <a:gd name="connsiteY0" fmla="*/ 0 h 4179264"/>
              <a:gd name="connsiteX1" fmla="*/ 3938332 w 3938332"/>
              <a:gd name="connsiteY1" fmla="*/ 0 h 4179264"/>
              <a:gd name="connsiteX2" fmla="*/ 3938332 w 3938332"/>
              <a:gd name="connsiteY2" fmla="*/ 3988373 h 4179264"/>
              <a:gd name="connsiteX3" fmla="*/ 3747442 w 3938332"/>
              <a:gd name="connsiteY3" fmla="*/ 4179264 h 4179264"/>
              <a:gd name="connsiteX4" fmla="*/ 0 w 3938332"/>
              <a:gd name="connsiteY4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332" h="4179264">
                <a:moveTo>
                  <a:pt x="0" y="0"/>
                </a:moveTo>
                <a:lnTo>
                  <a:pt x="3938332" y="0"/>
                </a:lnTo>
                <a:lnTo>
                  <a:pt x="3938332" y="3988373"/>
                </a:lnTo>
                <a:cubicBezTo>
                  <a:pt x="3938332" y="4093799"/>
                  <a:pt x="3852868" y="4179264"/>
                  <a:pt x="3747442" y="4179264"/>
                </a:cubicBez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3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6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11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12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6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15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16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6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3" grpId="0" animBg="1"/>
          <p:bldP spid="14" grpId="0" animBg="1"/>
          <p:bldP spid="1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3" grpId="0" animBg="1"/>
          <p:bldP spid="14" grpId="0" animBg="1"/>
          <p:bldP spid="16" grpId="0" animBg="1"/>
        </p:bldLst>
      </p:timing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45E64E0-0597-4664-9648-1BD35C5B2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12739" y="971550"/>
            <a:ext cx="2479794" cy="1210578"/>
          </a:xfrm>
          <a:custGeom>
            <a:avLst/>
            <a:gdLst>
              <a:gd name="connsiteX0" fmla="*/ 173670 w 4960234"/>
              <a:gd name="connsiteY0" fmla="*/ 0 h 2421156"/>
              <a:gd name="connsiteX1" fmla="*/ 4786564 w 4960234"/>
              <a:gd name="connsiteY1" fmla="*/ 0 h 2421156"/>
              <a:gd name="connsiteX2" fmla="*/ 4960234 w 4960234"/>
              <a:gd name="connsiteY2" fmla="*/ 173670 h 2421156"/>
              <a:gd name="connsiteX3" fmla="*/ 4960234 w 4960234"/>
              <a:gd name="connsiteY3" fmla="*/ 2247486 h 2421156"/>
              <a:gd name="connsiteX4" fmla="*/ 4786564 w 4960234"/>
              <a:gd name="connsiteY4" fmla="*/ 2421156 h 2421156"/>
              <a:gd name="connsiteX5" fmla="*/ 173670 w 4960234"/>
              <a:gd name="connsiteY5" fmla="*/ 2421156 h 2421156"/>
              <a:gd name="connsiteX6" fmla="*/ 0 w 4960234"/>
              <a:gd name="connsiteY6" fmla="*/ 2247486 h 2421156"/>
              <a:gd name="connsiteX7" fmla="*/ 0 w 4960234"/>
              <a:gd name="connsiteY7" fmla="*/ 173670 h 2421156"/>
              <a:gd name="connsiteX8" fmla="*/ 173670 w 4960234"/>
              <a:gd name="connsiteY8" fmla="*/ 0 h 242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0234" h="2421156">
                <a:moveTo>
                  <a:pt x="173670" y="0"/>
                </a:moveTo>
                <a:lnTo>
                  <a:pt x="4786564" y="0"/>
                </a:lnTo>
                <a:cubicBezTo>
                  <a:pt x="4882479" y="0"/>
                  <a:pt x="4960234" y="77755"/>
                  <a:pt x="4960234" y="173670"/>
                </a:cubicBezTo>
                <a:lnTo>
                  <a:pt x="4960234" y="2247486"/>
                </a:lnTo>
                <a:cubicBezTo>
                  <a:pt x="4960234" y="2343401"/>
                  <a:pt x="4882479" y="2421156"/>
                  <a:pt x="4786564" y="2421156"/>
                </a:cubicBezTo>
                <a:lnTo>
                  <a:pt x="173670" y="2421156"/>
                </a:lnTo>
                <a:cubicBezTo>
                  <a:pt x="77755" y="2421156"/>
                  <a:pt x="0" y="2343401"/>
                  <a:pt x="0" y="2247486"/>
                </a:cubicBezTo>
                <a:lnTo>
                  <a:pt x="0" y="173670"/>
                </a:lnTo>
                <a:cubicBezTo>
                  <a:pt x="0" y="77755"/>
                  <a:pt x="77755" y="0"/>
                  <a:pt x="17367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0F6E29-965E-405A-ACD8-51499D9C54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2739" y="3081903"/>
            <a:ext cx="2479794" cy="2804548"/>
          </a:xfrm>
          <a:custGeom>
            <a:avLst/>
            <a:gdLst>
              <a:gd name="connsiteX0" fmla="*/ 190969 w 4960234"/>
              <a:gd name="connsiteY0" fmla="*/ 0 h 5609095"/>
              <a:gd name="connsiteX1" fmla="*/ 4769265 w 4960234"/>
              <a:gd name="connsiteY1" fmla="*/ 0 h 5609095"/>
              <a:gd name="connsiteX2" fmla="*/ 4960234 w 4960234"/>
              <a:gd name="connsiteY2" fmla="*/ 190969 h 5609095"/>
              <a:gd name="connsiteX3" fmla="*/ 4960234 w 4960234"/>
              <a:gd name="connsiteY3" fmla="*/ 5418126 h 5609095"/>
              <a:gd name="connsiteX4" fmla="*/ 4769265 w 4960234"/>
              <a:gd name="connsiteY4" fmla="*/ 5609095 h 5609095"/>
              <a:gd name="connsiteX5" fmla="*/ 190969 w 4960234"/>
              <a:gd name="connsiteY5" fmla="*/ 5609095 h 5609095"/>
              <a:gd name="connsiteX6" fmla="*/ 0 w 4960234"/>
              <a:gd name="connsiteY6" fmla="*/ 5418126 h 5609095"/>
              <a:gd name="connsiteX7" fmla="*/ 0 w 4960234"/>
              <a:gd name="connsiteY7" fmla="*/ 190969 h 5609095"/>
              <a:gd name="connsiteX8" fmla="*/ 190969 w 4960234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0234" h="5609095">
                <a:moveTo>
                  <a:pt x="190969" y="0"/>
                </a:moveTo>
                <a:lnTo>
                  <a:pt x="4769265" y="0"/>
                </a:lnTo>
                <a:cubicBezTo>
                  <a:pt x="4874734" y="0"/>
                  <a:pt x="4960234" y="85500"/>
                  <a:pt x="4960234" y="190969"/>
                </a:cubicBezTo>
                <a:lnTo>
                  <a:pt x="4960234" y="5418126"/>
                </a:lnTo>
                <a:cubicBezTo>
                  <a:pt x="4960234" y="5523595"/>
                  <a:pt x="4874734" y="5609095"/>
                  <a:pt x="4769265" y="5609095"/>
                </a:cubicBezTo>
                <a:lnTo>
                  <a:pt x="190969" y="5609095"/>
                </a:lnTo>
                <a:cubicBezTo>
                  <a:pt x="85500" y="5609095"/>
                  <a:pt x="0" y="5523595"/>
                  <a:pt x="0" y="5418126"/>
                </a:cubicBezTo>
                <a:lnTo>
                  <a:pt x="0" y="190969"/>
                </a:lnTo>
                <a:cubicBezTo>
                  <a:pt x="0" y="85500"/>
                  <a:pt x="85500" y="0"/>
                  <a:pt x="19096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A7F1DC-1970-4B9F-9275-55D80C602D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46506" y="971550"/>
            <a:ext cx="2489391" cy="2804548"/>
          </a:xfrm>
          <a:custGeom>
            <a:avLst/>
            <a:gdLst>
              <a:gd name="connsiteX0" fmla="*/ 135341 w 4979431"/>
              <a:gd name="connsiteY0" fmla="*/ 0 h 5609095"/>
              <a:gd name="connsiteX1" fmla="*/ 4844090 w 4979431"/>
              <a:gd name="connsiteY1" fmla="*/ 0 h 5609095"/>
              <a:gd name="connsiteX2" fmla="*/ 4979431 w 4979431"/>
              <a:gd name="connsiteY2" fmla="*/ 135341 h 5609095"/>
              <a:gd name="connsiteX3" fmla="*/ 4979431 w 4979431"/>
              <a:gd name="connsiteY3" fmla="*/ 5473754 h 5609095"/>
              <a:gd name="connsiteX4" fmla="*/ 4844090 w 4979431"/>
              <a:gd name="connsiteY4" fmla="*/ 5609095 h 5609095"/>
              <a:gd name="connsiteX5" fmla="*/ 135341 w 4979431"/>
              <a:gd name="connsiteY5" fmla="*/ 5609095 h 5609095"/>
              <a:gd name="connsiteX6" fmla="*/ 0 w 4979431"/>
              <a:gd name="connsiteY6" fmla="*/ 5473754 h 5609095"/>
              <a:gd name="connsiteX7" fmla="*/ 0 w 4979431"/>
              <a:gd name="connsiteY7" fmla="*/ 135341 h 5609095"/>
              <a:gd name="connsiteX8" fmla="*/ 135341 w 4979431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79431" h="5609095">
                <a:moveTo>
                  <a:pt x="135341" y="0"/>
                </a:moveTo>
                <a:lnTo>
                  <a:pt x="4844090" y="0"/>
                </a:lnTo>
                <a:cubicBezTo>
                  <a:pt x="4918837" y="0"/>
                  <a:pt x="4979431" y="60594"/>
                  <a:pt x="4979431" y="135341"/>
                </a:cubicBezTo>
                <a:lnTo>
                  <a:pt x="4979431" y="5473754"/>
                </a:lnTo>
                <a:cubicBezTo>
                  <a:pt x="4979431" y="5548501"/>
                  <a:pt x="4918837" y="5609095"/>
                  <a:pt x="4844090" y="5609095"/>
                </a:cubicBezTo>
                <a:lnTo>
                  <a:pt x="135341" y="5609095"/>
                </a:lnTo>
                <a:cubicBezTo>
                  <a:pt x="60594" y="5609095"/>
                  <a:pt x="0" y="5548501"/>
                  <a:pt x="0" y="5473754"/>
                </a:cubicBezTo>
                <a:lnTo>
                  <a:pt x="0" y="135341"/>
                </a:lnTo>
                <a:cubicBezTo>
                  <a:pt x="0" y="60594"/>
                  <a:pt x="60594" y="0"/>
                  <a:pt x="13534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da</a:t>
            </a:r>
          </a:p>
        </p:txBody>
      </p:sp>
    </p:spTree>
    <p:extLst>
      <p:ext uri="{BB962C8B-B14F-4D97-AF65-F5344CB8AC3E}">
        <p14:creationId xmlns:p14="http://schemas.microsoft.com/office/powerpoint/2010/main" val="324706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F0C0D1-6B4D-42D5-8D91-8BD223553E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41932" y="1146149"/>
            <a:ext cx="2479794" cy="1707176"/>
          </a:xfrm>
          <a:custGeom>
            <a:avLst/>
            <a:gdLst>
              <a:gd name="connsiteX0" fmla="*/ 92802 w 4960234"/>
              <a:gd name="connsiteY0" fmla="*/ 0 h 3414351"/>
              <a:gd name="connsiteX1" fmla="*/ 4867432 w 4960234"/>
              <a:gd name="connsiteY1" fmla="*/ 0 h 3414351"/>
              <a:gd name="connsiteX2" fmla="*/ 4960234 w 4960234"/>
              <a:gd name="connsiteY2" fmla="*/ 92802 h 3414351"/>
              <a:gd name="connsiteX3" fmla="*/ 4960234 w 4960234"/>
              <a:gd name="connsiteY3" fmla="*/ 3321549 h 3414351"/>
              <a:gd name="connsiteX4" fmla="*/ 4867432 w 4960234"/>
              <a:gd name="connsiteY4" fmla="*/ 3414351 h 3414351"/>
              <a:gd name="connsiteX5" fmla="*/ 92802 w 4960234"/>
              <a:gd name="connsiteY5" fmla="*/ 3414351 h 3414351"/>
              <a:gd name="connsiteX6" fmla="*/ 0 w 4960234"/>
              <a:gd name="connsiteY6" fmla="*/ 3321549 h 3414351"/>
              <a:gd name="connsiteX7" fmla="*/ 0 w 4960234"/>
              <a:gd name="connsiteY7" fmla="*/ 92802 h 3414351"/>
              <a:gd name="connsiteX8" fmla="*/ 92802 w 4960234"/>
              <a:gd name="connsiteY8" fmla="*/ 0 h 341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0234" h="3414351">
                <a:moveTo>
                  <a:pt x="92802" y="0"/>
                </a:moveTo>
                <a:lnTo>
                  <a:pt x="4867432" y="0"/>
                </a:lnTo>
                <a:cubicBezTo>
                  <a:pt x="4918685" y="0"/>
                  <a:pt x="4960234" y="41549"/>
                  <a:pt x="4960234" y="92802"/>
                </a:cubicBezTo>
                <a:lnTo>
                  <a:pt x="4960234" y="3321549"/>
                </a:lnTo>
                <a:cubicBezTo>
                  <a:pt x="4960234" y="3372802"/>
                  <a:pt x="4918685" y="3414351"/>
                  <a:pt x="4867432" y="3414351"/>
                </a:cubicBezTo>
                <a:lnTo>
                  <a:pt x="92802" y="3414351"/>
                </a:lnTo>
                <a:cubicBezTo>
                  <a:pt x="41549" y="3414351"/>
                  <a:pt x="0" y="3372802"/>
                  <a:pt x="0" y="3321549"/>
                </a:cubicBezTo>
                <a:lnTo>
                  <a:pt x="0" y="92802"/>
                </a:lnTo>
                <a:cubicBezTo>
                  <a:pt x="0" y="41549"/>
                  <a:pt x="41549" y="0"/>
                  <a:pt x="9280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6F46C20-1F68-403F-AC9A-90B3E0EBA5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6623" y="2907304"/>
            <a:ext cx="1996953" cy="2804548"/>
          </a:xfrm>
          <a:custGeom>
            <a:avLst/>
            <a:gdLst>
              <a:gd name="connsiteX0" fmla="*/ 108568 w 3994426"/>
              <a:gd name="connsiteY0" fmla="*/ 0 h 5609095"/>
              <a:gd name="connsiteX1" fmla="*/ 3885858 w 3994426"/>
              <a:gd name="connsiteY1" fmla="*/ 0 h 5609095"/>
              <a:gd name="connsiteX2" fmla="*/ 3994426 w 3994426"/>
              <a:gd name="connsiteY2" fmla="*/ 108568 h 5609095"/>
              <a:gd name="connsiteX3" fmla="*/ 3994426 w 3994426"/>
              <a:gd name="connsiteY3" fmla="*/ 5500527 h 5609095"/>
              <a:gd name="connsiteX4" fmla="*/ 3885858 w 3994426"/>
              <a:gd name="connsiteY4" fmla="*/ 5609095 h 5609095"/>
              <a:gd name="connsiteX5" fmla="*/ 108568 w 3994426"/>
              <a:gd name="connsiteY5" fmla="*/ 5609095 h 5609095"/>
              <a:gd name="connsiteX6" fmla="*/ 0 w 3994426"/>
              <a:gd name="connsiteY6" fmla="*/ 5500527 h 5609095"/>
              <a:gd name="connsiteX7" fmla="*/ 0 w 3994426"/>
              <a:gd name="connsiteY7" fmla="*/ 108568 h 5609095"/>
              <a:gd name="connsiteX8" fmla="*/ 108568 w 3994426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94426" h="5609095">
                <a:moveTo>
                  <a:pt x="108568" y="0"/>
                </a:moveTo>
                <a:lnTo>
                  <a:pt x="3885858" y="0"/>
                </a:lnTo>
                <a:cubicBezTo>
                  <a:pt x="3945818" y="0"/>
                  <a:pt x="3994426" y="48608"/>
                  <a:pt x="3994426" y="108568"/>
                </a:cubicBezTo>
                <a:lnTo>
                  <a:pt x="3994426" y="5500527"/>
                </a:lnTo>
                <a:cubicBezTo>
                  <a:pt x="3994426" y="5560487"/>
                  <a:pt x="3945818" y="5609095"/>
                  <a:pt x="3885858" y="5609095"/>
                </a:cubicBezTo>
                <a:lnTo>
                  <a:pt x="108568" y="5609095"/>
                </a:lnTo>
                <a:cubicBezTo>
                  <a:pt x="48608" y="5609095"/>
                  <a:pt x="0" y="5560487"/>
                  <a:pt x="0" y="5500527"/>
                </a:cubicBezTo>
                <a:lnTo>
                  <a:pt x="0" y="108568"/>
                </a:lnTo>
                <a:cubicBezTo>
                  <a:pt x="0" y="48608"/>
                  <a:pt x="48608" y="0"/>
                  <a:pt x="1085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reflection blurRad="241300" stA="45000" endPos="65000" dist="50800" dir="5400000" sy="-100000" algn="bl" rotWithShape="0"/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AAD9279-7C04-442F-8D30-E26DF7D4A9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77548" y="2907304"/>
            <a:ext cx="1872519" cy="2804548"/>
          </a:xfrm>
          <a:custGeom>
            <a:avLst/>
            <a:gdLst>
              <a:gd name="connsiteX0" fmla="*/ 101804 w 3745526"/>
              <a:gd name="connsiteY0" fmla="*/ 0 h 5609095"/>
              <a:gd name="connsiteX1" fmla="*/ 3643724 w 3745526"/>
              <a:gd name="connsiteY1" fmla="*/ 0 h 5609095"/>
              <a:gd name="connsiteX2" fmla="*/ 3745526 w 3745526"/>
              <a:gd name="connsiteY2" fmla="*/ 101803 h 5609095"/>
              <a:gd name="connsiteX3" fmla="*/ 3745526 w 3745526"/>
              <a:gd name="connsiteY3" fmla="*/ 5507292 h 5609095"/>
              <a:gd name="connsiteX4" fmla="*/ 3643724 w 3745526"/>
              <a:gd name="connsiteY4" fmla="*/ 5609095 h 5609095"/>
              <a:gd name="connsiteX5" fmla="*/ 101804 w 3745526"/>
              <a:gd name="connsiteY5" fmla="*/ 5609095 h 5609095"/>
              <a:gd name="connsiteX6" fmla="*/ 0 w 3745526"/>
              <a:gd name="connsiteY6" fmla="*/ 5507292 h 5609095"/>
              <a:gd name="connsiteX7" fmla="*/ 0 w 3745526"/>
              <a:gd name="connsiteY7" fmla="*/ 101803 h 5609095"/>
              <a:gd name="connsiteX8" fmla="*/ 101804 w 3745526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45526" h="5609095">
                <a:moveTo>
                  <a:pt x="101804" y="0"/>
                </a:moveTo>
                <a:lnTo>
                  <a:pt x="3643724" y="0"/>
                </a:lnTo>
                <a:cubicBezTo>
                  <a:pt x="3699948" y="0"/>
                  <a:pt x="3745526" y="45579"/>
                  <a:pt x="3745526" y="101803"/>
                </a:cubicBezTo>
                <a:lnTo>
                  <a:pt x="3745526" y="5507292"/>
                </a:lnTo>
                <a:cubicBezTo>
                  <a:pt x="3745526" y="5563516"/>
                  <a:pt x="3699948" y="5609095"/>
                  <a:pt x="3643724" y="5609095"/>
                </a:cubicBezTo>
                <a:lnTo>
                  <a:pt x="101804" y="5609095"/>
                </a:lnTo>
                <a:cubicBezTo>
                  <a:pt x="45580" y="5609095"/>
                  <a:pt x="0" y="5563516"/>
                  <a:pt x="0" y="5507292"/>
                </a:cubicBezTo>
                <a:lnTo>
                  <a:pt x="0" y="101803"/>
                </a:lnTo>
                <a:cubicBezTo>
                  <a:pt x="0" y="45579"/>
                  <a:pt x="45580" y="0"/>
                  <a:pt x="10180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reflection blurRad="241300" stA="45000" endPos="65000" dist="50800" dir="5400000" sy="-100000" algn="bl" rotWithShape="0"/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4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E461B1-A8FB-486F-AEB2-28BCCDA011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2" y="0"/>
            <a:ext cx="10628516" cy="3429000"/>
          </a:xfrm>
          <a:custGeom>
            <a:avLst/>
            <a:gdLst>
              <a:gd name="connsiteX0" fmla="*/ 0 w 21259800"/>
              <a:gd name="connsiteY0" fmla="*/ 0 h 6858000"/>
              <a:gd name="connsiteX1" fmla="*/ 21259800 w 21259800"/>
              <a:gd name="connsiteY1" fmla="*/ 0 h 6858000"/>
              <a:gd name="connsiteX2" fmla="*/ 21259800 w 21259800"/>
              <a:gd name="connsiteY2" fmla="*/ 6858000 h 6858000"/>
              <a:gd name="connsiteX3" fmla="*/ 0 w 21259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9800" h="6858000">
                <a:moveTo>
                  <a:pt x="0" y="0"/>
                </a:moveTo>
                <a:lnTo>
                  <a:pt x="21259800" y="0"/>
                </a:lnTo>
                <a:lnTo>
                  <a:pt x="212598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7246444-38D4-4861-9E94-2214F5B43D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03042" y="3428999"/>
            <a:ext cx="1889681" cy="2743201"/>
          </a:xfrm>
          <a:custGeom>
            <a:avLst/>
            <a:gdLst>
              <a:gd name="connsiteX0" fmla="*/ 0 w 3779854"/>
              <a:gd name="connsiteY0" fmla="*/ 0 h 5486401"/>
              <a:gd name="connsiteX1" fmla="*/ 3779854 w 3779854"/>
              <a:gd name="connsiteY1" fmla="*/ 0 h 5486401"/>
              <a:gd name="connsiteX2" fmla="*/ 3779854 w 3779854"/>
              <a:gd name="connsiteY2" fmla="*/ 5486401 h 5486401"/>
              <a:gd name="connsiteX3" fmla="*/ 475732 w 3779854"/>
              <a:gd name="connsiteY3" fmla="*/ 5486401 h 5486401"/>
              <a:gd name="connsiteX4" fmla="*/ 0 w 3779854"/>
              <a:gd name="connsiteY4" fmla="*/ 5010669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9854" h="5486401">
                <a:moveTo>
                  <a:pt x="0" y="0"/>
                </a:moveTo>
                <a:lnTo>
                  <a:pt x="3779854" y="0"/>
                </a:lnTo>
                <a:lnTo>
                  <a:pt x="3779854" y="5486401"/>
                </a:lnTo>
                <a:lnTo>
                  <a:pt x="475732" y="5486401"/>
                </a:lnTo>
                <a:cubicBezTo>
                  <a:pt x="212992" y="5486401"/>
                  <a:pt x="0" y="5273409"/>
                  <a:pt x="0" y="5010669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46DAFC8-F3E7-48B9-923A-FD1F401E6F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92723" y="3428998"/>
            <a:ext cx="1903277" cy="2743202"/>
          </a:xfrm>
          <a:custGeom>
            <a:avLst/>
            <a:gdLst>
              <a:gd name="connsiteX0" fmla="*/ 0 w 3807049"/>
              <a:gd name="connsiteY0" fmla="*/ 0 h 5486403"/>
              <a:gd name="connsiteX1" fmla="*/ 3807049 w 3807049"/>
              <a:gd name="connsiteY1" fmla="*/ 0 h 5486403"/>
              <a:gd name="connsiteX2" fmla="*/ 3807049 w 3807049"/>
              <a:gd name="connsiteY2" fmla="*/ 5486403 h 5486403"/>
              <a:gd name="connsiteX3" fmla="*/ 0 w 3807049"/>
              <a:gd name="connsiteY3" fmla="*/ 5486403 h 5486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7049" h="5486403">
                <a:moveTo>
                  <a:pt x="0" y="0"/>
                </a:moveTo>
                <a:lnTo>
                  <a:pt x="3807049" y="0"/>
                </a:lnTo>
                <a:lnTo>
                  <a:pt x="3807049" y="5486403"/>
                </a:lnTo>
                <a:lnTo>
                  <a:pt x="0" y="54864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BD2714F-1785-4F7D-B146-CB418D7FC4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8997"/>
            <a:ext cx="3792958" cy="2743201"/>
          </a:xfrm>
          <a:custGeom>
            <a:avLst/>
            <a:gdLst>
              <a:gd name="connsiteX0" fmla="*/ 0 w 7586904"/>
              <a:gd name="connsiteY0" fmla="*/ 0 h 5486401"/>
              <a:gd name="connsiteX1" fmla="*/ 7586904 w 7586904"/>
              <a:gd name="connsiteY1" fmla="*/ 0 h 5486401"/>
              <a:gd name="connsiteX2" fmla="*/ 7586904 w 7586904"/>
              <a:gd name="connsiteY2" fmla="*/ 4795883 h 5486401"/>
              <a:gd name="connsiteX3" fmla="*/ 6896384 w 7586904"/>
              <a:gd name="connsiteY3" fmla="*/ 5486401 h 5486401"/>
              <a:gd name="connsiteX4" fmla="*/ 0 w 7586904"/>
              <a:gd name="connsiteY4" fmla="*/ 5486401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6904" h="5486401">
                <a:moveTo>
                  <a:pt x="0" y="0"/>
                </a:moveTo>
                <a:lnTo>
                  <a:pt x="7586904" y="0"/>
                </a:lnTo>
                <a:lnTo>
                  <a:pt x="7586904" y="4795883"/>
                </a:lnTo>
                <a:cubicBezTo>
                  <a:pt x="7586904" y="5177246"/>
                  <a:pt x="7277748" y="5486401"/>
                  <a:pt x="6896384" y="5486401"/>
                </a:cubicBezTo>
                <a:lnTo>
                  <a:pt x="0" y="54864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6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15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F82B0E3D-837A-411E-ABDD-AB99B72FC554}"/>
              </a:ext>
            </a:extLst>
          </p:cNvPr>
          <p:cNvSpPr/>
          <p:nvPr/>
        </p:nvSpPr>
        <p:spPr>
          <a:xfrm rot="10800000">
            <a:off x="781742" y="0"/>
            <a:ext cx="10628516" cy="6172200"/>
          </a:xfrm>
          <a:prstGeom prst="round2SameRect">
            <a:avLst>
              <a:gd name="adj1" fmla="val 2415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2355578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10C5212-174D-4440-9F25-1BA51A40D6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65170" y="885741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EB6247F-1EBF-4AB3-834F-BDBD5C591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5170" y="2177725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D43D92-99D1-40E3-BF57-798A5E0F03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65170" y="3469709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64CF7A3-BE12-472A-AF27-CF27257CDB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65170" y="4761693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7950C93-CBCD-40C9-9F9E-4B5673CC74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61516" y="1182143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60594C5E-0C9A-45A6-9F61-CACF42FC18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2424" y="1182143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D302998-AECE-4217-8C7F-562D445DCB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3334" y="1182143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84ADD14-A3D7-4F67-A4EB-9B2FE588C9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61516" y="2723747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E41521E-C06E-4D0E-A3A6-45A879C7DB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02424" y="2723747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D675A9D-DF1E-4EF0-900D-AD3085ECFC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43334" y="2723747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3268EE-6C21-4469-92FC-AB5A5F1BFC2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61516" y="4265351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EF1324C-2C93-4135-83A3-1B6933A0E92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02424" y="4265351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172CA72-A160-4F89-B462-9B005CF14B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43334" y="4265351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0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C964FCC-9482-4CD6-9BC7-9F91C695B6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2" y="829672"/>
            <a:ext cx="2789129" cy="1675655"/>
          </a:xfrm>
          <a:custGeom>
            <a:avLst/>
            <a:gdLst>
              <a:gd name="connsiteX0" fmla="*/ 0 w 5578984"/>
              <a:gd name="connsiteY0" fmla="*/ 0 h 3351309"/>
              <a:gd name="connsiteX1" fmla="*/ 5578984 w 5578984"/>
              <a:gd name="connsiteY1" fmla="*/ 0 h 3351309"/>
              <a:gd name="connsiteX2" fmla="*/ 5578984 w 5578984"/>
              <a:gd name="connsiteY2" fmla="*/ 3351309 h 3351309"/>
              <a:gd name="connsiteX3" fmla="*/ 0 w 5578984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8984" h="3351309">
                <a:moveTo>
                  <a:pt x="0" y="0"/>
                </a:moveTo>
                <a:lnTo>
                  <a:pt x="5578984" y="0"/>
                </a:lnTo>
                <a:lnTo>
                  <a:pt x="5578984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BBC5325-AF23-4B38-A560-00A7930EDB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707" y="829672"/>
            <a:ext cx="2439293" cy="1675655"/>
          </a:xfrm>
          <a:custGeom>
            <a:avLst/>
            <a:gdLst>
              <a:gd name="connsiteX0" fmla="*/ 0 w 4879221"/>
              <a:gd name="connsiteY0" fmla="*/ 0 h 3351309"/>
              <a:gd name="connsiteX1" fmla="*/ 4879221 w 4879221"/>
              <a:gd name="connsiteY1" fmla="*/ 0 h 3351309"/>
              <a:gd name="connsiteX2" fmla="*/ 4879221 w 4879221"/>
              <a:gd name="connsiteY2" fmla="*/ 3351309 h 3351309"/>
              <a:gd name="connsiteX3" fmla="*/ 0 w 4879221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9221" h="3351309">
                <a:moveTo>
                  <a:pt x="0" y="0"/>
                </a:moveTo>
                <a:lnTo>
                  <a:pt x="4879221" y="0"/>
                </a:lnTo>
                <a:lnTo>
                  <a:pt x="4879221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DC358AC-17FC-4CBD-B3CD-A852A5E274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1742" y="2591173"/>
            <a:ext cx="1716973" cy="1675655"/>
          </a:xfrm>
          <a:custGeom>
            <a:avLst/>
            <a:gdLst>
              <a:gd name="connsiteX0" fmla="*/ 0 w 3434394"/>
              <a:gd name="connsiteY0" fmla="*/ 0 h 3351309"/>
              <a:gd name="connsiteX1" fmla="*/ 3434394 w 3434394"/>
              <a:gd name="connsiteY1" fmla="*/ 0 h 3351309"/>
              <a:gd name="connsiteX2" fmla="*/ 3434394 w 3434394"/>
              <a:gd name="connsiteY2" fmla="*/ 3351309 h 3351309"/>
              <a:gd name="connsiteX3" fmla="*/ 0 w 3434394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394" h="3351309">
                <a:moveTo>
                  <a:pt x="0" y="0"/>
                </a:moveTo>
                <a:lnTo>
                  <a:pt x="3434394" y="0"/>
                </a:lnTo>
                <a:lnTo>
                  <a:pt x="3434394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BBF81E2-3DF4-4B6A-9014-5C226F2AD0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84552" y="2591173"/>
            <a:ext cx="4626192" cy="1675655"/>
          </a:xfrm>
          <a:custGeom>
            <a:avLst/>
            <a:gdLst>
              <a:gd name="connsiteX0" fmla="*/ 0 w 9253589"/>
              <a:gd name="connsiteY0" fmla="*/ 0 h 3351309"/>
              <a:gd name="connsiteX1" fmla="*/ 9253589 w 9253589"/>
              <a:gd name="connsiteY1" fmla="*/ 0 h 3351309"/>
              <a:gd name="connsiteX2" fmla="*/ 9253589 w 9253589"/>
              <a:gd name="connsiteY2" fmla="*/ 3351309 h 3351309"/>
              <a:gd name="connsiteX3" fmla="*/ 0 w 9253589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53589" h="3351309">
                <a:moveTo>
                  <a:pt x="0" y="0"/>
                </a:moveTo>
                <a:lnTo>
                  <a:pt x="9253589" y="0"/>
                </a:lnTo>
                <a:lnTo>
                  <a:pt x="9253589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241E551-A7EA-48E4-907C-5968FE7D03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743" y="4352675"/>
            <a:ext cx="3203142" cy="1675655"/>
          </a:xfrm>
          <a:custGeom>
            <a:avLst/>
            <a:gdLst>
              <a:gd name="connsiteX0" fmla="*/ 0 w 6407119"/>
              <a:gd name="connsiteY0" fmla="*/ 0 h 3351309"/>
              <a:gd name="connsiteX1" fmla="*/ 6407119 w 6407119"/>
              <a:gd name="connsiteY1" fmla="*/ 0 h 3351309"/>
              <a:gd name="connsiteX2" fmla="*/ 6407119 w 6407119"/>
              <a:gd name="connsiteY2" fmla="*/ 3351309 h 3351309"/>
              <a:gd name="connsiteX3" fmla="*/ 0 w 6407119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07119" h="3351309">
                <a:moveTo>
                  <a:pt x="0" y="0"/>
                </a:moveTo>
                <a:lnTo>
                  <a:pt x="6407119" y="0"/>
                </a:lnTo>
                <a:lnTo>
                  <a:pt x="6407119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8C7694D-D583-4662-A6EE-9C378074EC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70720" y="4352675"/>
            <a:ext cx="2795012" cy="1675655"/>
          </a:xfrm>
          <a:custGeom>
            <a:avLst/>
            <a:gdLst>
              <a:gd name="connsiteX0" fmla="*/ 0 w 5590752"/>
              <a:gd name="connsiteY0" fmla="*/ 0 h 3351309"/>
              <a:gd name="connsiteX1" fmla="*/ 5590752 w 5590752"/>
              <a:gd name="connsiteY1" fmla="*/ 0 h 3351309"/>
              <a:gd name="connsiteX2" fmla="*/ 5590752 w 5590752"/>
              <a:gd name="connsiteY2" fmla="*/ 3351309 h 3351309"/>
              <a:gd name="connsiteX3" fmla="*/ 0 w 5590752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0752" h="3351309">
                <a:moveTo>
                  <a:pt x="0" y="0"/>
                </a:moveTo>
                <a:lnTo>
                  <a:pt x="5590752" y="0"/>
                </a:lnTo>
                <a:lnTo>
                  <a:pt x="5590752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AB130C-3DB9-4FBF-8630-48711C92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00374" y="866361"/>
            <a:ext cx="10197564" cy="5087178"/>
          </a:xfrm>
          <a:custGeom>
            <a:avLst/>
            <a:gdLst>
              <a:gd name="connsiteX0" fmla="*/ 0 w 20397784"/>
              <a:gd name="connsiteY0" fmla="*/ 0 h 10174356"/>
              <a:gd name="connsiteX1" fmla="*/ 20397784 w 20397784"/>
              <a:gd name="connsiteY1" fmla="*/ 0 h 10174356"/>
              <a:gd name="connsiteX2" fmla="*/ 20397784 w 20397784"/>
              <a:gd name="connsiteY2" fmla="*/ 10174356 h 10174356"/>
              <a:gd name="connsiteX3" fmla="*/ 0 w 20397784"/>
              <a:gd name="connsiteY3" fmla="*/ 10174356 h 10174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97784" h="10174356">
                <a:moveTo>
                  <a:pt x="0" y="0"/>
                </a:moveTo>
                <a:lnTo>
                  <a:pt x="20397784" y="0"/>
                </a:lnTo>
                <a:lnTo>
                  <a:pt x="20397784" y="10174356"/>
                </a:lnTo>
                <a:lnTo>
                  <a:pt x="0" y="1017435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0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BBDB4A-483C-4989-9ED8-EA5117AB57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78859" y="1106225"/>
            <a:ext cx="1466272" cy="1466463"/>
          </a:xfrm>
          <a:custGeom>
            <a:avLst/>
            <a:gdLst>
              <a:gd name="connsiteX0" fmla="*/ 0 w 2932925"/>
              <a:gd name="connsiteY0" fmla="*/ 0 h 2932925"/>
              <a:gd name="connsiteX1" fmla="*/ 2932925 w 2932925"/>
              <a:gd name="connsiteY1" fmla="*/ 0 h 2932925"/>
              <a:gd name="connsiteX2" fmla="*/ 2932925 w 2932925"/>
              <a:gd name="connsiteY2" fmla="*/ 2932925 h 2932925"/>
              <a:gd name="connsiteX3" fmla="*/ 0 w 2932925"/>
              <a:gd name="connsiteY3" fmla="*/ 2932925 h 29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925" h="2932925">
                <a:moveTo>
                  <a:pt x="0" y="0"/>
                </a:moveTo>
                <a:lnTo>
                  <a:pt x="2932925" y="0"/>
                </a:lnTo>
                <a:lnTo>
                  <a:pt x="2932925" y="2932925"/>
                </a:lnTo>
                <a:lnTo>
                  <a:pt x="0" y="293292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AAC7545-D14D-484F-9522-255A26B40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8196" y="1106225"/>
            <a:ext cx="4644945" cy="4645550"/>
          </a:xfrm>
          <a:custGeom>
            <a:avLst/>
            <a:gdLst>
              <a:gd name="connsiteX0" fmla="*/ 0 w 9291099"/>
              <a:gd name="connsiteY0" fmla="*/ 0 h 9291100"/>
              <a:gd name="connsiteX1" fmla="*/ 9291099 w 9291099"/>
              <a:gd name="connsiteY1" fmla="*/ 0 h 9291100"/>
              <a:gd name="connsiteX2" fmla="*/ 9291099 w 9291099"/>
              <a:gd name="connsiteY2" fmla="*/ 9291100 h 9291100"/>
              <a:gd name="connsiteX3" fmla="*/ 0 w 9291099"/>
              <a:gd name="connsiteY3" fmla="*/ 9291100 h 929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91099" h="9291100">
                <a:moveTo>
                  <a:pt x="0" y="0"/>
                </a:moveTo>
                <a:lnTo>
                  <a:pt x="9291099" y="0"/>
                </a:lnTo>
                <a:lnTo>
                  <a:pt x="9291099" y="9291100"/>
                </a:lnTo>
                <a:lnTo>
                  <a:pt x="0" y="92911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494124D-FD87-4119-B1B9-8E7EFC900F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859" y="2695769"/>
            <a:ext cx="1466272" cy="1466463"/>
          </a:xfrm>
          <a:custGeom>
            <a:avLst/>
            <a:gdLst>
              <a:gd name="connsiteX0" fmla="*/ 0 w 2932925"/>
              <a:gd name="connsiteY0" fmla="*/ 0 h 2932925"/>
              <a:gd name="connsiteX1" fmla="*/ 2932925 w 2932925"/>
              <a:gd name="connsiteY1" fmla="*/ 0 h 2932925"/>
              <a:gd name="connsiteX2" fmla="*/ 2932925 w 2932925"/>
              <a:gd name="connsiteY2" fmla="*/ 2932925 h 2932925"/>
              <a:gd name="connsiteX3" fmla="*/ 0 w 2932925"/>
              <a:gd name="connsiteY3" fmla="*/ 2932925 h 29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925" h="2932925">
                <a:moveTo>
                  <a:pt x="0" y="0"/>
                </a:moveTo>
                <a:lnTo>
                  <a:pt x="2932925" y="0"/>
                </a:lnTo>
                <a:lnTo>
                  <a:pt x="2932925" y="2932925"/>
                </a:lnTo>
                <a:lnTo>
                  <a:pt x="0" y="293292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6726AAF-BDA2-456F-9D59-49772F219C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78859" y="4285313"/>
            <a:ext cx="1466272" cy="1466463"/>
          </a:xfrm>
          <a:custGeom>
            <a:avLst/>
            <a:gdLst>
              <a:gd name="connsiteX0" fmla="*/ 0 w 2932925"/>
              <a:gd name="connsiteY0" fmla="*/ 0 h 2932925"/>
              <a:gd name="connsiteX1" fmla="*/ 2932925 w 2932925"/>
              <a:gd name="connsiteY1" fmla="*/ 0 h 2932925"/>
              <a:gd name="connsiteX2" fmla="*/ 2932925 w 2932925"/>
              <a:gd name="connsiteY2" fmla="*/ 2932925 h 2932925"/>
              <a:gd name="connsiteX3" fmla="*/ 0 w 2932925"/>
              <a:gd name="connsiteY3" fmla="*/ 2932925 h 29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925" h="2932925">
                <a:moveTo>
                  <a:pt x="0" y="0"/>
                </a:moveTo>
                <a:lnTo>
                  <a:pt x="2932925" y="0"/>
                </a:lnTo>
                <a:lnTo>
                  <a:pt x="2932925" y="2932925"/>
                </a:lnTo>
                <a:lnTo>
                  <a:pt x="0" y="293292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7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3" grpId="0" animBg="1"/>
      <p:bldP spid="14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C836778-F5B4-482E-B688-2B6F61D483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03219" y="801756"/>
            <a:ext cx="2406457" cy="2088093"/>
          </a:xfrm>
          <a:custGeom>
            <a:avLst/>
            <a:gdLst>
              <a:gd name="connsiteX0" fmla="*/ 0 w 4813540"/>
              <a:gd name="connsiteY0" fmla="*/ 0 h 4176185"/>
              <a:gd name="connsiteX1" fmla="*/ 4813540 w 4813540"/>
              <a:gd name="connsiteY1" fmla="*/ 0 h 4176185"/>
              <a:gd name="connsiteX2" fmla="*/ 4813540 w 4813540"/>
              <a:gd name="connsiteY2" fmla="*/ 4176185 h 4176185"/>
              <a:gd name="connsiteX3" fmla="*/ 0 w 4813540"/>
              <a:gd name="connsiteY3" fmla="*/ 4176185 h 4176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3540" h="4176185">
                <a:moveTo>
                  <a:pt x="0" y="0"/>
                </a:moveTo>
                <a:lnTo>
                  <a:pt x="4813540" y="0"/>
                </a:lnTo>
                <a:lnTo>
                  <a:pt x="4813540" y="4176185"/>
                </a:lnTo>
                <a:lnTo>
                  <a:pt x="0" y="41761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0BD9A33-1BDD-4FEE-B101-544716CE74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3696" y="801757"/>
            <a:ext cx="2406457" cy="4145493"/>
          </a:xfrm>
          <a:custGeom>
            <a:avLst/>
            <a:gdLst>
              <a:gd name="connsiteX0" fmla="*/ 0 w 4813540"/>
              <a:gd name="connsiteY0" fmla="*/ 0 h 8290985"/>
              <a:gd name="connsiteX1" fmla="*/ 4813540 w 4813540"/>
              <a:gd name="connsiteY1" fmla="*/ 0 h 8290985"/>
              <a:gd name="connsiteX2" fmla="*/ 4813540 w 4813540"/>
              <a:gd name="connsiteY2" fmla="*/ 8290985 h 8290985"/>
              <a:gd name="connsiteX3" fmla="*/ 0 w 4813540"/>
              <a:gd name="connsiteY3" fmla="*/ 8290985 h 829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3540" h="8290985">
                <a:moveTo>
                  <a:pt x="0" y="0"/>
                </a:moveTo>
                <a:lnTo>
                  <a:pt x="4813540" y="0"/>
                </a:lnTo>
                <a:lnTo>
                  <a:pt x="4813540" y="8290985"/>
                </a:lnTo>
                <a:lnTo>
                  <a:pt x="0" y="82909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2D30366-BBE9-4324-9DCA-ECC26BF463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03219" y="3530557"/>
            <a:ext cx="2406457" cy="2019247"/>
          </a:xfrm>
          <a:custGeom>
            <a:avLst/>
            <a:gdLst>
              <a:gd name="connsiteX0" fmla="*/ 0 w 4813540"/>
              <a:gd name="connsiteY0" fmla="*/ 0 h 4038494"/>
              <a:gd name="connsiteX1" fmla="*/ 4813540 w 4813540"/>
              <a:gd name="connsiteY1" fmla="*/ 0 h 4038494"/>
              <a:gd name="connsiteX2" fmla="*/ 4813540 w 4813540"/>
              <a:gd name="connsiteY2" fmla="*/ 4038494 h 4038494"/>
              <a:gd name="connsiteX3" fmla="*/ 0 w 4813540"/>
              <a:gd name="connsiteY3" fmla="*/ 4038494 h 403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3540" h="4038494">
                <a:moveTo>
                  <a:pt x="0" y="0"/>
                </a:moveTo>
                <a:lnTo>
                  <a:pt x="4813540" y="0"/>
                </a:lnTo>
                <a:lnTo>
                  <a:pt x="4813540" y="4038494"/>
                </a:lnTo>
                <a:lnTo>
                  <a:pt x="0" y="4038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4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E74CA1-C9C6-441D-949D-CF6B7CD477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63847" y="1061049"/>
            <a:ext cx="4338522" cy="4632385"/>
          </a:xfrm>
          <a:custGeom>
            <a:avLst/>
            <a:gdLst>
              <a:gd name="connsiteX0" fmla="*/ 0 w 9389427"/>
              <a:gd name="connsiteY0" fmla="*/ 0 h 8534400"/>
              <a:gd name="connsiteX1" fmla="*/ 9389427 w 9389427"/>
              <a:gd name="connsiteY1" fmla="*/ 0 h 8534400"/>
              <a:gd name="connsiteX2" fmla="*/ 9389427 w 9389427"/>
              <a:gd name="connsiteY2" fmla="*/ 8534400 h 8534400"/>
              <a:gd name="connsiteX3" fmla="*/ 0 w 9389427"/>
              <a:gd name="connsiteY3" fmla="*/ 8534400 h 853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9427" h="8534400">
                <a:moveTo>
                  <a:pt x="0" y="0"/>
                </a:moveTo>
                <a:lnTo>
                  <a:pt x="9389427" y="0"/>
                </a:lnTo>
                <a:lnTo>
                  <a:pt x="9389427" y="8534400"/>
                </a:lnTo>
                <a:lnTo>
                  <a:pt x="0" y="8534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E74CA1-C9C6-441D-949D-CF6B7CD477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1652" y="1061049"/>
            <a:ext cx="4338522" cy="4632385"/>
          </a:xfrm>
          <a:custGeom>
            <a:avLst/>
            <a:gdLst>
              <a:gd name="connsiteX0" fmla="*/ 0 w 9389427"/>
              <a:gd name="connsiteY0" fmla="*/ 0 h 8534400"/>
              <a:gd name="connsiteX1" fmla="*/ 9389427 w 9389427"/>
              <a:gd name="connsiteY1" fmla="*/ 0 h 8534400"/>
              <a:gd name="connsiteX2" fmla="*/ 9389427 w 9389427"/>
              <a:gd name="connsiteY2" fmla="*/ 8534400 h 8534400"/>
              <a:gd name="connsiteX3" fmla="*/ 0 w 9389427"/>
              <a:gd name="connsiteY3" fmla="*/ 8534400 h 853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9427" h="8534400">
                <a:moveTo>
                  <a:pt x="0" y="0"/>
                </a:moveTo>
                <a:lnTo>
                  <a:pt x="9389427" y="0"/>
                </a:lnTo>
                <a:lnTo>
                  <a:pt x="9389427" y="8534400"/>
                </a:lnTo>
                <a:lnTo>
                  <a:pt x="0" y="8534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4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064454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051F579-D711-42D1-88E3-599E003793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5088" y="1119151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CDC450F-D971-47A6-A2A1-D4F35D3401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71874" y="1119151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8E9911-0431-44B1-8B46-0EC0E0A4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05088" y="3486245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CFF98D4-C8EF-4BC0-96B5-C588DF33D5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71874" y="3486245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5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051F579-D711-42D1-88E3-599E003793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6166" y="1119151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8E9911-0431-44B1-8B46-0EC0E0A4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6166" y="3486245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3141BE1-615B-405F-9064-C58E41F368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2952" y="1119151"/>
            <a:ext cx="2252312" cy="4619700"/>
          </a:xfrm>
          <a:custGeom>
            <a:avLst/>
            <a:gdLst>
              <a:gd name="connsiteX0" fmla="*/ 0 w 4505211"/>
              <a:gd name="connsiteY0" fmla="*/ 0 h 9239399"/>
              <a:gd name="connsiteX1" fmla="*/ 4505211 w 4505211"/>
              <a:gd name="connsiteY1" fmla="*/ 0 h 9239399"/>
              <a:gd name="connsiteX2" fmla="*/ 4505211 w 4505211"/>
              <a:gd name="connsiteY2" fmla="*/ 4266016 h 9239399"/>
              <a:gd name="connsiteX3" fmla="*/ 4505211 w 4505211"/>
              <a:gd name="connsiteY3" fmla="*/ 4505211 h 9239399"/>
              <a:gd name="connsiteX4" fmla="*/ 4505211 w 4505211"/>
              <a:gd name="connsiteY4" fmla="*/ 9239399 h 9239399"/>
              <a:gd name="connsiteX5" fmla="*/ 0 w 4505211"/>
              <a:gd name="connsiteY5" fmla="*/ 9239399 h 9239399"/>
              <a:gd name="connsiteX6" fmla="*/ 0 w 4505211"/>
              <a:gd name="connsiteY6" fmla="*/ 4505211 h 9239399"/>
              <a:gd name="connsiteX7" fmla="*/ 0 w 4505211"/>
              <a:gd name="connsiteY7" fmla="*/ 4266016 h 9239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5211" h="9239399">
                <a:moveTo>
                  <a:pt x="0" y="0"/>
                </a:moveTo>
                <a:lnTo>
                  <a:pt x="4505211" y="0"/>
                </a:lnTo>
                <a:lnTo>
                  <a:pt x="4505211" y="4266016"/>
                </a:lnTo>
                <a:lnTo>
                  <a:pt x="4505211" y="4505211"/>
                </a:lnTo>
                <a:lnTo>
                  <a:pt x="4505211" y="9239399"/>
                </a:lnTo>
                <a:lnTo>
                  <a:pt x="0" y="9239399"/>
                </a:lnTo>
                <a:lnTo>
                  <a:pt x="0" y="4505211"/>
                </a:lnTo>
                <a:lnTo>
                  <a:pt x="0" y="426601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5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7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0193969-EFD4-496D-8B9E-5E88D86D87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67340" y="751610"/>
            <a:ext cx="2277077" cy="2790081"/>
          </a:xfrm>
          <a:custGeom>
            <a:avLst/>
            <a:gdLst>
              <a:gd name="connsiteX0" fmla="*/ 0 w 4554747"/>
              <a:gd name="connsiteY0" fmla="*/ 0 h 5580161"/>
              <a:gd name="connsiteX1" fmla="*/ 4554747 w 4554747"/>
              <a:gd name="connsiteY1" fmla="*/ 0 h 5580161"/>
              <a:gd name="connsiteX2" fmla="*/ 4554747 w 4554747"/>
              <a:gd name="connsiteY2" fmla="*/ 5580161 h 5580161"/>
              <a:gd name="connsiteX3" fmla="*/ 0 w 4554747"/>
              <a:gd name="connsiteY3" fmla="*/ 5580161 h 5580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7" h="5580161">
                <a:moveTo>
                  <a:pt x="0" y="0"/>
                </a:moveTo>
                <a:lnTo>
                  <a:pt x="4554747" y="0"/>
                </a:lnTo>
                <a:lnTo>
                  <a:pt x="4554747" y="5580161"/>
                </a:lnTo>
                <a:lnTo>
                  <a:pt x="0" y="55801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C89588F-47B5-4EA9-84D2-BB4714817C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8312" y="751610"/>
            <a:ext cx="2277078" cy="3318115"/>
          </a:xfrm>
          <a:custGeom>
            <a:avLst/>
            <a:gdLst>
              <a:gd name="connsiteX0" fmla="*/ 0 w 4554748"/>
              <a:gd name="connsiteY0" fmla="*/ 0 h 6636229"/>
              <a:gd name="connsiteX1" fmla="*/ 4554748 w 4554748"/>
              <a:gd name="connsiteY1" fmla="*/ 0 h 6636229"/>
              <a:gd name="connsiteX2" fmla="*/ 4554748 w 4554748"/>
              <a:gd name="connsiteY2" fmla="*/ 6636229 h 6636229"/>
              <a:gd name="connsiteX3" fmla="*/ 0 w 4554748"/>
              <a:gd name="connsiteY3" fmla="*/ 6636229 h 6636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8" h="6636229">
                <a:moveTo>
                  <a:pt x="0" y="0"/>
                </a:moveTo>
                <a:lnTo>
                  <a:pt x="4554748" y="0"/>
                </a:lnTo>
                <a:lnTo>
                  <a:pt x="4554748" y="6636229"/>
                </a:lnTo>
                <a:lnTo>
                  <a:pt x="0" y="663622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E6CF97D-0650-4B56-AB14-E0121CF1C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29285" y="751610"/>
            <a:ext cx="2277077" cy="2695755"/>
          </a:xfrm>
          <a:custGeom>
            <a:avLst/>
            <a:gdLst>
              <a:gd name="connsiteX0" fmla="*/ 0 w 4554746"/>
              <a:gd name="connsiteY0" fmla="*/ 0 h 5391509"/>
              <a:gd name="connsiteX1" fmla="*/ 4554746 w 4554746"/>
              <a:gd name="connsiteY1" fmla="*/ 0 h 5391509"/>
              <a:gd name="connsiteX2" fmla="*/ 4554746 w 4554746"/>
              <a:gd name="connsiteY2" fmla="*/ 5391509 h 5391509"/>
              <a:gd name="connsiteX3" fmla="*/ 0 w 4554746"/>
              <a:gd name="connsiteY3" fmla="*/ 5391509 h 539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6" h="5391509">
                <a:moveTo>
                  <a:pt x="0" y="0"/>
                </a:moveTo>
                <a:lnTo>
                  <a:pt x="4554746" y="0"/>
                </a:lnTo>
                <a:lnTo>
                  <a:pt x="4554746" y="5391509"/>
                </a:lnTo>
                <a:lnTo>
                  <a:pt x="0" y="53915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6BFA811-ED69-455B-96D0-37D354F87F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29285" y="3551274"/>
            <a:ext cx="2277077" cy="2517017"/>
          </a:xfrm>
          <a:custGeom>
            <a:avLst/>
            <a:gdLst>
              <a:gd name="connsiteX0" fmla="*/ 0 w 4554746"/>
              <a:gd name="connsiteY0" fmla="*/ 0 h 5034033"/>
              <a:gd name="connsiteX1" fmla="*/ 4554746 w 4554746"/>
              <a:gd name="connsiteY1" fmla="*/ 0 h 5034033"/>
              <a:gd name="connsiteX2" fmla="*/ 4554746 w 4554746"/>
              <a:gd name="connsiteY2" fmla="*/ 5034033 h 5034033"/>
              <a:gd name="connsiteX3" fmla="*/ 0 w 4554746"/>
              <a:gd name="connsiteY3" fmla="*/ 5034033 h 50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6" h="5034033">
                <a:moveTo>
                  <a:pt x="0" y="0"/>
                </a:moveTo>
                <a:lnTo>
                  <a:pt x="4554746" y="0"/>
                </a:lnTo>
                <a:lnTo>
                  <a:pt x="4554746" y="5034033"/>
                </a:lnTo>
                <a:lnTo>
                  <a:pt x="0" y="50340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D7D914E-F4E6-43AB-B3A5-B2689E3F93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8312" y="4173633"/>
            <a:ext cx="2277077" cy="1894657"/>
          </a:xfrm>
          <a:custGeom>
            <a:avLst/>
            <a:gdLst>
              <a:gd name="connsiteX0" fmla="*/ 0 w 4554747"/>
              <a:gd name="connsiteY0" fmla="*/ 0 h 3789313"/>
              <a:gd name="connsiteX1" fmla="*/ 4554747 w 4554747"/>
              <a:gd name="connsiteY1" fmla="*/ 0 h 3789313"/>
              <a:gd name="connsiteX2" fmla="*/ 4554747 w 4554747"/>
              <a:gd name="connsiteY2" fmla="*/ 3789313 h 3789313"/>
              <a:gd name="connsiteX3" fmla="*/ 0 w 4554747"/>
              <a:gd name="connsiteY3" fmla="*/ 3789313 h 378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7" h="3789313">
                <a:moveTo>
                  <a:pt x="0" y="0"/>
                </a:moveTo>
                <a:lnTo>
                  <a:pt x="4554747" y="0"/>
                </a:lnTo>
                <a:lnTo>
                  <a:pt x="4554747" y="3789313"/>
                </a:lnTo>
                <a:lnTo>
                  <a:pt x="0" y="37893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CA5BFD2-4568-4D70-8E22-082F80275A4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67340" y="3645600"/>
            <a:ext cx="2277077" cy="2422691"/>
          </a:xfrm>
          <a:custGeom>
            <a:avLst/>
            <a:gdLst>
              <a:gd name="connsiteX0" fmla="*/ 0 w 4554747"/>
              <a:gd name="connsiteY0" fmla="*/ 0 h 4845381"/>
              <a:gd name="connsiteX1" fmla="*/ 4554747 w 4554747"/>
              <a:gd name="connsiteY1" fmla="*/ 0 h 4845381"/>
              <a:gd name="connsiteX2" fmla="*/ 4554747 w 4554747"/>
              <a:gd name="connsiteY2" fmla="*/ 4845381 h 4845381"/>
              <a:gd name="connsiteX3" fmla="*/ 0 w 4554747"/>
              <a:gd name="connsiteY3" fmla="*/ 4845381 h 48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7" h="4845381">
                <a:moveTo>
                  <a:pt x="0" y="0"/>
                </a:moveTo>
                <a:lnTo>
                  <a:pt x="4554747" y="0"/>
                </a:lnTo>
                <a:lnTo>
                  <a:pt x="4554747" y="4845381"/>
                </a:lnTo>
                <a:lnTo>
                  <a:pt x="0" y="484538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0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1" grpId="0" animBg="1"/>
      <p:bldP spid="20" grpId="0" animBg="1"/>
      <p:bldP spid="19" grpId="0" animBg="1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0BEBEC-4602-490C-BDCC-808640865DA5}"/>
              </a:ext>
            </a:extLst>
          </p:cNvPr>
          <p:cNvSpPr/>
          <p:nvPr/>
        </p:nvSpPr>
        <p:spPr>
          <a:xfrm>
            <a:off x="707274" y="586596"/>
            <a:ext cx="10768677" cy="5667556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4A78E4F-330F-43B1-8E8D-634D7E2524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21259796 w 21259800"/>
              <a:gd name="connsiteY0" fmla="*/ 3549667 h 11049000"/>
              <a:gd name="connsiteX1" fmla="*/ 19246864 w 21259800"/>
              <a:gd name="connsiteY1" fmla="*/ 5562600 h 11049000"/>
              <a:gd name="connsiteX2" fmla="*/ 21259798 w 21259800"/>
              <a:gd name="connsiteY2" fmla="*/ 7575533 h 11049000"/>
              <a:gd name="connsiteX3" fmla="*/ 0 w 21259800"/>
              <a:gd name="connsiteY3" fmla="*/ 0 h 11049000"/>
              <a:gd name="connsiteX4" fmla="*/ 21259800 w 21259800"/>
              <a:gd name="connsiteY4" fmla="*/ 0 h 11049000"/>
              <a:gd name="connsiteX5" fmla="*/ 21259800 w 21259800"/>
              <a:gd name="connsiteY5" fmla="*/ 11049000 h 11049000"/>
              <a:gd name="connsiteX6" fmla="*/ 0 w 21259800"/>
              <a:gd name="connsiteY6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59800" h="11049000">
                <a:moveTo>
                  <a:pt x="21259796" y="3549667"/>
                </a:moveTo>
                <a:lnTo>
                  <a:pt x="19246864" y="5562600"/>
                </a:lnTo>
                <a:lnTo>
                  <a:pt x="21259798" y="7575533"/>
                </a:lnTo>
                <a:close/>
                <a:moveTo>
                  <a:pt x="0" y="0"/>
                </a:moveTo>
                <a:lnTo>
                  <a:pt x="21259800" y="0"/>
                </a:lnTo>
                <a:lnTo>
                  <a:pt x="212598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2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0BEBEC-4602-490C-BDCC-808640865DA5}"/>
              </a:ext>
            </a:extLst>
          </p:cNvPr>
          <p:cNvSpPr/>
          <p:nvPr/>
        </p:nvSpPr>
        <p:spPr>
          <a:xfrm>
            <a:off x="707274" y="586596"/>
            <a:ext cx="10768677" cy="5667556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6670D1-8893-47E2-92FC-474C4574E26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1" y="647699"/>
            <a:ext cx="10628518" cy="5524500"/>
          </a:xfrm>
          <a:custGeom>
            <a:avLst/>
            <a:gdLst>
              <a:gd name="connsiteX0" fmla="*/ 0 w 21259803"/>
              <a:gd name="connsiteY0" fmla="*/ 3579586 h 11049000"/>
              <a:gd name="connsiteX1" fmla="*/ 1 w 21259803"/>
              <a:gd name="connsiteY1" fmla="*/ 3579587 h 11049000"/>
              <a:gd name="connsiteX2" fmla="*/ 1 w 21259803"/>
              <a:gd name="connsiteY2" fmla="*/ 7589810 h 11049000"/>
              <a:gd name="connsiteX3" fmla="*/ 1 w 21259803"/>
              <a:gd name="connsiteY3" fmla="*/ 7589810 h 11049000"/>
              <a:gd name="connsiteX4" fmla="*/ 21259803 w 21259803"/>
              <a:gd name="connsiteY4" fmla="*/ 0 h 11049000"/>
              <a:gd name="connsiteX5" fmla="*/ 21259801 w 21259803"/>
              <a:gd name="connsiteY5" fmla="*/ 2724510 h 11049000"/>
              <a:gd name="connsiteX6" fmla="*/ 21259801 w 21259803"/>
              <a:gd name="connsiteY6" fmla="*/ 8141898 h 11049000"/>
              <a:gd name="connsiteX7" fmla="*/ 21259803 w 21259803"/>
              <a:gd name="connsiteY7" fmla="*/ 11049000 h 11049000"/>
              <a:gd name="connsiteX8" fmla="*/ 1 w 21259803"/>
              <a:gd name="connsiteY8" fmla="*/ 11048999 h 11049000"/>
              <a:gd name="connsiteX9" fmla="*/ 1 w 21259803"/>
              <a:gd name="connsiteY9" fmla="*/ 7589810 h 11049000"/>
              <a:gd name="connsiteX10" fmla="*/ 2005112 w 21259803"/>
              <a:gd name="connsiteY10" fmla="*/ 5584698 h 11049000"/>
              <a:gd name="connsiteX11" fmla="*/ 1 w 21259803"/>
              <a:gd name="connsiteY11" fmla="*/ 3579587 h 11049000"/>
              <a:gd name="connsiteX12" fmla="*/ 1 w 21259803"/>
              <a:gd name="connsiteY12" fmla="*/ 1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259803" h="11049000">
                <a:moveTo>
                  <a:pt x="0" y="3579586"/>
                </a:moveTo>
                <a:lnTo>
                  <a:pt x="1" y="3579587"/>
                </a:lnTo>
                <a:lnTo>
                  <a:pt x="1" y="7589810"/>
                </a:lnTo>
                <a:lnTo>
                  <a:pt x="1" y="7589810"/>
                </a:lnTo>
                <a:close/>
                <a:moveTo>
                  <a:pt x="21259803" y="0"/>
                </a:moveTo>
                <a:lnTo>
                  <a:pt x="21259801" y="2724510"/>
                </a:lnTo>
                <a:lnTo>
                  <a:pt x="21259801" y="8141898"/>
                </a:lnTo>
                <a:lnTo>
                  <a:pt x="21259803" y="11049000"/>
                </a:lnTo>
                <a:lnTo>
                  <a:pt x="1" y="11048999"/>
                </a:lnTo>
                <a:lnTo>
                  <a:pt x="1" y="7589810"/>
                </a:lnTo>
                <a:lnTo>
                  <a:pt x="2005112" y="5584698"/>
                </a:lnTo>
                <a:lnTo>
                  <a:pt x="1" y="3579587"/>
                </a:lnTo>
                <a:lnTo>
                  <a:pt x="1" y="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2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E45A193-946A-476B-8F64-305BA1FA6A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56715" y="647700"/>
            <a:ext cx="2239326" cy="5524500"/>
          </a:xfrm>
          <a:custGeom>
            <a:avLst/>
            <a:gdLst>
              <a:gd name="connsiteX0" fmla="*/ 0 w 4479235"/>
              <a:gd name="connsiteY0" fmla="*/ 0 h 11049000"/>
              <a:gd name="connsiteX1" fmla="*/ 4479235 w 4479235"/>
              <a:gd name="connsiteY1" fmla="*/ 0 h 11049000"/>
              <a:gd name="connsiteX2" fmla="*/ 4479235 w 4479235"/>
              <a:gd name="connsiteY2" fmla="*/ 11049000 h 11049000"/>
              <a:gd name="connsiteX3" fmla="*/ 0 w 4479235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9235" h="11049000">
                <a:moveTo>
                  <a:pt x="0" y="0"/>
                </a:moveTo>
                <a:lnTo>
                  <a:pt x="4479235" y="0"/>
                </a:lnTo>
                <a:lnTo>
                  <a:pt x="4479235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2C4729B-341C-4AE9-81FD-6CBFA6263B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9210" y="647700"/>
            <a:ext cx="2239326" cy="2711726"/>
          </a:xfrm>
          <a:custGeom>
            <a:avLst/>
            <a:gdLst>
              <a:gd name="connsiteX0" fmla="*/ 0 w 4479235"/>
              <a:gd name="connsiteY0" fmla="*/ 0 h 5423452"/>
              <a:gd name="connsiteX1" fmla="*/ 4479235 w 4479235"/>
              <a:gd name="connsiteY1" fmla="*/ 0 h 5423452"/>
              <a:gd name="connsiteX2" fmla="*/ 4479235 w 4479235"/>
              <a:gd name="connsiteY2" fmla="*/ 5423452 h 5423452"/>
              <a:gd name="connsiteX3" fmla="*/ 0 w 4479235"/>
              <a:gd name="connsiteY3" fmla="*/ 5423452 h 542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9235" h="5423452">
                <a:moveTo>
                  <a:pt x="0" y="0"/>
                </a:moveTo>
                <a:lnTo>
                  <a:pt x="4479235" y="0"/>
                </a:lnTo>
                <a:lnTo>
                  <a:pt x="4479235" y="5423452"/>
                </a:lnTo>
                <a:lnTo>
                  <a:pt x="0" y="542345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3C9A88A-638C-43BA-9C93-31A56E47AD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09210" y="3453847"/>
            <a:ext cx="2239326" cy="2711726"/>
          </a:xfrm>
          <a:custGeom>
            <a:avLst/>
            <a:gdLst>
              <a:gd name="connsiteX0" fmla="*/ 0 w 4479235"/>
              <a:gd name="connsiteY0" fmla="*/ 0 h 5423452"/>
              <a:gd name="connsiteX1" fmla="*/ 4479235 w 4479235"/>
              <a:gd name="connsiteY1" fmla="*/ 0 h 5423452"/>
              <a:gd name="connsiteX2" fmla="*/ 4479235 w 4479235"/>
              <a:gd name="connsiteY2" fmla="*/ 5423452 h 5423452"/>
              <a:gd name="connsiteX3" fmla="*/ 0 w 4479235"/>
              <a:gd name="connsiteY3" fmla="*/ 5423452 h 542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9235" h="5423452">
                <a:moveTo>
                  <a:pt x="0" y="0"/>
                </a:moveTo>
                <a:lnTo>
                  <a:pt x="4479235" y="0"/>
                </a:lnTo>
                <a:lnTo>
                  <a:pt x="4479235" y="5423452"/>
                </a:lnTo>
                <a:lnTo>
                  <a:pt x="0" y="542345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5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56B7E-4AD2-4409-947D-18DECC0E2602}"/>
              </a:ext>
            </a:extLst>
          </p:cNvPr>
          <p:cNvSpPr/>
          <p:nvPr/>
        </p:nvSpPr>
        <p:spPr>
          <a:xfrm>
            <a:off x="781742" y="666750"/>
            <a:ext cx="10628516" cy="5524500"/>
          </a:xfrm>
          <a:prstGeom prst="rect">
            <a:avLst/>
          </a:prstGeom>
          <a:noFill/>
          <a:ln w="190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9822603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66A4359F-16C4-442E-949E-B1CBE5348C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5899" y="647700"/>
            <a:ext cx="7024359" cy="5524500"/>
          </a:xfrm>
          <a:custGeom>
            <a:avLst/>
            <a:gdLst>
              <a:gd name="connsiteX0" fmla="*/ 0 w 2320541"/>
              <a:gd name="connsiteY0" fmla="*/ 0 h 1743457"/>
              <a:gd name="connsiteX1" fmla="*/ 2320541 w 2320541"/>
              <a:gd name="connsiteY1" fmla="*/ 0 h 1743457"/>
              <a:gd name="connsiteX2" fmla="*/ 2320541 w 2320541"/>
              <a:gd name="connsiteY2" fmla="*/ 1743457 h 1743457"/>
              <a:gd name="connsiteX3" fmla="*/ 0 w 2320541"/>
              <a:gd name="connsiteY3" fmla="*/ 1743457 h 1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541" h="1743457">
                <a:moveTo>
                  <a:pt x="0" y="0"/>
                </a:moveTo>
                <a:lnTo>
                  <a:pt x="2320541" y="0"/>
                </a:lnTo>
                <a:lnTo>
                  <a:pt x="2320541" y="1743457"/>
                </a:lnTo>
                <a:lnTo>
                  <a:pt x="0" y="174345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D8EDEBD-17D3-4DF2-AA7E-AA113622C4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79525" y="1718056"/>
            <a:ext cx="1160119" cy="871729"/>
          </a:xfrm>
          <a:custGeom>
            <a:avLst/>
            <a:gdLst>
              <a:gd name="connsiteX0" fmla="*/ 0 w 2320541"/>
              <a:gd name="connsiteY0" fmla="*/ 0 h 1743457"/>
              <a:gd name="connsiteX1" fmla="*/ 2320541 w 2320541"/>
              <a:gd name="connsiteY1" fmla="*/ 0 h 1743457"/>
              <a:gd name="connsiteX2" fmla="*/ 2320541 w 2320541"/>
              <a:gd name="connsiteY2" fmla="*/ 1743457 h 1743457"/>
              <a:gd name="connsiteX3" fmla="*/ 0 w 2320541"/>
              <a:gd name="connsiteY3" fmla="*/ 1743457 h 1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541" h="1743457">
                <a:moveTo>
                  <a:pt x="0" y="0"/>
                </a:moveTo>
                <a:lnTo>
                  <a:pt x="2320541" y="0"/>
                </a:lnTo>
                <a:lnTo>
                  <a:pt x="2320541" y="1743457"/>
                </a:lnTo>
                <a:lnTo>
                  <a:pt x="0" y="174345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881EA14-3A57-4B11-A9FF-1616AF937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90002" y="1718056"/>
            <a:ext cx="1160119" cy="871729"/>
          </a:xfrm>
          <a:custGeom>
            <a:avLst/>
            <a:gdLst>
              <a:gd name="connsiteX0" fmla="*/ 0 w 2320541"/>
              <a:gd name="connsiteY0" fmla="*/ 0 h 1743457"/>
              <a:gd name="connsiteX1" fmla="*/ 2320541 w 2320541"/>
              <a:gd name="connsiteY1" fmla="*/ 0 h 1743457"/>
              <a:gd name="connsiteX2" fmla="*/ 2320541 w 2320541"/>
              <a:gd name="connsiteY2" fmla="*/ 1743457 h 1743457"/>
              <a:gd name="connsiteX3" fmla="*/ 0 w 2320541"/>
              <a:gd name="connsiteY3" fmla="*/ 1743457 h 1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541" h="1743457">
                <a:moveTo>
                  <a:pt x="0" y="0"/>
                </a:moveTo>
                <a:lnTo>
                  <a:pt x="2320541" y="0"/>
                </a:lnTo>
                <a:lnTo>
                  <a:pt x="2320541" y="1743457"/>
                </a:lnTo>
                <a:lnTo>
                  <a:pt x="0" y="174345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445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452C489-EA6E-4BC5-9850-D8537E86C9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1742" y="647700"/>
            <a:ext cx="3542839" cy="2781300"/>
          </a:xfrm>
          <a:custGeom>
            <a:avLst/>
            <a:gdLst>
              <a:gd name="connsiteX0" fmla="*/ 0 w 7086600"/>
              <a:gd name="connsiteY0" fmla="*/ 0 h 5562600"/>
              <a:gd name="connsiteX1" fmla="*/ 7086600 w 7086600"/>
              <a:gd name="connsiteY1" fmla="*/ 0 h 5562600"/>
              <a:gd name="connsiteX2" fmla="*/ 7086600 w 7086600"/>
              <a:gd name="connsiteY2" fmla="*/ 5562600 h 5562600"/>
              <a:gd name="connsiteX3" fmla="*/ 0 w 70866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0" h="5562600">
                <a:moveTo>
                  <a:pt x="0" y="0"/>
                </a:moveTo>
                <a:lnTo>
                  <a:pt x="7086600" y="0"/>
                </a:lnTo>
                <a:lnTo>
                  <a:pt x="7086600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9F50EE-1872-42E1-8F57-3DB9C267B31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24581" y="647700"/>
            <a:ext cx="3542839" cy="2781300"/>
          </a:xfrm>
          <a:custGeom>
            <a:avLst/>
            <a:gdLst>
              <a:gd name="connsiteX0" fmla="*/ 0 w 7086600"/>
              <a:gd name="connsiteY0" fmla="*/ 0 h 5562600"/>
              <a:gd name="connsiteX1" fmla="*/ 7086600 w 7086600"/>
              <a:gd name="connsiteY1" fmla="*/ 0 h 5562600"/>
              <a:gd name="connsiteX2" fmla="*/ 7086600 w 7086600"/>
              <a:gd name="connsiteY2" fmla="*/ 5562600 h 5562600"/>
              <a:gd name="connsiteX3" fmla="*/ 0 w 70866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0" h="5562600">
                <a:moveTo>
                  <a:pt x="0" y="0"/>
                </a:moveTo>
                <a:lnTo>
                  <a:pt x="7086600" y="0"/>
                </a:lnTo>
                <a:lnTo>
                  <a:pt x="7086600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3BA0F6-5D4B-47F5-9DA5-B602829E29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67419" y="647700"/>
            <a:ext cx="3542839" cy="2781300"/>
          </a:xfrm>
          <a:custGeom>
            <a:avLst/>
            <a:gdLst>
              <a:gd name="connsiteX0" fmla="*/ 0 w 7086600"/>
              <a:gd name="connsiteY0" fmla="*/ 0 h 5562600"/>
              <a:gd name="connsiteX1" fmla="*/ 7086600 w 7086600"/>
              <a:gd name="connsiteY1" fmla="*/ 0 h 5562600"/>
              <a:gd name="connsiteX2" fmla="*/ 7086600 w 7086600"/>
              <a:gd name="connsiteY2" fmla="*/ 5562600 h 5562600"/>
              <a:gd name="connsiteX3" fmla="*/ 0 w 70866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0" h="5562600">
                <a:moveTo>
                  <a:pt x="0" y="0"/>
                </a:moveTo>
                <a:lnTo>
                  <a:pt x="7086600" y="0"/>
                </a:lnTo>
                <a:lnTo>
                  <a:pt x="7086600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630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8403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ght Blue">
            <a:extLst>
              <a:ext uri="{FF2B5EF4-FFF2-40B4-BE49-F238E27FC236}">
                <a16:creationId xmlns:a16="http://schemas.microsoft.com/office/drawing/2014/main" id="{737C1824-F0F8-4696-B834-5E2D2D66B4B5}"/>
              </a:ext>
            </a:extLst>
          </p:cNvPr>
          <p:cNvSpPr/>
          <p:nvPr/>
        </p:nvSpPr>
        <p:spPr>
          <a:xfrm rot="11700000">
            <a:off x="-5668882" y="-4635523"/>
            <a:ext cx="15959221" cy="10708345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7000">
                <a:schemeClr val="accent2"/>
              </a:gs>
              <a:gs pos="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" name="Pink Purple">
            <a:extLst>
              <a:ext uri="{FF2B5EF4-FFF2-40B4-BE49-F238E27FC236}">
                <a16:creationId xmlns:a16="http://schemas.microsoft.com/office/drawing/2014/main" id="{500985AA-642B-4D7B-8B9E-2F84B87877A6}"/>
              </a:ext>
            </a:extLst>
          </p:cNvPr>
          <p:cNvSpPr/>
          <p:nvPr/>
        </p:nvSpPr>
        <p:spPr>
          <a:xfrm rot="900000">
            <a:off x="-3797587" y="-4098675"/>
            <a:ext cx="10503734" cy="939410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1000">
                <a:schemeClr val="accent2"/>
              </a:gs>
              <a:gs pos="40000">
                <a:schemeClr val="accent3">
                  <a:lumMod val="75000"/>
                </a:schemeClr>
              </a:gs>
              <a:gs pos="0">
                <a:schemeClr val="accent3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" name="Purple">
            <a:extLst>
              <a:ext uri="{FF2B5EF4-FFF2-40B4-BE49-F238E27FC236}">
                <a16:creationId xmlns:a16="http://schemas.microsoft.com/office/drawing/2014/main" id="{448C279F-10E9-4C46-A814-3EAAE49164DB}"/>
              </a:ext>
            </a:extLst>
          </p:cNvPr>
          <p:cNvSpPr/>
          <p:nvPr/>
        </p:nvSpPr>
        <p:spPr>
          <a:xfrm rot="15300000">
            <a:off x="1207066" y="-4670724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3000">
                <a:schemeClr val="accent2"/>
              </a:gs>
              <a:gs pos="0">
                <a:schemeClr val="accent2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" name="Pink">
            <a:extLst>
              <a:ext uri="{FF2B5EF4-FFF2-40B4-BE49-F238E27FC236}">
                <a16:creationId xmlns:a16="http://schemas.microsoft.com/office/drawing/2014/main" id="{B4D9EABA-F71C-441A-8842-306D0D635336}"/>
              </a:ext>
            </a:extLst>
          </p:cNvPr>
          <p:cNvSpPr/>
          <p:nvPr/>
        </p:nvSpPr>
        <p:spPr>
          <a:xfrm rot="9000000">
            <a:off x="285211" y="-2546184"/>
            <a:ext cx="8538604" cy="7636573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7" name="Light Blue">
            <a:extLst>
              <a:ext uri="{FF2B5EF4-FFF2-40B4-BE49-F238E27FC236}">
                <a16:creationId xmlns:a16="http://schemas.microsoft.com/office/drawing/2014/main" id="{DAAA02BD-934D-45D9-8BEE-7910C910F060}"/>
              </a:ext>
            </a:extLst>
          </p:cNvPr>
          <p:cNvSpPr/>
          <p:nvPr/>
        </p:nvSpPr>
        <p:spPr>
          <a:xfrm rot="15300000">
            <a:off x="3663172" y="-3280938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80000">
                <a:schemeClr val="accent2">
                  <a:alpha val="32000"/>
                </a:schemeClr>
              </a:gs>
              <a:gs pos="0">
                <a:schemeClr val="accent1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E22C8D-264D-45DD-9727-631727A95C16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441EEE-8DEB-47CE-89B8-E9A1AFC49771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395E79-7464-461B-BAB4-E9EA0ED82658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A402281-A71B-4254-9374-C33A92A607A8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bg1"/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331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6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9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1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13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78179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289BE9-3518-4572-9F36-A58461E160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5202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95F91-8D51-4FF1-A532-B0BD4F027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2999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C8D104-8DBC-47C1-B410-760C3B7EC2C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50798" y="2960127"/>
            <a:ext cx="1368814" cy="937747"/>
          </a:xfrm>
          <a:custGeom>
            <a:avLst/>
            <a:gdLst>
              <a:gd name="connsiteX0" fmla="*/ 0 w 2737984"/>
              <a:gd name="connsiteY0" fmla="*/ 0 h 1875494"/>
              <a:gd name="connsiteX1" fmla="*/ 2737984 w 2737984"/>
              <a:gd name="connsiteY1" fmla="*/ 0 h 1875494"/>
              <a:gd name="connsiteX2" fmla="*/ 2737984 w 2737984"/>
              <a:gd name="connsiteY2" fmla="*/ 1875494 h 1875494"/>
              <a:gd name="connsiteX3" fmla="*/ 0 w 2737984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4" h="1875494">
                <a:moveTo>
                  <a:pt x="0" y="0"/>
                </a:moveTo>
                <a:lnTo>
                  <a:pt x="2737984" y="0"/>
                </a:lnTo>
                <a:lnTo>
                  <a:pt x="2737984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3417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CDF241A1-3249-4A50-880D-BD32EE8458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5314259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1449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483D13-6DD3-40B5-B94A-22A72B88E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38960" y="3617088"/>
            <a:ext cx="1281061" cy="1542737"/>
          </a:xfrm>
          <a:custGeom>
            <a:avLst/>
            <a:gdLst>
              <a:gd name="connsiteX0" fmla="*/ 0 w 2562456"/>
              <a:gd name="connsiteY0" fmla="*/ 0 h 3085473"/>
              <a:gd name="connsiteX1" fmla="*/ 2562456 w 2562456"/>
              <a:gd name="connsiteY1" fmla="*/ 0 h 3085473"/>
              <a:gd name="connsiteX2" fmla="*/ 2562456 w 2562456"/>
              <a:gd name="connsiteY2" fmla="*/ 3085473 h 3085473"/>
              <a:gd name="connsiteX3" fmla="*/ 0 w 2562456"/>
              <a:gd name="connsiteY3" fmla="*/ 3085473 h 308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2456" h="3085473">
                <a:moveTo>
                  <a:pt x="0" y="0"/>
                </a:moveTo>
                <a:lnTo>
                  <a:pt x="2562456" y="0"/>
                </a:lnTo>
                <a:lnTo>
                  <a:pt x="2562456" y="3085473"/>
                </a:lnTo>
                <a:lnTo>
                  <a:pt x="0" y="308547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223C6C0-40B2-4B91-8B1C-E3376A7BC5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49199" y="503585"/>
            <a:ext cx="1869580" cy="1855686"/>
          </a:xfrm>
          <a:custGeom>
            <a:avLst/>
            <a:gdLst>
              <a:gd name="connsiteX0" fmla="*/ 0 w 3739647"/>
              <a:gd name="connsiteY0" fmla="*/ 0 h 3711371"/>
              <a:gd name="connsiteX1" fmla="*/ 3739647 w 3739647"/>
              <a:gd name="connsiteY1" fmla="*/ 0 h 3711371"/>
              <a:gd name="connsiteX2" fmla="*/ 3739647 w 3739647"/>
              <a:gd name="connsiteY2" fmla="*/ 3711371 h 3711371"/>
              <a:gd name="connsiteX3" fmla="*/ 0 w 3739647"/>
              <a:gd name="connsiteY3" fmla="*/ 3711371 h 371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3711371">
                <a:moveTo>
                  <a:pt x="0" y="0"/>
                </a:moveTo>
                <a:lnTo>
                  <a:pt x="3739647" y="0"/>
                </a:lnTo>
                <a:lnTo>
                  <a:pt x="3739647" y="3711371"/>
                </a:lnTo>
                <a:lnTo>
                  <a:pt x="0" y="37113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AAA611-0D8A-4CBD-84B9-375447BB51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70055" y="4461938"/>
            <a:ext cx="1869580" cy="1084781"/>
          </a:xfrm>
          <a:custGeom>
            <a:avLst/>
            <a:gdLst>
              <a:gd name="connsiteX0" fmla="*/ 0 w 3739647"/>
              <a:gd name="connsiteY0" fmla="*/ 0 h 2169562"/>
              <a:gd name="connsiteX1" fmla="*/ 3739647 w 3739647"/>
              <a:gd name="connsiteY1" fmla="*/ 0 h 2169562"/>
              <a:gd name="connsiteX2" fmla="*/ 3739647 w 3739647"/>
              <a:gd name="connsiteY2" fmla="*/ 2169562 h 2169562"/>
              <a:gd name="connsiteX3" fmla="*/ 0 w 3739647"/>
              <a:gd name="connsiteY3" fmla="*/ 2169562 h 2169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2169562">
                <a:moveTo>
                  <a:pt x="0" y="0"/>
                </a:moveTo>
                <a:lnTo>
                  <a:pt x="3739647" y="0"/>
                </a:lnTo>
                <a:lnTo>
                  <a:pt x="3739647" y="2169562"/>
                </a:lnTo>
                <a:lnTo>
                  <a:pt x="0" y="216956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EE5DA75-D57A-445B-800D-4D886BEE4E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14024" y="3731007"/>
            <a:ext cx="1231893" cy="1205416"/>
          </a:xfrm>
          <a:custGeom>
            <a:avLst/>
            <a:gdLst>
              <a:gd name="connsiteX0" fmla="*/ 0 w 2464106"/>
              <a:gd name="connsiteY0" fmla="*/ 0 h 2410831"/>
              <a:gd name="connsiteX1" fmla="*/ 2464106 w 2464106"/>
              <a:gd name="connsiteY1" fmla="*/ 0 h 2410831"/>
              <a:gd name="connsiteX2" fmla="*/ 2464106 w 2464106"/>
              <a:gd name="connsiteY2" fmla="*/ 2410831 h 2410831"/>
              <a:gd name="connsiteX3" fmla="*/ 0 w 2464106"/>
              <a:gd name="connsiteY3" fmla="*/ 2410831 h 2410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4106" h="2410831">
                <a:moveTo>
                  <a:pt x="0" y="0"/>
                </a:moveTo>
                <a:lnTo>
                  <a:pt x="2464106" y="0"/>
                </a:lnTo>
                <a:lnTo>
                  <a:pt x="2464106" y="2410831"/>
                </a:lnTo>
                <a:lnTo>
                  <a:pt x="0" y="24108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0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1E21332-A97F-43A7-8DF8-072F9064AA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16525" y="5170141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5AD58F5-2ECB-43D8-994C-B84B1B33D3E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7185" y="1041102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D9641E-A634-4742-98B2-F131FBB94E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3598" y="3608296"/>
            <a:ext cx="1995716" cy="1360940"/>
          </a:xfrm>
          <a:custGeom>
            <a:avLst/>
            <a:gdLst>
              <a:gd name="connsiteX0" fmla="*/ 0 w 3991951"/>
              <a:gd name="connsiteY0" fmla="*/ 0 h 2721879"/>
              <a:gd name="connsiteX1" fmla="*/ 3991951 w 3991951"/>
              <a:gd name="connsiteY1" fmla="*/ 0 h 2721879"/>
              <a:gd name="connsiteX2" fmla="*/ 3991951 w 3991951"/>
              <a:gd name="connsiteY2" fmla="*/ 2721879 h 2721879"/>
              <a:gd name="connsiteX3" fmla="*/ 0 w 3991951"/>
              <a:gd name="connsiteY3" fmla="*/ 2721879 h 27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721879">
                <a:moveTo>
                  <a:pt x="0" y="0"/>
                </a:moveTo>
                <a:lnTo>
                  <a:pt x="3991951" y="0"/>
                </a:lnTo>
                <a:lnTo>
                  <a:pt x="3991951" y="2721879"/>
                </a:lnTo>
                <a:lnTo>
                  <a:pt x="0" y="272187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91391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483D13-6DD3-40B5-B94A-22A72B88E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38960" y="3617088"/>
            <a:ext cx="1281061" cy="1542737"/>
          </a:xfrm>
          <a:custGeom>
            <a:avLst/>
            <a:gdLst>
              <a:gd name="connsiteX0" fmla="*/ 0 w 2562456"/>
              <a:gd name="connsiteY0" fmla="*/ 0 h 3085473"/>
              <a:gd name="connsiteX1" fmla="*/ 2562456 w 2562456"/>
              <a:gd name="connsiteY1" fmla="*/ 0 h 3085473"/>
              <a:gd name="connsiteX2" fmla="*/ 2562456 w 2562456"/>
              <a:gd name="connsiteY2" fmla="*/ 3085473 h 3085473"/>
              <a:gd name="connsiteX3" fmla="*/ 0 w 2562456"/>
              <a:gd name="connsiteY3" fmla="*/ 3085473 h 308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2456" h="3085473">
                <a:moveTo>
                  <a:pt x="0" y="0"/>
                </a:moveTo>
                <a:lnTo>
                  <a:pt x="2562456" y="0"/>
                </a:lnTo>
                <a:lnTo>
                  <a:pt x="2562456" y="3085473"/>
                </a:lnTo>
                <a:lnTo>
                  <a:pt x="0" y="308547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223C6C0-40B2-4B91-8B1C-E3376A7BC5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49199" y="503585"/>
            <a:ext cx="1869580" cy="1855686"/>
          </a:xfrm>
          <a:custGeom>
            <a:avLst/>
            <a:gdLst>
              <a:gd name="connsiteX0" fmla="*/ 0 w 3739647"/>
              <a:gd name="connsiteY0" fmla="*/ 0 h 3711371"/>
              <a:gd name="connsiteX1" fmla="*/ 3739647 w 3739647"/>
              <a:gd name="connsiteY1" fmla="*/ 0 h 3711371"/>
              <a:gd name="connsiteX2" fmla="*/ 3739647 w 3739647"/>
              <a:gd name="connsiteY2" fmla="*/ 3711371 h 3711371"/>
              <a:gd name="connsiteX3" fmla="*/ 0 w 3739647"/>
              <a:gd name="connsiteY3" fmla="*/ 3711371 h 371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3711371">
                <a:moveTo>
                  <a:pt x="0" y="0"/>
                </a:moveTo>
                <a:lnTo>
                  <a:pt x="3739647" y="0"/>
                </a:lnTo>
                <a:lnTo>
                  <a:pt x="3739647" y="3711371"/>
                </a:lnTo>
                <a:lnTo>
                  <a:pt x="0" y="37113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AAA611-0D8A-4CBD-84B9-375447BB51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70055" y="4461938"/>
            <a:ext cx="1869580" cy="1084781"/>
          </a:xfrm>
          <a:custGeom>
            <a:avLst/>
            <a:gdLst>
              <a:gd name="connsiteX0" fmla="*/ 0 w 3739647"/>
              <a:gd name="connsiteY0" fmla="*/ 0 h 2169562"/>
              <a:gd name="connsiteX1" fmla="*/ 3739647 w 3739647"/>
              <a:gd name="connsiteY1" fmla="*/ 0 h 2169562"/>
              <a:gd name="connsiteX2" fmla="*/ 3739647 w 3739647"/>
              <a:gd name="connsiteY2" fmla="*/ 2169562 h 2169562"/>
              <a:gd name="connsiteX3" fmla="*/ 0 w 3739647"/>
              <a:gd name="connsiteY3" fmla="*/ 2169562 h 2169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2169562">
                <a:moveTo>
                  <a:pt x="0" y="0"/>
                </a:moveTo>
                <a:lnTo>
                  <a:pt x="3739647" y="0"/>
                </a:lnTo>
                <a:lnTo>
                  <a:pt x="3739647" y="2169562"/>
                </a:lnTo>
                <a:lnTo>
                  <a:pt x="0" y="216956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EE5DA75-D57A-445B-800D-4D886BEE4E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14024" y="3731007"/>
            <a:ext cx="1231893" cy="1205416"/>
          </a:xfrm>
          <a:custGeom>
            <a:avLst/>
            <a:gdLst>
              <a:gd name="connsiteX0" fmla="*/ 0 w 2464106"/>
              <a:gd name="connsiteY0" fmla="*/ 0 h 2410831"/>
              <a:gd name="connsiteX1" fmla="*/ 2464106 w 2464106"/>
              <a:gd name="connsiteY1" fmla="*/ 0 h 2410831"/>
              <a:gd name="connsiteX2" fmla="*/ 2464106 w 2464106"/>
              <a:gd name="connsiteY2" fmla="*/ 2410831 h 2410831"/>
              <a:gd name="connsiteX3" fmla="*/ 0 w 2464106"/>
              <a:gd name="connsiteY3" fmla="*/ 2410831 h 2410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4106" h="2410831">
                <a:moveTo>
                  <a:pt x="0" y="0"/>
                </a:moveTo>
                <a:lnTo>
                  <a:pt x="2464106" y="0"/>
                </a:lnTo>
                <a:lnTo>
                  <a:pt x="2464106" y="2410831"/>
                </a:lnTo>
                <a:lnTo>
                  <a:pt x="0" y="24108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8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1E21332-A97F-43A7-8DF8-072F9064AA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16525" y="5170141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5AD58F5-2ECB-43D8-994C-B84B1B33D3E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7185" y="1041102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D9641E-A634-4742-98B2-F131FBB94E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3598" y="3608296"/>
            <a:ext cx="1995716" cy="1360940"/>
          </a:xfrm>
          <a:custGeom>
            <a:avLst/>
            <a:gdLst>
              <a:gd name="connsiteX0" fmla="*/ 0 w 3991951"/>
              <a:gd name="connsiteY0" fmla="*/ 0 h 2721879"/>
              <a:gd name="connsiteX1" fmla="*/ 3991951 w 3991951"/>
              <a:gd name="connsiteY1" fmla="*/ 0 h 2721879"/>
              <a:gd name="connsiteX2" fmla="*/ 3991951 w 3991951"/>
              <a:gd name="connsiteY2" fmla="*/ 2721879 h 2721879"/>
              <a:gd name="connsiteX3" fmla="*/ 0 w 3991951"/>
              <a:gd name="connsiteY3" fmla="*/ 2721879 h 27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721879">
                <a:moveTo>
                  <a:pt x="0" y="0"/>
                </a:moveTo>
                <a:lnTo>
                  <a:pt x="3991951" y="0"/>
                </a:lnTo>
                <a:lnTo>
                  <a:pt x="3991951" y="2721879"/>
                </a:lnTo>
                <a:lnTo>
                  <a:pt x="0" y="272187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3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29ECCF-26E4-460B-B63D-0178A5C20500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tx1">
              <a:lumMod val="90000"/>
              <a:lumOff val="1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18560855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9332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289BE9-3518-4572-9F36-A58461E160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5202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95F91-8D51-4FF1-A532-B0BD4F027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2999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C8D104-8DBC-47C1-B410-760C3B7EC2C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50798" y="2960127"/>
            <a:ext cx="1368814" cy="937747"/>
          </a:xfrm>
          <a:custGeom>
            <a:avLst/>
            <a:gdLst>
              <a:gd name="connsiteX0" fmla="*/ 0 w 2737984"/>
              <a:gd name="connsiteY0" fmla="*/ 0 h 1875494"/>
              <a:gd name="connsiteX1" fmla="*/ 2737984 w 2737984"/>
              <a:gd name="connsiteY1" fmla="*/ 0 h 1875494"/>
              <a:gd name="connsiteX2" fmla="*/ 2737984 w 2737984"/>
              <a:gd name="connsiteY2" fmla="*/ 1875494 h 1875494"/>
              <a:gd name="connsiteX3" fmla="*/ 0 w 2737984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4" h="1875494">
                <a:moveTo>
                  <a:pt x="0" y="0"/>
                </a:moveTo>
                <a:lnTo>
                  <a:pt x="2737984" y="0"/>
                </a:lnTo>
                <a:lnTo>
                  <a:pt x="2737984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298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CDF241A1-3249-4A50-880D-BD32EE8458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5314259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2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960575" y="251257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Picture Placeholder 75">
            <a:extLst>
              <a:ext uri="{FF2B5EF4-FFF2-40B4-BE49-F238E27FC236}">
                <a16:creationId xmlns:a16="http://schemas.microsoft.com/office/drawing/2014/main" id="{B73DCDD3-849B-48E9-9914-DC8C6C49302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-177423" y="284578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Picture Placeholder 75">
            <a:extLst>
              <a:ext uri="{FF2B5EF4-FFF2-40B4-BE49-F238E27FC236}">
                <a16:creationId xmlns:a16="http://schemas.microsoft.com/office/drawing/2014/main" id="{8083A199-38E5-4ACB-BD72-CEC6E71018D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480191" y="4288872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Picture Placeholder 75">
            <a:extLst>
              <a:ext uri="{FF2B5EF4-FFF2-40B4-BE49-F238E27FC236}">
                <a16:creationId xmlns:a16="http://schemas.microsoft.com/office/drawing/2014/main" id="{30F15E57-04C6-4909-ACB4-7ACAA591DE3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3446134" y="308710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Picture Placeholder 75">
            <a:extLst>
              <a:ext uri="{FF2B5EF4-FFF2-40B4-BE49-F238E27FC236}">
                <a16:creationId xmlns:a16="http://schemas.microsoft.com/office/drawing/2014/main" id="{86FBEEA4-D851-4A6C-878E-E42016D4A5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805022" y="455708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75">
            <a:extLst>
              <a:ext uri="{FF2B5EF4-FFF2-40B4-BE49-F238E27FC236}">
                <a16:creationId xmlns:a16="http://schemas.microsoft.com/office/drawing/2014/main" id="{204CD476-3BC2-488C-9229-A7DD254475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840192" y="599542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5" grpId="0" animBg="1"/>
      <p:bldP spid="6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51805" y="1941447"/>
            <a:ext cx="5288390" cy="2975107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accent3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177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75">
            <a:extLst>
              <a:ext uri="{FF2B5EF4-FFF2-40B4-BE49-F238E27FC236}">
                <a16:creationId xmlns:a16="http://schemas.microsoft.com/office/drawing/2014/main" id="{DE1F0CA1-994C-4B15-BD61-C1FC8BE244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795324" y="-2019910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75">
            <a:extLst>
              <a:ext uri="{FF2B5EF4-FFF2-40B4-BE49-F238E27FC236}">
                <a16:creationId xmlns:a16="http://schemas.microsoft.com/office/drawing/2014/main" id="{CCDC6E92-1B4E-4F2A-BD85-917834D7D1B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98700" y="-59406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75">
            <a:extLst>
              <a:ext uri="{FF2B5EF4-FFF2-40B4-BE49-F238E27FC236}">
                <a16:creationId xmlns:a16="http://schemas.microsoft.com/office/drawing/2014/main" id="{60FE58BF-2882-4922-8BE2-DC5C806999A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1002077" y="83177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75">
            <a:extLst>
              <a:ext uri="{FF2B5EF4-FFF2-40B4-BE49-F238E27FC236}">
                <a16:creationId xmlns:a16="http://schemas.microsoft.com/office/drawing/2014/main" id="{DFC0A416-BD43-4889-A746-153B68F952A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92594" y="-147069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75">
            <a:extLst>
              <a:ext uri="{FF2B5EF4-FFF2-40B4-BE49-F238E27FC236}">
                <a16:creationId xmlns:a16="http://schemas.microsoft.com/office/drawing/2014/main" id="{0B4C680D-3D96-4F02-8FDE-6C344B4EA94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695970" y="-4485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75">
            <a:extLst>
              <a:ext uri="{FF2B5EF4-FFF2-40B4-BE49-F238E27FC236}">
                <a16:creationId xmlns:a16="http://schemas.microsoft.com/office/drawing/2014/main" id="{0136ECC1-14F7-404A-BB65-765B022634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307095" y="136549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75">
            <a:extLst>
              <a:ext uri="{FF2B5EF4-FFF2-40B4-BE49-F238E27FC236}">
                <a16:creationId xmlns:a16="http://schemas.microsoft.com/office/drawing/2014/main" id="{61F32264-5F7E-4A46-97AB-AABAB86F1EA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911794" y="278446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309" y="-1058251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8" name="Picture Placeholder 75">
            <a:extLst>
              <a:ext uri="{FF2B5EF4-FFF2-40B4-BE49-F238E27FC236}">
                <a16:creationId xmlns:a16="http://schemas.microsoft.com/office/drawing/2014/main" id="{65B77482-57E1-46FD-913A-0092573AC5F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754685" y="367594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9" name="Picture Placeholder 75">
            <a:extLst>
              <a:ext uri="{FF2B5EF4-FFF2-40B4-BE49-F238E27FC236}">
                <a16:creationId xmlns:a16="http://schemas.microsoft.com/office/drawing/2014/main" id="{B37A391A-9563-4D8D-9F81-AF2A558906B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358062" y="179343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75">
            <a:extLst>
              <a:ext uri="{FF2B5EF4-FFF2-40B4-BE49-F238E27FC236}">
                <a16:creationId xmlns:a16="http://schemas.microsoft.com/office/drawing/2014/main" id="{905913FF-40D6-422E-AE96-62587D32CE1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69186" y="3203785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75">
            <a:extLst>
              <a:ext uri="{FF2B5EF4-FFF2-40B4-BE49-F238E27FC236}">
                <a16:creationId xmlns:a16="http://schemas.microsoft.com/office/drawing/2014/main" id="{139B3716-743D-4E4C-8E9E-2862234854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73886" y="462275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7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13" grpId="0" animBg="1"/>
      <p:bldP spid="14" grpId="0" animBg="1"/>
      <p:bldP spid="15" grpId="0" animBg="1"/>
      <p:bldP spid="16" grpId="0" animBg="1"/>
      <p:bldP spid="2" grpId="0" animBg="1"/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75">
            <a:extLst>
              <a:ext uri="{FF2B5EF4-FFF2-40B4-BE49-F238E27FC236}">
                <a16:creationId xmlns:a16="http://schemas.microsoft.com/office/drawing/2014/main" id="{E663C24A-6D61-4CE5-B812-FEFFD014239B}"/>
              </a:ext>
            </a:extLst>
          </p:cNvPr>
          <p:cNvSpPr>
            <a:spLocks noGrp="1" noChangeAspect="1"/>
          </p:cNvSpPr>
          <p:nvPr>
            <p:ph type="pic" sz="quarter" idx="57"/>
          </p:nvPr>
        </p:nvSpPr>
        <p:spPr>
          <a:xfrm>
            <a:off x="-657118" y="-149065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9" name="Picture Placeholder 75">
            <a:extLst>
              <a:ext uri="{FF2B5EF4-FFF2-40B4-BE49-F238E27FC236}">
                <a16:creationId xmlns:a16="http://schemas.microsoft.com/office/drawing/2014/main" id="{FC0F3EFD-29EA-4CF3-945D-F2BDFE1089BA}"/>
              </a:ext>
            </a:extLst>
          </p:cNvPr>
          <p:cNvSpPr>
            <a:spLocks noGrp="1" noChangeAspect="1"/>
          </p:cNvSpPr>
          <p:nvPr>
            <p:ph type="pic" sz="quarter" idx="58"/>
          </p:nvPr>
        </p:nvSpPr>
        <p:spPr>
          <a:xfrm>
            <a:off x="-2891069" y="-23119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1" name="Picture Placeholder 75">
            <a:extLst>
              <a:ext uri="{FF2B5EF4-FFF2-40B4-BE49-F238E27FC236}">
                <a16:creationId xmlns:a16="http://schemas.microsoft.com/office/drawing/2014/main" id="{03EDB8AD-F804-43C3-A0D1-C12D7225E290}"/>
              </a:ext>
            </a:extLst>
          </p:cNvPr>
          <p:cNvSpPr>
            <a:spLocks noGrp="1" noChangeAspect="1"/>
          </p:cNvSpPr>
          <p:nvPr>
            <p:ph type="pic" sz="quarter" idx="50"/>
          </p:nvPr>
        </p:nvSpPr>
        <p:spPr>
          <a:xfrm>
            <a:off x="1728774" y="-113977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2" name="Picture Placeholder 75">
            <a:extLst>
              <a:ext uri="{FF2B5EF4-FFF2-40B4-BE49-F238E27FC236}">
                <a16:creationId xmlns:a16="http://schemas.microsoft.com/office/drawing/2014/main" id="{C5D21686-787F-4D1D-8E80-E2508F394D2B}"/>
              </a:ext>
            </a:extLst>
          </p:cNvPr>
          <p:cNvSpPr>
            <a:spLocks noGrp="1" noChangeAspect="1"/>
          </p:cNvSpPr>
          <p:nvPr>
            <p:ph type="pic" sz="quarter" idx="51"/>
          </p:nvPr>
        </p:nvSpPr>
        <p:spPr>
          <a:xfrm>
            <a:off x="-505177" y="11968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3" name="Picture Placeholder 75">
            <a:extLst>
              <a:ext uri="{FF2B5EF4-FFF2-40B4-BE49-F238E27FC236}">
                <a16:creationId xmlns:a16="http://schemas.microsoft.com/office/drawing/2014/main" id="{A4D6FD94-3DFB-4DD1-A3E1-05F00BC1540C}"/>
              </a:ext>
            </a:extLst>
          </p:cNvPr>
          <p:cNvSpPr>
            <a:spLocks noGrp="1" noChangeAspect="1"/>
          </p:cNvSpPr>
          <p:nvPr>
            <p:ph type="pic" sz="quarter" idx="52"/>
          </p:nvPr>
        </p:nvSpPr>
        <p:spPr>
          <a:xfrm>
            <a:off x="-2739128" y="137914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75">
            <a:extLst>
              <a:ext uri="{FF2B5EF4-FFF2-40B4-BE49-F238E27FC236}">
                <a16:creationId xmlns:a16="http://schemas.microsoft.com/office/drawing/2014/main" id="{6CAD025C-A654-4C88-A249-7079110D412A}"/>
              </a:ext>
            </a:extLst>
          </p:cNvPr>
          <p:cNvSpPr>
            <a:spLocks noGrp="1" noChangeAspect="1"/>
          </p:cNvSpPr>
          <p:nvPr>
            <p:ph type="pic" sz="quarter" idx="43"/>
          </p:nvPr>
        </p:nvSpPr>
        <p:spPr>
          <a:xfrm>
            <a:off x="3949279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75">
            <a:extLst>
              <a:ext uri="{FF2B5EF4-FFF2-40B4-BE49-F238E27FC236}">
                <a16:creationId xmlns:a16="http://schemas.microsoft.com/office/drawing/2014/main" id="{7D2A6AB2-B1B6-4E6E-A516-1624DC823BCE}"/>
              </a:ext>
            </a:extLst>
          </p:cNvPr>
          <p:cNvSpPr>
            <a:spLocks noGrp="1" noChangeAspect="1"/>
          </p:cNvSpPr>
          <p:nvPr>
            <p:ph type="pic" sz="quarter" idx="44"/>
          </p:nvPr>
        </p:nvSpPr>
        <p:spPr>
          <a:xfrm>
            <a:off x="1715328" y="57285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30" name="Picture Placeholder 75">
            <a:extLst>
              <a:ext uri="{FF2B5EF4-FFF2-40B4-BE49-F238E27FC236}">
                <a16:creationId xmlns:a16="http://schemas.microsoft.com/office/drawing/2014/main" id="{9DD0859E-1EE8-4927-8BB2-F5754D3BD7BB}"/>
              </a:ext>
            </a:extLst>
          </p:cNvPr>
          <p:cNvSpPr>
            <a:spLocks noGrp="1" noChangeAspect="1"/>
          </p:cNvSpPr>
          <p:nvPr>
            <p:ph type="pic" sz="quarter" idx="45"/>
          </p:nvPr>
        </p:nvSpPr>
        <p:spPr>
          <a:xfrm>
            <a:off x="-518622" y="1832311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75">
            <a:extLst>
              <a:ext uri="{FF2B5EF4-FFF2-40B4-BE49-F238E27FC236}">
                <a16:creationId xmlns:a16="http://schemas.microsoft.com/office/drawing/2014/main" id="{F9FC8C08-0383-4EC2-82BB-1133D3D229E0}"/>
              </a:ext>
            </a:extLst>
          </p:cNvPr>
          <p:cNvSpPr>
            <a:spLocks noGrp="1" noChangeAspect="1"/>
          </p:cNvSpPr>
          <p:nvPr>
            <p:ph type="pic" sz="quarter" idx="46"/>
          </p:nvPr>
        </p:nvSpPr>
        <p:spPr>
          <a:xfrm>
            <a:off x="-2752573" y="309176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75">
            <a:extLst>
              <a:ext uri="{FF2B5EF4-FFF2-40B4-BE49-F238E27FC236}">
                <a16:creationId xmlns:a16="http://schemas.microsoft.com/office/drawing/2014/main" id="{607EBF97-CA98-44E9-938D-F451E62350C1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942516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75">
            <a:extLst>
              <a:ext uri="{FF2B5EF4-FFF2-40B4-BE49-F238E27FC236}">
                <a16:creationId xmlns:a16="http://schemas.microsoft.com/office/drawing/2014/main" id="{3D16D7ED-FD8B-4316-A459-2B2FB95393A8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4708566" y="57285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75">
            <a:extLst>
              <a:ext uri="{FF2B5EF4-FFF2-40B4-BE49-F238E27FC236}">
                <a16:creationId xmlns:a16="http://schemas.microsoft.com/office/drawing/2014/main" id="{0CDD9022-DE91-4943-A173-2B143DF81A30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2474615" y="1832311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75">
            <a:extLst>
              <a:ext uri="{FF2B5EF4-FFF2-40B4-BE49-F238E27FC236}">
                <a16:creationId xmlns:a16="http://schemas.microsoft.com/office/drawing/2014/main" id="{ABE95176-571E-450E-92C4-6C81EA4C7A3E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240664" y="309176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75">
            <a:extLst>
              <a:ext uri="{FF2B5EF4-FFF2-40B4-BE49-F238E27FC236}">
                <a16:creationId xmlns:a16="http://schemas.microsoft.com/office/drawing/2014/main" id="{3EFAEF24-F8F9-40CF-94FB-D6695C184868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-1993286" y="435122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672465" y="-53115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Picture Placeholder 75">
            <a:extLst>
              <a:ext uri="{FF2B5EF4-FFF2-40B4-BE49-F238E27FC236}">
                <a16:creationId xmlns:a16="http://schemas.microsoft.com/office/drawing/2014/main" id="{FEAB132E-72A8-4AAE-84A4-48B1A95CEE6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7438514" y="7283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" name="Picture Placeholder 75">
            <a:extLst>
              <a:ext uri="{FF2B5EF4-FFF2-40B4-BE49-F238E27FC236}">
                <a16:creationId xmlns:a16="http://schemas.microsoft.com/office/drawing/2014/main" id="{243FAE32-B9F4-4AE7-AE82-22570A22956A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5204564" y="19877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" name="Picture Placeholder 75">
            <a:extLst>
              <a:ext uri="{FF2B5EF4-FFF2-40B4-BE49-F238E27FC236}">
                <a16:creationId xmlns:a16="http://schemas.microsoft.com/office/drawing/2014/main" id="{22DB54D1-378A-4542-9D02-E25B5BADC362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2970613" y="32472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7" name="Picture Placeholder 75">
            <a:extLst>
              <a:ext uri="{FF2B5EF4-FFF2-40B4-BE49-F238E27FC236}">
                <a16:creationId xmlns:a16="http://schemas.microsoft.com/office/drawing/2014/main" id="{8FFD3707-289A-4097-A634-5DFE56AC06FE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736662" y="450667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8" name="Picture Placeholder 75">
            <a:extLst>
              <a:ext uri="{FF2B5EF4-FFF2-40B4-BE49-F238E27FC236}">
                <a16:creationId xmlns:a16="http://schemas.microsoft.com/office/drawing/2014/main" id="{54A7639C-C713-48A6-BCBD-272206505DD0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-1497288" y="576613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75">
            <a:extLst>
              <a:ext uri="{FF2B5EF4-FFF2-40B4-BE49-F238E27FC236}">
                <a16:creationId xmlns:a16="http://schemas.microsoft.com/office/drawing/2014/main" id="{EADC1BA6-7445-4738-896F-F25E3B51C12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10280074" y="81369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75">
            <a:extLst>
              <a:ext uri="{FF2B5EF4-FFF2-40B4-BE49-F238E27FC236}">
                <a16:creationId xmlns:a16="http://schemas.microsoft.com/office/drawing/2014/main" id="{C2B339F4-9FE6-4B11-BADC-2E50B1ADD1F5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8046124" y="207314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75">
            <a:extLst>
              <a:ext uri="{FF2B5EF4-FFF2-40B4-BE49-F238E27FC236}">
                <a16:creationId xmlns:a16="http://schemas.microsoft.com/office/drawing/2014/main" id="{FFE71006-16E5-457F-9B4E-4C8C74041CF2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5812173" y="33326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75">
            <a:extLst>
              <a:ext uri="{FF2B5EF4-FFF2-40B4-BE49-F238E27FC236}">
                <a16:creationId xmlns:a16="http://schemas.microsoft.com/office/drawing/2014/main" id="{6DDB9485-9DF7-49C5-ADFC-F845200EBD64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3578222" y="45920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75">
            <a:extLst>
              <a:ext uri="{FF2B5EF4-FFF2-40B4-BE49-F238E27FC236}">
                <a16:creationId xmlns:a16="http://schemas.microsoft.com/office/drawing/2014/main" id="{C2FEBF29-F3C4-44EB-A394-6B97F83C159B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344272" y="58515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3" name="Picture Placeholder 75">
            <a:extLst>
              <a:ext uri="{FF2B5EF4-FFF2-40B4-BE49-F238E27FC236}">
                <a16:creationId xmlns:a16="http://schemas.microsoft.com/office/drawing/2014/main" id="{2F015E8F-22EA-4453-8367-140895DC3255}"/>
              </a:ext>
            </a:extLst>
          </p:cNvPr>
          <p:cNvSpPr>
            <a:spLocks noGrp="1" noChangeAspect="1"/>
          </p:cNvSpPr>
          <p:nvPr>
            <p:ph type="pic" sz="quarter" idx="62"/>
          </p:nvPr>
        </p:nvSpPr>
        <p:spPr>
          <a:xfrm>
            <a:off x="10348604" y="245607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4" name="Picture Placeholder 75">
            <a:extLst>
              <a:ext uri="{FF2B5EF4-FFF2-40B4-BE49-F238E27FC236}">
                <a16:creationId xmlns:a16="http://schemas.microsoft.com/office/drawing/2014/main" id="{38BD2839-9FD8-4A47-8C6C-BA555D30B060}"/>
              </a:ext>
            </a:extLst>
          </p:cNvPr>
          <p:cNvSpPr>
            <a:spLocks noGrp="1" noChangeAspect="1"/>
          </p:cNvSpPr>
          <p:nvPr>
            <p:ph type="pic" sz="quarter" idx="63"/>
          </p:nvPr>
        </p:nvSpPr>
        <p:spPr>
          <a:xfrm>
            <a:off x="8114654" y="371553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5" name="Picture Placeholder 75">
            <a:extLst>
              <a:ext uri="{FF2B5EF4-FFF2-40B4-BE49-F238E27FC236}">
                <a16:creationId xmlns:a16="http://schemas.microsoft.com/office/drawing/2014/main" id="{36034C35-1CBE-46E5-9904-EDC510CB644A}"/>
              </a:ext>
            </a:extLst>
          </p:cNvPr>
          <p:cNvSpPr>
            <a:spLocks noGrp="1" noChangeAspect="1"/>
          </p:cNvSpPr>
          <p:nvPr>
            <p:ph type="pic" sz="quarter" idx="64"/>
          </p:nvPr>
        </p:nvSpPr>
        <p:spPr>
          <a:xfrm>
            <a:off x="5880703" y="497498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6" name="Picture Placeholder 75">
            <a:extLst>
              <a:ext uri="{FF2B5EF4-FFF2-40B4-BE49-F238E27FC236}">
                <a16:creationId xmlns:a16="http://schemas.microsoft.com/office/drawing/2014/main" id="{507BEDBC-9F75-40C5-8467-AA2A8746E709}"/>
              </a:ext>
            </a:extLst>
          </p:cNvPr>
          <p:cNvSpPr>
            <a:spLocks noGrp="1" noChangeAspect="1"/>
          </p:cNvSpPr>
          <p:nvPr>
            <p:ph type="pic" sz="quarter" idx="65"/>
          </p:nvPr>
        </p:nvSpPr>
        <p:spPr>
          <a:xfrm>
            <a:off x="3646752" y="623444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9" name="Picture Placeholder 75">
            <a:extLst>
              <a:ext uri="{FF2B5EF4-FFF2-40B4-BE49-F238E27FC236}">
                <a16:creationId xmlns:a16="http://schemas.microsoft.com/office/drawing/2014/main" id="{AECDF11A-996B-4276-B504-5061846D8626}"/>
              </a:ext>
            </a:extLst>
          </p:cNvPr>
          <p:cNvSpPr>
            <a:spLocks noGrp="1" noChangeAspect="1"/>
          </p:cNvSpPr>
          <p:nvPr>
            <p:ph type="pic" sz="quarter" idx="68"/>
          </p:nvPr>
        </p:nvSpPr>
        <p:spPr>
          <a:xfrm>
            <a:off x="10536718" y="403782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0" name="Picture Placeholder 75">
            <a:extLst>
              <a:ext uri="{FF2B5EF4-FFF2-40B4-BE49-F238E27FC236}">
                <a16:creationId xmlns:a16="http://schemas.microsoft.com/office/drawing/2014/main" id="{18FFBB60-78C0-41D6-B988-AE90BC50278F}"/>
              </a:ext>
            </a:extLst>
          </p:cNvPr>
          <p:cNvSpPr>
            <a:spLocks noGrp="1" noChangeAspect="1"/>
          </p:cNvSpPr>
          <p:nvPr>
            <p:ph type="pic" sz="quarter" idx="69"/>
          </p:nvPr>
        </p:nvSpPr>
        <p:spPr>
          <a:xfrm>
            <a:off x="8302767" y="529728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1" name="Picture Placeholder 75">
            <a:extLst>
              <a:ext uri="{FF2B5EF4-FFF2-40B4-BE49-F238E27FC236}">
                <a16:creationId xmlns:a16="http://schemas.microsoft.com/office/drawing/2014/main" id="{157843DF-2840-468E-B1B3-C729FF5281C6}"/>
              </a:ext>
            </a:extLst>
          </p:cNvPr>
          <p:cNvSpPr>
            <a:spLocks noGrp="1" noChangeAspect="1"/>
          </p:cNvSpPr>
          <p:nvPr>
            <p:ph type="pic" sz="quarter" idx="70"/>
          </p:nvPr>
        </p:nvSpPr>
        <p:spPr>
          <a:xfrm>
            <a:off x="6068817" y="655673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5" name="Picture Placeholder 75">
            <a:extLst>
              <a:ext uri="{FF2B5EF4-FFF2-40B4-BE49-F238E27FC236}">
                <a16:creationId xmlns:a16="http://schemas.microsoft.com/office/drawing/2014/main" id="{8DF2D5D1-AC63-4DDD-BF20-41ACF22FCE4B}"/>
              </a:ext>
            </a:extLst>
          </p:cNvPr>
          <p:cNvSpPr>
            <a:spLocks noGrp="1" noChangeAspect="1"/>
          </p:cNvSpPr>
          <p:nvPr>
            <p:ph type="pic" sz="quarter" idx="74"/>
          </p:nvPr>
        </p:nvSpPr>
        <p:spPr>
          <a:xfrm>
            <a:off x="11051634" y="54640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6" name="Picture Placeholder 75">
            <a:extLst>
              <a:ext uri="{FF2B5EF4-FFF2-40B4-BE49-F238E27FC236}">
                <a16:creationId xmlns:a16="http://schemas.microsoft.com/office/drawing/2014/main" id="{3932DA6D-A9C7-4444-87EB-1B1FFD57213B}"/>
              </a:ext>
            </a:extLst>
          </p:cNvPr>
          <p:cNvSpPr>
            <a:spLocks noGrp="1" noChangeAspect="1"/>
          </p:cNvSpPr>
          <p:nvPr>
            <p:ph type="pic" sz="quarter" idx="75"/>
          </p:nvPr>
        </p:nvSpPr>
        <p:spPr>
          <a:xfrm>
            <a:off x="8817684" y="672347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2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3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3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3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3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41" grpId="0" animBg="1"/>
      <p:bldP spid="42" grpId="0" animBg="1"/>
      <p:bldP spid="43" grpId="0" animBg="1"/>
      <p:bldP spid="28" grpId="0" animBg="1"/>
      <p:bldP spid="29" grpId="0" animBg="1"/>
      <p:bldP spid="30" grpId="0" animBg="1"/>
      <p:bldP spid="3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53" grpId="0" animBg="1"/>
      <p:bldP spid="54" grpId="0" animBg="1"/>
      <p:bldP spid="55" grpId="0" animBg="1"/>
      <p:bldP spid="56" grpId="0" animBg="1"/>
      <p:bldP spid="59" grpId="0" animBg="1"/>
      <p:bldP spid="60" grpId="0" animBg="1"/>
      <p:bldP spid="61" grpId="0" animBg="1"/>
      <p:bldP spid="65" grpId="0" animBg="1"/>
      <p:bldP spid="66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58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5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56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55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51.xml"/><Relationship Id="rId30" Type="http://schemas.openxmlformats.org/officeDocument/2006/relationships/slideLayout" Target="../slideLayouts/slideLayout54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7" Type="http://schemas.openxmlformats.org/officeDocument/2006/relationships/hyperlink" Target="https://twitter.com/" TargetMode="Externa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hyperlink" Target="https://www.linkedin.com/" TargetMode="External"/><Relationship Id="rId5" Type="http://schemas.openxmlformats.org/officeDocument/2006/relationships/hyperlink" Target="https://www.facebook.com/" TargetMode="Externa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hyperlink" Target="https://twitter.com/" TargetMode="Externa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hyperlink" Target="https://www.linkedin.com/" TargetMode="External"/><Relationship Id="rId5" Type="http://schemas.openxmlformats.org/officeDocument/2006/relationships/slideLayout" Target="../slideLayouts/slideLayout72.xml"/><Relationship Id="rId10" Type="http://schemas.openxmlformats.org/officeDocument/2006/relationships/hyperlink" Target="https://www.facebook.com/" TargetMode="External"/><Relationship Id="rId4" Type="http://schemas.openxmlformats.org/officeDocument/2006/relationships/slideLayout" Target="../slideLayouts/slideLayout71.xml"/><Relationship Id="rId9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55A70E-BB19-3BC7-C8D1-0866EEDF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98ABB-ECBA-F66B-B6E1-7F75D134A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6AE59-622C-B57A-2DB1-A8E707B02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DB427-22B4-9C45-97CD-54EFCF10158A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0867-DA11-9D58-835D-051F4E36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9EB92-A06D-535C-2172-5FAB84D75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4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13226" y="6367063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377304C-9DD4-4699-B378-674485569779}"/>
              </a:ext>
            </a:extLst>
          </p:cNvPr>
          <p:cNvGrpSpPr/>
          <p:nvPr userDrawn="1"/>
        </p:nvGrpSpPr>
        <p:grpSpPr>
          <a:xfrm rot="5400000">
            <a:off x="382719" y="168046"/>
            <a:ext cx="51412" cy="349023"/>
            <a:chOff x="729638" y="739163"/>
            <a:chExt cx="102824" cy="698136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9B4F256-E5E5-4514-8124-346326987216}"/>
                </a:ext>
              </a:extLst>
            </p:cNvPr>
            <p:cNvSpPr/>
            <p:nvPr userDrawn="1"/>
          </p:nvSpPr>
          <p:spPr>
            <a:xfrm>
              <a:off x="729638" y="739163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30C5FF0-DC40-4A68-B3DD-90F08B400541}"/>
                </a:ext>
              </a:extLst>
            </p:cNvPr>
            <p:cNvSpPr/>
            <p:nvPr userDrawn="1"/>
          </p:nvSpPr>
          <p:spPr>
            <a:xfrm>
              <a:off x="729638" y="1036819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42FAED1-C994-470E-BF49-B9FD43CAE860}"/>
                </a:ext>
              </a:extLst>
            </p:cNvPr>
            <p:cNvSpPr/>
            <p:nvPr userDrawn="1"/>
          </p:nvSpPr>
          <p:spPr>
            <a:xfrm>
              <a:off x="729638" y="1334475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9847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066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64" r:id="rId9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ght Blue">
            <a:extLst>
              <a:ext uri="{FF2B5EF4-FFF2-40B4-BE49-F238E27FC236}">
                <a16:creationId xmlns:a16="http://schemas.microsoft.com/office/drawing/2014/main" id="{D388DFEE-482F-430F-8764-822541B3C711}"/>
              </a:ext>
            </a:extLst>
          </p:cNvPr>
          <p:cNvSpPr/>
          <p:nvPr/>
        </p:nvSpPr>
        <p:spPr>
          <a:xfrm rot="11700000">
            <a:off x="-4544341" y="83911"/>
            <a:ext cx="15959221" cy="10708345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7000">
                <a:schemeClr val="accent2"/>
              </a:gs>
              <a:gs pos="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6" name="Pink Purple">
            <a:extLst>
              <a:ext uri="{FF2B5EF4-FFF2-40B4-BE49-F238E27FC236}">
                <a16:creationId xmlns:a16="http://schemas.microsoft.com/office/drawing/2014/main" id="{FBBAE8E4-5822-4697-9CB0-416C2285D412}"/>
              </a:ext>
            </a:extLst>
          </p:cNvPr>
          <p:cNvSpPr/>
          <p:nvPr/>
        </p:nvSpPr>
        <p:spPr>
          <a:xfrm rot="900000">
            <a:off x="-2008543" y="-4096517"/>
            <a:ext cx="10503734" cy="939410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1000">
                <a:schemeClr val="accent2"/>
              </a:gs>
              <a:gs pos="40000">
                <a:schemeClr val="accent3">
                  <a:lumMod val="75000"/>
                </a:schemeClr>
              </a:gs>
              <a:gs pos="0">
                <a:schemeClr val="accent3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Purple">
            <a:extLst>
              <a:ext uri="{FF2B5EF4-FFF2-40B4-BE49-F238E27FC236}">
                <a16:creationId xmlns:a16="http://schemas.microsoft.com/office/drawing/2014/main" id="{BE8684E9-46AD-4F7B-B7A2-C0E291C667C5}"/>
              </a:ext>
            </a:extLst>
          </p:cNvPr>
          <p:cNvSpPr/>
          <p:nvPr/>
        </p:nvSpPr>
        <p:spPr>
          <a:xfrm rot="15300000">
            <a:off x="1207066" y="-4670724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3000">
                <a:schemeClr val="accent2"/>
              </a:gs>
              <a:gs pos="0">
                <a:schemeClr val="accent2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Pink">
            <a:extLst>
              <a:ext uri="{FF2B5EF4-FFF2-40B4-BE49-F238E27FC236}">
                <a16:creationId xmlns:a16="http://schemas.microsoft.com/office/drawing/2014/main" id="{A0C126FD-D78B-4C2F-97BE-020A3C75E44A}"/>
              </a:ext>
            </a:extLst>
          </p:cNvPr>
          <p:cNvSpPr/>
          <p:nvPr/>
        </p:nvSpPr>
        <p:spPr>
          <a:xfrm rot="9000000">
            <a:off x="285211" y="-2546184"/>
            <a:ext cx="8538604" cy="7636573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Light Blue">
            <a:extLst>
              <a:ext uri="{FF2B5EF4-FFF2-40B4-BE49-F238E27FC236}">
                <a16:creationId xmlns:a16="http://schemas.microsoft.com/office/drawing/2014/main" id="{251649C5-3386-4361-95CE-44792724EF40}"/>
              </a:ext>
            </a:extLst>
          </p:cNvPr>
          <p:cNvSpPr/>
          <p:nvPr userDrawn="1"/>
        </p:nvSpPr>
        <p:spPr>
          <a:xfrm rot="15300000">
            <a:off x="3663172" y="-3280938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80000">
                <a:schemeClr val="accent2">
                  <a:alpha val="32000"/>
                </a:schemeClr>
              </a:gs>
              <a:gs pos="0">
                <a:schemeClr val="accent1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B9C493A-C0C5-433E-B0C9-73E5F353A3AD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95DFE2E-B2E5-466B-B1CC-C85DE1401518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E24D81-6663-4CF8-857E-F1F0413B3577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DDEAE338-FF37-4E7C-8B4D-BAA7F448833A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bg1"/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1043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3" r:id="rId30"/>
    <p:sldLayoutId id="2147483754" r:id="rId31"/>
    <p:sldLayoutId id="2147483755" r:id="rId32"/>
    <p:sldLayoutId id="2147483756" r:id="rId33"/>
    <p:sldLayoutId id="2147483757" r:id="rId34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00000"/>
          </p15:clr>
        </p15:guide>
        <p15:guide id="2" pos="7681">
          <p15:clr>
            <a:srgbClr val="000000"/>
          </p15:clr>
        </p15:guide>
        <p15:guide id="3" orient="horz" pos="816">
          <p15:clr>
            <a:srgbClr val="000000"/>
          </p15:clr>
        </p15:guide>
        <p15:guide id="4" orient="horz" pos="7776">
          <p15:clr>
            <a:srgbClr val="000000"/>
          </p15:clr>
        </p15:guide>
        <p15:guide id="5" pos="14377">
          <p15:clr>
            <a:srgbClr val="000000"/>
          </p15:clr>
        </p15:guide>
        <p15:guide id="6" pos="985">
          <p15:clr>
            <a:srgbClr val="000000"/>
          </p15:clr>
        </p15:guide>
        <p15:guide id="7">
          <p15:clr>
            <a:srgbClr val="FFFFFF"/>
          </p15:clr>
        </p15:guide>
        <p15:guide id="8" pos="15362">
          <p15:clr>
            <a:srgbClr val="FFFFFF"/>
          </p15:clr>
        </p15:guide>
        <p15:guide id="9" orient="horz">
          <p15:clr>
            <a:srgbClr val="FFFFFF"/>
          </p15:clr>
        </p15:guide>
        <p15:guide id="10" orient="horz" pos="8640">
          <p15:clr>
            <a:srgbClr val="FFFFFF"/>
          </p15:clr>
        </p15:guide>
        <p15:guide id="11" pos="4321">
          <p15:clr>
            <a:srgbClr val="F26B43"/>
          </p15:clr>
        </p15:guide>
        <p15:guide id="12" pos="1104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7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13226" y="6367063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377304C-9DD4-4699-B378-674485569779}"/>
              </a:ext>
            </a:extLst>
          </p:cNvPr>
          <p:cNvGrpSpPr/>
          <p:nvPr userDrawn="1"/>
        </p:nvGrpSpPr>
        <p:grpSpPr>
          <a:xfrm rot="5400000">
            <a:off x="382719" y="168046"/>
            <a:ext cx="51412" cy="349023"/>
            <a:chOff x="729638" y="739163"/>
            <a:chExt cx="102824" cy="698136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9B4F256-E5E5-4514-8124-346326987216}"/>
                </a:ext>
              </a:extLst>
            </p:cNvPr>
            <p:cNvSpPr/>
            <p:nvPr userDrawn="1"/>
          </p:nvSpPr>
          <p:spPr>
            <a:xfrm>
              <a:off x="729638" y="739163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30C5FF0-DC40-4A68-B3DD-90F08B400541}"/>
                </a:ext>
              </a:extLst>
            </p:cNvPr>
            <p:cNvSpPr/>
            <p:nvPr userDrawn="1"/>
          </p:nvSpPr>
          <p:spPr>
            <a:xfrm>
              <a:off x="729638" y="1036819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42FAED1-C994-470E-BF49-B9FD43CAE860}"/>
                </a:ext>
              </a:extLst>
            </p:cNvPr>
            <p:cNvSpPr/>
            <p:nvPr userDrawn="1"/>
          </p:nvSpPr>
          <p:spPr>
            <a:xfrm>
              <a:off x="729638" y="1334475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19474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13226" y="6367063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377304C-9DD4-4699-B378-674485569779}"/>
              </a:ext>
            </a:extLst>
          </p:cNvPr>
          <p:cNvGrpSpPr/>
          <p:nvPr userDrawn="1"/>
        </p:nvGrpSpPr>
        <p:grpSpPr>
          <a:xfrm rot="5400000">
            <a:off x="382719" y="168046"/>
            <a:ext cx="51412" cy="349023"/>
            <a:chOff x="729638" y="739163"/>
            <a:chExt cx="102824" cy="698136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9B4F256-E5E5-4514-8124-346326987216}"/>
                </a:ext>
              </a:extLst>
            </p:cNvPr>
            <p:cNvSpPr/>
            <p:nvPr userDrawn="1"/>
          </p:nvSpPr>
          <p:spPr>
            <a:xfrm>
              <a:off x="729638" y="739163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30C5FF0-DC40-4A68-B3DD-90F08B400541}"/>
                </a:ext>
              </a:extLst>
            </p:cNvPr>
            <p:cNvSpPr/>
            <p:nvPr userDrawn="1"/>
          </p:nvSpPr>
          <p:spPr>
            <a:xfrm>
              <a:off x="729638" y="1036819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42FAED1-C994-470E-BF49-B9FD43CAE860}"/>
                </a:ext>
              </a:extLst>
            </p:cNvPr>
            <p:cNvSpPr/>
            <p:nvPr userDrawn="1"/>
          </p:nvSpPr>
          <p:spPr>
            <a:xfrm>
              <a:off x="729638" y="1334475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D6EF99-2261-4A33-BFDC-F85D8018D105}"/>
              </a:ext>
            </a:extLst>
          </p:cNvPr>
          <p:cNvGrpSpPr/>
          <p:nvPr userDrawn="1"/>
        </p:nvGrpSpPr>
        <p:grpSpPr>
          <a:xfrm>
            <a:off x="273255" y="6371877"/>
            <a:ext cx="959735" cy="338554"/>
            <a:chOff x="419801" y="12432367"/>
            <a:chExt cx="2810663" cy="99135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3BE2B59-8B4A-4E5D-9555-3FC89304D852}"/>
                </a:ext>
              </a:extLst>
            </p:cNvPr>
            <p:cNvGrpSpPr/>
            <p:nvPr userDrawn="1"/>
          </p:nvGrpSpPr>
          <p:grpSpPr>
            <a:xfrm>
              <a:off x="1381032" y="12432367"/>
              <a:ext cx="855345" cy="991354"/>
              <a:chOff x="389286" y="11796965"/>
              <a:chExt cx="855345" cy="991354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FFF78A7-4851-488C-8636-F46434A7D00C}"/>
                  </a:ext>
                </a:extLst>
              </p:cNvPr>
              <p:cNvSpPr/>
              <p:nvPr userDrawn="1"/>
            </p:nvSpPr>
            <p:spPr>
              <a:xfrm>
                <a:off x="389286" y="11796965"/>
                <a:ext cx="855345" cy="991354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>
                    <a:solidFill>
                      <a:schemeClr val="tx1">
                        <a:lumMod val="25000"/>
                        <a:lumOff val="75000"/>
                      </a:schemeClr>
                    </a:solidFill>
                    <a:latin typeface="Designball-Social-01" pitchFamily="2" charset="0"/>
                  </a:rPr>
                  <a:t>b</a:t>
                </a:r>
              </a:p>
            </p:txBody>
          </p:sp>
          <p:sp>
            <p:nvSpPr>
              <p:cNvPr id="18" name="Rectangle 17">
                <a:hlinkClick r:id="rId5"/>
                <a:extLst>
                  <a:ext uri="{FF2B5EF4-FFF2-40B4-BE49-F238E27FC236}">
                    <a16:creationId xmlns:a16="http://schemas.microsoft.com/office/drawing/2014/main" id="{FB2E8F8A-90DB-4F91-8F4F-B8DEB8A1B15E}"/>
                  </a:ext>
                </a:extLst>
              </p:cNvPr>
              <p:cNvSpPr/>
              <p:nvPr userDrawn="1"/>
            </p:nvSpPr>
            <p:spPr>
              <a:xfrm>
                <a:off x="650477" y="12075298"/>
                <a:ext cx="332961" cy="443947"/>
              </a:xfrm>
              <a:prstGeom prst="rect">
                <a:avLst/>
              </a:prstGeom>
              <a:solidFill>
                <a:schemeClr val="bg2">
                  <a:alpha val="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tx1">
                      <a:lumMod val="25000"/>
                      <a:lumOff val="75000"/>
                    </a:schemeClr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61E27D6-044C-4076-8195-DA9025F4A7B1}"/>
                </a:ext>
              </a:extLst>
            </p:cNvPr>
            <p:cNvGrpSpPr/>
            <p:nvPr userDrawn="1"/>
          </p:nvGrpSpPr>
          <p:grpSpPr>
            <a:xfrm>
              <a:off x="2370429" y="12432367"/>
              <a:ext cx="860035" cy="991354"/>
              <a:chOff x="386939" y="11161563"/>
              <a:chExt cx="860035" cy="99135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80ADE3C-7418-43C2-BA3C-6E4E35968B67}"/>
                  </a:ext>
                </a:extLst>
              </p:cNvPr>
              <p:cNvSpPr/>
              <p:nvPr userDrawn="1"/>
            </p:nvSpPr>
            <p:spPr>
              <a:xfrm>
                <a:off x="386939" y="11161563"/>
                <a:ext cx="860035" cy="991354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>
                    <a:solidFill>
                      <a:schemeClr val="tx1">
                        <a:lumMod val="25000"/>
                        <a:lumOff val="75000"/>
                      </a:schemeClr>
                    </a:solidFill>
                    <a:latin typeface="Designball-Social-01" pitchFamily="2" charset="0"/>
                  </a:rPr>
                  <a:t>C</a:t>
                </a:r>
              </a:p>
            </p:txBody>
          </p:sp>
          <p:sp>
            <p:nvSpPr>
              <p:cNvPr id="19" name="Rectangle 18">
                <a:hlinkClick r:id="rId6"/>
                <a:extLst>
                  <a:ext uri="{FF2B5EF4-FFF2-40B4-BE49-F238E27FC236}">
                    <a16:creationId xmlns:a16="http://schemas.microsoft.com/office/drawing/2014/main" id="{84ED7DF4-489F-425D-A6A4-5197C912843C}"/>
                  </a:ext>
                </a:extLst>
              </p:cNvPr>
              <p:cNvSpPr/>
              <p:nvPr userDrawn="1"/>
            </p:nvSpPr>
            <p:spPr>
              <a:xfrm>
                <a:off x="650477" y="11444528"/>
                <a:ext cx="332961" cy="443947"/>
              </a:xfrm>
              <a:prstGeom prst="rect">
                <a:avLst/>
              </a:prstGeom>
              <a:solidFill>
                <a:schemeClr val="bg2">
                  <a:alpha val="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tx1">
                      <a:lumMod val="25000"/>
                      <a:lumOff val="75000"/>
                    </a:schemeClr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BC24665-6714-4317-BBEC-C0E62FD3FDE3}"/>
                </a:ext>
              </a:extLst>
            </p:cNvPr>
            <p:cNvGrpSpPr/>
            <p:nvPr userDrawn="1"/>
          </p:nvGrpSpPr>
          <p:grpSpPr>
            <a:xfrm>
              <a:off x="419801" y="12432367"/>
              <a:ext cx="794318" cy="991354"/>
              <a:chOff x="419801" y="12432368"/>
              <a:chExt cx="794318" cy="99135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E5DFFED-3D42-43F3-9722-028625CC3B3B}"/>
                  </a:ext>
                </a:extLst>
              </p:cNvPr>
              <p:cNvSpPr/>
              <p:nvPr userDrawn="1"/>
            </p:nvSpPr>
            <p:spPr>
              <a:xfrm>
                <a:off x="419801" y="12432368"/>
                <a:ext cx="794318" cy="991354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>
                    <a:solidFill>
                      <a:schemeClr val="tx1">
                        <a:lumMod val="25000"/>
                        <a:lumOff val="75000"/>
                      </a:schemeClr>
                    </a:solidFill>
                    <a:latin typeface="Designball-Social-01" pitchFamily="2" charset="0"/>
                  </a:rPr>
                  <a:t>c</a:t>
                </a:r>
              </a:p>
            </p:txBody>
          </p:sp>
          <p:sp>
            <p:nvSpPr>
              <p:cNvPr id="20" name="Rectangle 19">
                <a:hlinkClick r:id="rId7"/>
                <a:extLst>
                  <a:ext uri="{FF2B5EF4-FFF2-40B4-BE49-F238E27FC236}">
                    <a16:creationId xmlns:a16="http://schemas.microsoft.com/office/drawing/2014/main" id="{21293EB2-A110-4B89-B307-ADCAD1938FBD}"/>
                  </a:ext>
                </a:extLst>
              </p:cNvPr>
              <p:cNvSpPr/>
              <p:nvPr userDrawn="1"/>
            </p:nvSpPr>
            <p:spPr>
              <a:xfrm>
                <a:off x="650477" y="12706070"/>
                <a:ext cx="332961" cy="443947"/>
              </a:xfrm>
              <a:prstGeom prst="rect">
                <a:avLst/>
              </a:prstGeom>
              <a:solidFill>
                <a:schemeClr val="bg2">
                  <a:alpha val="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tx1">
                      <a:lumMod val="25000"/>
                      <a:lumOff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325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E62E27-1EE7-46EB-8658-697E45DDED28}"/>
              </a:ext>
            </a:extLst>
          </p:cNvPr>
          <p:cNvSpPr/>
          <p:nvPr userDrawn="1"/>
        </p:nvSpPr>
        <p:spPr>
          <a:xfrm>
            <a:off x="262392" y="5977044"/>
            <a:ext cx="292068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1C6D63-4CBB-46D1-A2BF-67C4FB93FD9E}"/>
              </a:ext>
            </a:extLst>
          </p:cNvPr>
          <p:cNvSpPr/>
          <p:nvPr userDrawn="1"/>
        </p:nvSpPr>
        <p:spPr>
          <a:xfrm>
            <a:off x="261591" y="5659343"/>
            <a:ext cx="29367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B1C264-B6AF-4599-9E79-44476CB296DC}"/>
              </a:ext>
            </a:extLst>
          </p:cNvPr>
          <p:cNvSpPr/>
          <p:nvPr userDrawn="1"/>
        </p:nvSpPr>
        <p:spPr>
          <a:xfrm>
            <a:off x="272812" y="6294746"/>
            <a:ext cx="271229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2" name="Rectangle 21">
            <a:hlinkClick r:id="rId10"/>
            <a:extLst>
              <a:ext uri="{FF2B5EF4-FFF2-40B4-BE49-F238E27FC236}">
                <a16:creationId xmlns:a16="http://schemas.microsoft.com/office/drawing/2014/main" id="{11F06F7A-CC92-4E47-B5AB-1F05826A7131}"/>
              </a:ext>
            </a:extLst>
          </p:cNvPr>
          <p:cNvSpPr/>
          <p:nvPr userDrawn="1"/>
        </p:nvSpPr>
        <p:spPr>
          <a:xfrm>
            <a:off x="325196" y="6037649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4" name="Rectangle 23">
            <a:hlinkClick r:id="rId11"/>
            <a:extLst>
              <a:ext uri="{FF2B5EF4-FFF2-40B4-BE49-F238E27FC236}">
                <a16:creationId xmlns:a16="http://schemas.microsoft.com/office/drawing/2014/main" id="{D5F34549-D713-482A-B0E4-C964E4BDB659}"/>
              </a:ext>
            </a:extLst>
          </p:cNvPr>
          <p:cNvSpPr/>
          <p:nvPr userDrawn="1"/>
        </p:nvSpPr>
        <p:spPr>
          <a:xfrm>
            <a:off x="325196" y="5722264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5" name="Rectangle 24">
            <a:hlinkClick r:id="rId12"/>
            <a:extLst>
              <a:ext uri="{FF2B5EF4-FFF2-40B4-BE49-F238E27FC236}">
                <a16:creationId xmlns:a16="http://schemas.microsoft.com/office/drawing/2014/main" id="{3834A304-8DB7-4267-BED2-2A07941AF697}"/>
              </a:ext>
            </a:extLst>
          </p:cNvPr>
          <p:cNvSpPr/>
          <p:nvPr userDrawn="1"/>
        </p:nvSpPr>
        <p:spPr>
          <a:xfrm>
            <a:off x="325196" y="6353035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03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gleaningideas.com/" TargetMode="External"/><Relationship Id="rId5" Type="http://schemas.openxmlformats.org/officeDocument/2006/relationships/hyperlink" Target="mailto:rob.barker@glean.co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9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9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95E4566-52CE-49FA-A32C-F74CEBDBF8F6}"/>
              </a:ext>
            </a:extLst>
          </p:cNvPr>
          <p:cNvGrpSpPr/>
          <p:nvPr/>
        </p:nvGrpSpPr>
        <p:grpSpPr>
          <a:xfrm>
            <a:off x="7953479" y="1722373"/>
            <a:ext cx="1011977" cy="904230"/>
            <a:chOff x="5394326" y="5557838"/>
            <a:chExt cx="1520825" cy="1358900"/>
          </a:xfrm>
        </p:grpSpPr>
        <p:sp>
          <p:nvSpPr>
            <p:cNvPr id="17" name="Freeform 40">
              <a:extLst>
                <a:ext uri="{FF2B5EF4-FFF2-40B4-BE49-F238E27FC236}">
                  <a16:creationId xmlns:a16="http://schemas.microsoft.com/office/drawing/2014/main" id="{3B16C79F-0359-47E4-A32C-594EB1B0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3238" y="5721351"/>
              <a:ext cx="868363" cy="928688"/>
            </a:xfrm>
            <a:custGeom>
              <a:avLst/>
              <a:gdLst>
                <a:gd name="T0" fmla="*/ 317 w 579"/>
                <a:gd name="T1" fmla="*/ 98 h 618"/>
                <a:gd name="T2" fmla="*/ 579 w 579"/>
                <a:gd name="T3" fmla="*/ 143 h 618"/>
                <a:gd name="T4" fmla="*/ 537 w 579"/>
                <a:gd name="T5" fmla="*/ 106 h 618"/>
                <a:gd name="T6" fmla="*/ 106 w 579"/>
                <a:gd name="T7" fmla="*/ 183 h 618"/>
                <a:gd name="T8" fmla="*/ 92 w 579"/>
                <a:gd name="T9" fmla="*/ 555 h 618"/>
                <a:gd name="T10" fmla="*/ 159 w 579"/>
                <a:gd name="T11" fmla="*/ 618 h 618"/>
                <a:gd name="T12" fmla="*/ 317 w 579"/>
                <a:gd name="T13" fmla="*/ 98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618">
                  <a:moveTo>
                    <a:pt x="317" y="98"/>
                  </a:moveTo>
                  <a:cubicBezTo>
                    <a:pt x="418" y="64"/>
                    <a:pt x="515" y="87"/>
                    <a:pt x="579" y="143"/>
                  </a:cubicBezTo>
                  <a:cubicBezTo>
                    <a:pt x="537" y="106"/>
                    <a:pt x="537" y="106"/>
                    <a:pt x="537" y="106"/>
                  </a:cubicBezTo>
                  <a:cubicBezTo>
                    <a:pt x="417" y="0"/>
                    <a:pt x="217" y="36"/>
                    <a:pt x="106" y="183"/>
                  </a:cubicBezTo>
                  <a:cubicBezTo>
                    <a:pt x="13" y="304"/>
                    <a:pt x="12" y="458"/>
                    <a:pt x="92" y="555"/>
                  </a:cubicBezTo>
                  <a:cubicBezTo>
                    <a:pt x="107" y="573"/>
                    <a:pt x="113" y="577"/>
                    <a:pt x="159" y="618"/>
                  </a:cubicBezTo>
                  <a:cubicBezTo>
                    <a:pt x="0" y="476"/>
                    <a:pt x="79" y="177"/>
                    <a:pt x="317" y="9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8" name="Freeform 41">
              <a:extLst>
                <a:ext uri="{FF2B5EF4-FFF2-40B4-BE49-F238E27FC236}">
                  <a16:creationId xmlns:a16="http://schemas.microsoft.com/office/drawing/2014/main" id="{41FABCBF-DC0A-4685-BC61-DB0FE2C81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6" y="5756276"/>
              <a:ext cx="1266825" cy="1152525"/>
            </a:xfrm>
            <a:custGeom>
              <a:avLst/>
              <a:gdLst>
                <a:gd name="T0" fmla="*/ 639 w 844"/>
                <a:gd name="T1" fmla="*/ 68 h 767"/>
                <a:gd name="T2" fmla="*/ 566 w 844"/>
                <a:gd name="T3" fmla="*/ 0 h 767"/>
                <a:gd name="T4" fmla="*/ 247 w 844"/>
                <a:gd name="T5" fmla="*/ 723 h 767"/>
                <a:gd name="T6" fmla="*/ 0 w 844"/>
                <a:gd name="T7" fmla="*/ 641 h 767"/>
                <a:gd name="T8" fmla="*/ 42 w 844"/>
                <a:gd name="T9" fmla="*/ 678 h 767"/>
                <a:gd name="T10" fmla="*/ 298 w 844"/>
                <a:gd name="T11" fmla="*/ 759 h 767"/>
                <a:gd name="T12" fmla="*/ 639 w 844"/>
                <a:gd name="T13" fmla="*/ 68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4" h="767">
                  <a:moveTo>
                    <a:pt x="639" y="68"/>
                  </a:moveTo>
                  <a:cubicBezTo>
                    <a:pt x="621" y="47"/>
                    <a:pt x="610" y="39"/>
                    <a:pt x="566" y="0"/>
                  </a:cubicBezTo>
                  <a:cubicBezTo>
                    <a:pt x="822" y="226"/>
                    <a:pt x="614" y="702"/>
                    <a:pt x="247" y="723"/>
                  </a:cubicBezTo>
                  <a:cubicBezTo>
                    <a:pt x="153" y="728"/>
                    <a:pt x="65" y="699"/>
                    <a:pt x="0" y="641"/>
                  </a:cubicBezTo>
                  <a:cubicBezTo>
                    <a:pt x="42" y="678"/>
                    <a:pt x="42" y="678"/>
                    <a:pt x="42" y="678"/>
                  </a:cubicBezTo>
                  <a:cubicBezTo>
                    <a:pt x="111" y="739"/>
                    <a:pt x="203" y="767"/>
                    <a:pt x="298" y="759"/>
                  </a:cubicBezTo>
                  <a:cubicBezTo>
                    <a:pt x="641" y="732"/>
                    <a:pt x="844" y="308"/>
                    <a:pt x="639" y="6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1FDC7608-0E29-4BA0-B4D7-BF6D23377B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326" y="5557838"/>
              <a:ext cx="1357313" cy="1358900"/>
            </a:xfrm>
            <a:custGeom>
              <a:avLst/>
              <a:gdLst>
                <a:gd name="T0" fmla="*/ 632 w 904"/>
                <a:gd name="T1" fmla="*/ 71 h 905"/>
                <a:gd name="T2" fmla="*/ 805 w 904"/>
                <a:gd name="T3" fmla="*/ 581 h 905"/>
                <a:gd name="T4" fmla="*/ 272 w 904"/>
                <a:gd name="T5" fmla="*/ 834 h 905"/>
                <a:gd name="T6" fmla="*/ 99 w 904"/>
                <a:gd name="T7" fmla="*/ 323 h 905"/>
                <a:gd name="T8" fmla="*/ 632 w 904"/>
                <a:gd name="T9" fmla="*/ 71 h 905"/>
                <a:gd name="T10" fmla="*/ 319 w 904"/>
                <a:gd name="T11" fmla="*/ 735 h 905"/>
                <a:gd name="T12" fmla="*/ 713 w 904"/>
                <a:gd name="T13" fmla="*/ 548 h 905"/>
                <a:gd name="T14" fmla="*/ 585 w 904"/>
                <a:gd name="T15" fmla="*/ 170 h 905"/>
                <a:gd name="T16" fmla="*/ 191 w 904"/>
                <a:gd name="T17" fmla="*/ 357 h 905"/>
                <a:gd name="T18" fmla="*/ 319 w 904"/>
                <a:gd name="T19" fmla="*/ 735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4" h="905">
                  <a:moveTo>
                    <a:pt x="632" y="71"/>
                  </a:moveTo>
                  <a:cubicBezTo>
                    <a:pt x="826" y="142"/>
                    <a:pt x="904" y="371"/>
                    <a:pt x="805" y="581"/>
                  </a:cubicBezTo>
                  <a:cubicBezTo>
                    <a:pt x="706" y="792"/>
                    <a:pt x="467" y="905"/>
                    <a:pt x="272" y="834"/>
                  </a:cubicBezTo>
                  <a:cubicBezTo>
                    <a:pt x="78" y="763"/>
                    <a:pt x="0" y="534"/>
                    <a:pt x="99" y="323"/>
                  </a:cubicBezTo>
                  <a:cubicBezTo>
                    <a:pt x="198" y="113"/>
                    <a:pt x="437" y="0"/>
                    <a:pt x="632" y="71"/>
                  </a:cubicBezTo>
                  <a:close/>
                  <a:moveTo>
                    <a:pt x="319" y="735"/>
                  </a:moveTo>
                  <a:cubicBezTo>
                    <a:pt x="463" y="788"/>
                    <a:pt x="640" y="704"/>
                    <a:pt x="713" y="548"/>
                  </a:cubicBezTo>
                  <a:cubicBezTo>
                    <a:pt x="786" y="392"/>
                    <a:pt x="729" y="223"/>
                    <a:pt x="585" y="170"/>
                  </a:cubicBezTo>
                  <a:cubicBezTo>
                    <a:pt x="441" y="117"/>
                    <a:pt x="264" y="201"/>
                    <a:pt x="191" y="357"/>
                  </a:cubicBezTo>
                  <a:cubicBezTo>
                    <a:pt x="118" y="513"/>
                    <a:pt x="175" y="682"/>
                    <a:pt x="319" y="735"/>
                  </a:cubicBezTo>
                </a:path>
              </a:pathLst>
            </a:custGeom>
            <a:solidFill>
              <a:schemeClr val="accent4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872C31-312C-48F5-B9E5-30C9F8B374BD}"/>
              </a:ext>
            </a:extLst>
          </p:cNvPr>
          <p:cNvGrpSpPr/>
          <p:nvPr/>
        </p:nvGrpSpPr>
        <p:grpSpPr>
          <a:xfrm>
            <a:off x="4305130" y="1522324"/>
            <a:ext cx="650708" cy="613736"/>
            <a:chOff x="2887663" y="5300663"/>
            <a:chExt cx="977901" cy="92233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73B788B-6B39-4C7E-8A03-4433E68FC856}"/>
                </a:ext>
              </a:extLst>
            </p:cNvPr>
            <p:cNvGrpSpPr/>
            <p:nvPr/>
          </p:nvGrpSpPr>
          <p:grpSpPr>
            <a:xfrm>
              <a:off x="2887663" y="5335588"/>
              <a:ext cx="920750" cy="887413"/>
              <a:chOff x="2887663" y="5335588"/>
              <a:chExt cx="920750" cy="887413"/>
            </a:xfrm>
          </p:grpSpPr>
          <p:sp>
            <p:nvSpPr>
              <p:cNvPr id="26" name="Freeform 37">
                <a:extLst>
                  <a:ext uri="{FF2B5EF4-FFF2-40B4-BE49-F238E27FC236}">
                    <a16:creationId xmlns:a16="http://schemas.microsoft.com/office/drawing/2014/main" id="{8E31BAF3-4219-473B-B506-E3473FC4D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5335588"/>
                <a:ext cx="684213" cy="660400"/>
              </a:xfrm>
              <a:custGeom>
                <a:avLst/>
                <a:gdLst>
                  <a:gd name="T0" fmla="*/ 50 w 456"/>
                  <a:gd name="T1" fmla="*/ 114 h 440"/>
                  <a:gd name="T2" fmla="*/ 36 w 456"/>
                  <a:gd name="T3" fmla="*/ 129 h 440"/>
                  <a:gd name="T4" fmla="*/ 0 w 456"/>
                  <a:gd name="T5" fmla="*/ 181 h 440"/>
                  <a:gd name="T6" fmla="*/ 150 w 456"/>
                  <a:gd name="T7" fmla="*/ 118 h 440"/>
                  <a:gd name="T8" fmla="*/ 375 w 456"/>
                  <a:gd name="T9" fmla="*/ 440 h 440"/>
                  <a:gd name="T10" fmla="*/ 404 w 456"/>
                  <a:gd name="T11" fmla="*/ 397 h 440"/>
                  <a:gd name="T12" fmla="*/ 428 w 456"/>
                  <a:gd name="T13" fmla="*/ 323 h 440"/>
                  <a:gd name="T14" fmla="*/ 50 w 456"/>
                  <a:gd name="T15" fmla="*/ 114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6" h="440">
                    <a:moveTo>
                      <a:pt x="50" y="114"/>
                    </a:moveTo>
                    <a:cubicBezTo>
                      <a:pt x="45" y="119"/>
                      <a:pt x="40" y="124"/>
                      <a:pt x="36" y="129"/>
                    </a:cubicBezTo>
                    <a:cubicBezTo>
                      <a:pt x="31" y="135"/>
                      <a:pt x="31" y="135"/>
                      <a:pt x="0" y="181"/>
                    </a:cubicBezTo>
                    <a:cubicBezTo>
                      <a:pt x="33" y="133"/>
                      <a:pt x="92" y="114"/>
                      <a:pt x="150" y="118"/>
                    </a:cubicBezTo>
                    <a:cubicBezTo>
                      <a:pt x="324" y="131"/>
                      <a:pt x="456" y="323"/>
                      <a:pt x="375" y="440"/>
                    </a:cubicBezTo>
                    <a:cubicBezTo>
                      <a:pt x="404" y="397"/>
                      <a:pt x="404" y="397"/>
                      <a:pt x="404" y="397"/>
                    </a:cubicBezTo>
                    <a:cubicBezTo>
                      <a:pt x="419" y="377"/>
                      <a:pt x="427" y="351"/>
                      <a:pt x="428" y="323"/>
                    </a:cubicBezTo>
                    <a:cubicBezTo>
                      <a:pt x="435" y="148"/>
                      <a:pt x="178" y="0"/>
                      <a:pt x="50" y="114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  <a:alpha val="3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9AB6346D-6C72-4967-A619-ED1080B08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663" y="5473701"/>
                <a:ext cx="920750" cy="749300"/>
              </a:xfrm>
              <a:custGeom>
                <a:avLst/>
                <a:gdLst>
                  <a:gd name="T0" fmla="*/ 613 w 613"/>
                  <a:gd name="T1" fmla="*/ 351 h 499"/>
                  <a:gd name="T2" fmla="*/ 446 w 613"/>
                  <a:gd name="T3" fmla="*/ 436 h 499"/>
                  <a:gd name="T4" fmla="*/ 253 w 613"/>
                  <a:gd name="T5" fmla="*/ 385 h 499"/>
                  <a:gd name="T6" fmla="*/ 107 w 613"/>
                  <a:gd name="T7" fmla="*/ 0 h 499"/>
                  <a:gd name="T8" fmla="*/ 77 w 613"/>
                  <a:gd name="T9" fmla="*/ 43 h 499"/>
                  <a:gd name="T10" fmla="*/ 207 w 613"/>
                  <a:gd name="T11" fmla="*/ 418 h 499"/>
                  <a:gd name="T12" fmla="*/ 496 w 613"/>
                  <a:gd name="T13" fmla="*/ 462 h 499"/>
                  <a:gd name="T14" fmla="*/ 574 w 613"/>
                  <a:gd name="T15" fmla="*/ 405 h 499"/>
                  <a:gd name="T16" fmla="*/ 613 w 613"/>
                  <a:gd name="T17" fmla="*/ 351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3" h="499">
                    <a:moveTo>
                      <a:pt x="613" y="351"/>
                    </a:moveTo>
                    <a:cubicBezTo>
                      <a:pt x="575" y="405"/>
                      <a:pt x="512" y="432"/>
                      <a:pt x="446" y="436"/>
                    </a:cubicBezTo>
                    <a:cubicBezTo>
                      <a:pt x="379" y="439"/>
                      <a:pt x="310" y="418"/>
                      <a:pt x="253" y="385"/>
                    </a:cubicBezTo>
                    <a:cubicBezTo>
                      <a:pt x="98" y="294"/>
                      <a:pt x="27" y="115"/>
                      <a:pt x="107" y="0"/>
                    </a:cubicBezTo>
                    <a:cubicBezTo>
                      <a:pt x="77" y="43"/>
                      <a:pt x="77" y="43"/>
                      <a:pt x="77" y="43"/>
                    </a:cubicBezTo>
                    <a:cubicBezTo>
                      <a:pt x="0" y="154"/>
                      <a:pt x="64" y="324"/>
                      <a:pt x="207" y="418"/>
                    </a:cubicBezTo>
                    <a:cubicBezTo>
                      <a:pt x="292" y="473"/>
                      <a:pt x="403" y="499"/>
                      <a:pt x="496" y="462"/>
                    </a:cubicBezTo>
                    <a:cubicBezTo>
                      <a:pt x="529" y="448"/>
                      <a:pt x="555" y="429"/>
                      <a:pt x="574" y="405"/>
                    </a:cubicBezTo>
                    <a:cubicBezTo>
                      <a:pt x="581" y="398"/>
                      <a:pt x="581" y="397"/>
                      <a:pt x="613" y="351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  <a:alpha val="3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</p:grpSp>
        <p:sp>
          <p:nvSpPr>
            <p:cNvPr id="25" name="Freeform 39">
              <a:extLst>
                <a:ext uri="{FF2B5EF4-FFF2-40B4-BE49-F238E27FC236}">
                  <a16:creationId xmlns:a16="http://schemas.microsoft.com/office/drawing/2014/main" id="{FF1F19F5-0007-4578-AE50-5C1E73B391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0851" y="5300663"/>
              <a:ext cx="874713" cy="873125"/>
            </a:xfrm>
            <a:custGeom>
              <a:avLst/>
              <a:gdLst>
                <a:gd name="T0" fmla="*/ 302 w 583"/>
                <a:gd name="T1" fmla="*/ 41 h 581"/>
                <a:gd name="T2" fmla="*/ 578 w 583"/>
                <a:gd name="T3" fmla="*/ 365 h 581"/>
                <a:gd name="T4" fmla="*/ 282 w 583"/>
                <a:gd name="T5" fmla="*/ 540 h 581"/>
                <a:gd name="T6" fmla="*/ 6 w 583"/>
                <a:gd name="T7" fmla="*/ 216 h 581"/>
                <a:gd name="T8" fmla="*/ 302 w 583"/>
                <a:gd name="T9" fmla="*/ 41 h 581"/>
                <a:gd name="T10" fmla="*/ 284 w 583"/>
                <a:gd name="T11" fmla="*/ 475 h 581"/>
                <a:gd name="T12" fmla="*/ 503 w 583"/>
                <a:gd name="T13" fmla="*/ 346 h 581"/>
                <a:gd name="T14" fmla="*/ 299 w 583"/>
                <a:gd name="T15" fmla="*/ 106 h 581"/>
                <a:gd name="T16" fmla="*/ 80 w 583"/>
                <a:gd name="T17" fmla="*/ 236 h 581"/>
                <a:gd name="T18" fmla="*/ 284 w 583"/>
                <a:gd name="T19" fmla="*/ 47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3" h="581">
                  <a:moveTo>
                    <a:pt x="302" y="41"/>
                  </a:moveTo>
                  <a:cubicBezTo>
                    <a:pt x="459" y="82"/>
                    <a:pt x="583" y="227"/>
                    <a:pt x="578" y="365"/>
                  </a:cubicBezTo>
                  <a:cubicBezTo>
                    <a:pt x="572" y="503"/>
                    <a:pt x="440" y="581"/>
                    <a:pt x="282" y="540"/>
                  </a:cubicBezTo>
                  <a:cubicBezTo>
                    <a:pt x="124" y="499"/>
                    <a:pt x="0" y="354"/>
                    <a:pt x="6" y="216"/>
                  </a:cubicBezTo>
                  <a:cubicBezTo>
                    <a:pt x="11" y="79"/>
                    <a:pt x="144" y="0"/>
                    <a:pt x="302" y="41"/>
                  </a:cubicBezTo>
                  <a:close/>
                  <a:moveTo>
                    <a:pt x="284" y="475"/>
                  </a:moveTo>
                  <a:cubicBezTo>
                    <a:pt x="401" y="506"/>
                    <a:pt x="499" y="448"/>
                    <a:pt x="503" y="346"/>
                  </a:cubicBezTo>
                  <a:cubicBezTo>
                    <a:pt x="508" y="244"/>
                    <a:pt x="416" y="136"/>
                    <a:pt x="299" y="106"/>
                  </a:cubicBezTo>
                  <a:cubicBezTo>
                    <a:pt x="182" y="76"/>
                    <a:pt x="84" y="134"/>
                    <a:pt x="80" y="236"/>
                  </a:cubicBezTo>
                  <a:cubicBezTo>
                    <a:pt x="76" y="337"/>
                    <a:pt x="168" y="445"/>
                    <a:pt x="284" y="475"/>
                  </a:cubicBezTo>
                </a:path>
              </a:pathLst>
            </a:custGeom>
            <a:solidFill>
              <a:schemeClr val="accent3">
                <a:alpha val="35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0DD43F1F-35AB-4751-B240-6070F421A1B2}"/>
              </a:ext>
            </a:extLst>
          </p:cNvPr>
          <p:cNvSpPr/>
          <p:nvPr/>
        </p:nvSpPr>
        <p:spPr>
          <a:xfrm>
            <a:off x="10378716" y="3352615"/>
            <a:ext cx="336315" cy="336315"/>
          </a:xfrm>
          <a:prstGeom prst="ellipse">
            <a:avLst/>
          </a:prstGeom>
          <a:noFill/>
          <a:ln w="101600">
            <a:solidFill>
              <a:schemeClr val="bg2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1428A2-5C8F-4D24-A82A-04433BE9101F}"/>
              </a:ext>
            </a:extLst>
          </p:cNvPr>
          <p:cNvGrpSpPr/>
          <p:nvPr/>
        </p:nvGrpSpPr>
        <p:grpSpPr>
          <a:xfrm>
            <a:off x="9865521" y="2048913"/>
            <a:ext cx="163780" cy="158891"/>
            <a:chOff x="1752601" y="4673601"/>
            <a:chExt cx="106363" cy="103188"/>
          </a:xfrm>
          <a:solidFill>
            <a:schemeClr val="accent1">
              <a:alpha val="35000"/>
            </a:schemeClr>
          </a:solidFill>
        </p:grpSpPr>
        <p:sp>
          <p:nvSpPr>
            <p:cNvPr id="30" name="Freeform 48">
              <a:extLst>
                <a:ext uri="{FF2B5EF4-FFF2-40B4-BE49-F238E27FC236}">
                  <a16:creationId xmlns:a16="http://schemas.microsoft.com/office/drawing/2014/main" id="{BB6E41F1-E4D2-4BFD-BFF2-9CB6FF244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59 w 70"/>
                <a:gd name="T1" fmla="*/ 69 h 69"/>
                <a:gd name="T2" fmla="*/ 52 w 70"/>
                <a:gd name="T3" fmla="*/ 66 h 69"/>
                <a:gd name="T4" fmla="*/ 4 w 70"/>
                <a:gd name="T5" fmla="*/ 18 h 69"/>
                <a:gd name="T6" fmla="*/ 4 w 70"/>
                <a:gd name="T7" fmla="*/ 4 h 69"/>
                <a:gd name="T8" fmla="*/ 18 w 70"/>
                <a:gd name="T9" fmla="*/ 4 h 69"/>
                <a:gd name="T10" fmla="*/ 66 w 70"/>
                <a:gd name="T11" fmla="*/ 52 h 69"/>
                <a:gd name="T12" fmla="*/ 66 w 70"/>
                <a:gd name="T13" fmla="*/ 66 h 69"/>
                <a:gd name="T14" fmla="*/ 59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59" y="69"/>
                  </a:moveTo>
                  <a:cubicBezTo>
                    <a:pt x="56" y="69"/>
                    <a:pt x="54" y="68"/>
                    <a:pt x="52" y="66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14"/>
                    <a:pt x="0" y="8"/>
                    <a:pt x="4" y="4"/>
                  </a:cubicBezTo>
                  <a:cubicBezTo>
                    <a:pt x="8" y="0"/>
                    <a:pt x="14" y="0"/>
                    <a:pt x="18" y="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70" y="56"/>
                    <a:pt x="70" y="62"/>
                    <a:pt x="66" y="66"/>
                  </a:cubicBezTo>
                  <a:cubicBezTo>
                    <a:pt x="64" y="68"/>
                    <a:pt x="62" y="69"/>
                    <a:pt x="59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1" name="Freeform 49">
              <a:extLst>
                <a:ext uri="{FF2B5EF4-FFF2-40B4-BE49-F238E27FC236}">
                  <a16:creationId xmlns:a16="http://schemas.microsoft.com/office/drawing/2014/main" id="{91E236B3-A926-4034-9BC4-83EE569F7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11 w 70"/>
                <a:gd name="T1" fmla="*/ 69 h 69"/>
                <a:gd name="T2" fmla="*/ 4 w 70"/>
                <a:gd name="T3" fmla="*/ 66 h 69"/>
                <a:gd name="T4" fmla="*/ 4 w 70"/>
                <a:gd name="T5" fmla="*/ 52 h 69"/>
                <a:gd name="T6" fmla="*/ 52 w 70"/>
                <a:gd name="T7" fmla="*/ 4 h 69"/>
                <a:gd name="T8" fmla="*/ 66 w 70"/>
                <a:gd name="T9" fmla="*/ 4 h 69"/>
                <a:gd name="T10" fmla="*/ 66 w 70"/>
                <a:gd name="T11" fmla="*/ 18 h 69"/>
                <a:gd name="T12" fmla="*/ 18 w 70"/>
                <a:gd name="T13" fmla="*/ 66 h 69"/>
                <a:gd name="T14" fmla="*/ 11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11" y="69"/>
                  </a:moveTo>
                  <a:cubicBezTo>
                    <a:pt x="8" y="69"/>
                    <a:pt x="6" y="68"/>
                    <a:pt x="4" y="66"/>
                  </a:cubicBezTo>
                  <a:cubicBezTo>
                    <a:pt x="0" y="62"/>
                    <a:pt x="0" y="56"/>
                    <a:pt x="4" y="52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6" y="0"/>
                    <a:pt x="62" y="0"/>
                    <a:pt x="66" y="4"/>
                  </a:cubicBezTo>
                  <a:cubicBezTo>
                    <a:pt x="70" y="8"/>
                    <a:pt x="70" y="14"/>
                    <a:pt x="66" y="18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8"/>
                    <a:pt x="14" y="69"/>
                    <a:pt x="11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72CE75B-E81D-4147-A06B-0754D7DFEBC4}"/>
              </a:ext>
            </a:extLst>
          </p:cNvPr>
          <p:cNvGrpSpPr/>
          <p:nvPr/>
        </p:nvGrpSpPr>
        <p:grpSpPr>
          <a:xfrm>
            <a:off x="9116573" y="3955906"/>
            <a:ext cx="602116" cy="429932"/>
            <a:chOff x="2303463" y="7181851"/>
            <a:chExt cx="904875" cy="646113"/>
          </a:xfrm>
        </p:grpSpPr>
        <p:sp>
          <p:nvSpPr>
            <p:cNvPr id="33" name="Freeform 43">
              <a:extLst>
                <a:ext uri="{FF2B5EF4-FFF2-40B4-BE49-F238E27FC236}">
                  <a16:creationId xmlns:a16="http://schemas.microsoft.com/office/drawing/2014/main" id="{217DDEFA-108C-478D-9003-6286893A6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576" y="7253288"/>
              <a:ext cx="625475" cy="276225"/>
            </a:xfrm>
            <a:custGeom>
              <a:avLst/>
              <a:gdLst>
                <a:gd name="T0" fmla="*/ 416 w 416"/>
                <a:gd name="T1" fmla="*/ 156 h 183"/>
                <a:gd name="T2" fmla="*/ 301 w 416"/>
                <a:gd name="T3" fmla="*/ 34 h 183"/>
                <a:gd name="T4" fmla="*/ 33 w 416"/>
                <a:gd name="T5" fmla="*/ 78 h 183"/>
                <a:gd name="T6" fmla="*/ 2 w 416"/>
                <a:gd name="T7" fmla="*/ 137 h 183"/>
                <a:gd name="T8" fmla="*/ 0 w 416"/>
                <a:gd name="T9" fmla="*/ 168 h 183"/>
                <a:gd name="T10" fmla="*/ 45 w 416"/>
                <a:gd name="T11" fmla="*/ 86 h 183"/>
                <a:gd name="T12" fmla="*/ 287 w 416"/>
                <a:gd name="T13" fmla="*/ 49 h 183"/>
                <a:gd name="T14" fmla="*/ 407 w 416"/>
                <a:gd name="T15" fmla="*/ 141 h 183"/>
                <a:gd name="T16" fmla="*/ 415 w 416"/>
                <a:gd name="T17" fmla="*/ 183 h 183"/>
                <a:gd name="T18" fmla="*/ 416 w 416"/>
                <a:gd name="T19" fmla="*/ 156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6" h="183">
                  <a:moveTo>
                    <a:pt x="416" y="156"/>
                  </a:moveTo>
                  <a:cubicBezTo>
                    <a:pt x="413" y="97"/>
                    <a:pt x="357" y="54"/>
                    <a:pt x="301" y="34"/>
                  </a:cubicBezTo>
                  <a:cubicBezTo>
                    <a:pt x="206" y="0"/>
                    <a:pt x="90" y="20"/>
                    <a:pt x="33" y="78"/>
                  </a:cubicBezTo>
                  <a:cubicBezTo>
                    <a:pt x="18" y="94"/>
                    <a:pt x="6" y="114"/>
                    <a:pt x="2" y="137"/>
                  </a:cubicBezTo>
                  <a:cubicBezTo>
                    <a:pt x="1" y="145"/>
                    <a:pt x="1" y="148"/>
                    <a:pt x="0" y="168"/>
                  </a:cubicBezTo>
                  <a:cubicBezTo>
                    <a:pt x="1" y="136"/>
                    <a:pt x="20" y="107"/>
                    <a:pt x="45" y="86"/>
                  </a:cubicBezTo>
                  <a:cubicBezTo>
                    <a:pt x="107" y="35"/>
                    <a:pt x="207" y="25"/>
                    <a:pt x="287" y="49"/>
                  </a:cubicBezTo>
                  <a:cubicBezTo>
                    <a:pt x="336" y="63"/>
                    <a:pt x="387" y="94"/>
                    <a:pt x="407" y="141"/>
                  </a:cubicBezTo>
                  <a:cubicBezTo>
                    <a:pt x="413" y="155"/>
                    <a:pt x="416" y="169"/>
                    <a:pt x="415" y="183"/>
                  </a:cubicBezTo>
                  <a:cubicBezTo>
                    <a:pt x="416" y="160"/>
                    <a:pt x="416" y="161"/>
                    <a:pt x="416" y="156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4" name="Freeform 44">
              <a:extLst>
                <a:ext uri="{FF2B5EF4-FFF2-40B4-BE49-F238E27FC236}">
                  <a16:creationId xmlns:a16="http://schemas.microsoft.com/office/drawing/2014/main" id="{0BC3F776-63DC-4E70-B305-7E29BFDA2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451" y="7473951"/>
              <a:ext cx="849313" cy="354013"/>
            </a:xfrm>
            <a:custGeom>
              <a:avLst/>
              <a:gdLst>
                <a:gd name="T0" fmla="*/ 564 w 566"/>
                <a:gd name="T1" fmla="*/ 20 h 236"/>
                <a:gd name="T2" fmla="*/ 220 w 566"/>
                <a:gd name="T3" fmla="*/ 192 h 236"/>
                <a:gd name="T4" fmla="*/ 3 w 566"/>
                <a:gd name="T5" fmla="*/ 0 h 236"/>
                <a:gd name="T6" fmla="*/ 3 w 566"/>
                <a:gd name="T7" fmla="*/ 0 h 236"/>
                <a:gd name="T8" fmla="*/ 3 w 566"/>
                <a:gd name="T9" fmla="*/ 0 h 236"/>
                <a:gd name="T10" fmla="*/ 2 w 566"/>
                <a:gd name="T11" fmla="*/ 20 h 236"/>
                <a:gd name="T12" fmla="*/ 19 w 566"/>
                <a:gd name="T13" fmla="*/ 88 h 236"/>
                <a:gd name="T14" fmla="*/ 361 w 566"/>
                <a:gd name="T15" fmla="*/ 212 h 236"/>
                <a:gd name="T16" fmla="*/ 526 w 566"/>
                <a:gd name="T17" fmla="*/ 128 h 236"/>
                <a:gd name="T18" fmla="*/ 564 w 566"/>
                <a:gd name="T19" fmla="*/ 2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6" h="236">
                  <a:moveTo>
                    <a:pt x="564" y="20"/>
                  </a:moveTo>
                  <a:cubicBezTo>
                    <a:pt x="559" y="139"/>
                    <a:pt x="393" y="222"/>
                    <a:pt x="220" y="192"/>
                  </a:cubicBezTo>
                  <a:cubicBezTo>
                    <a:pt x="87" y="169"/>
                    <a:pt x="0" y="86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41"/>
                    <a:pt x="7" y="65"/>
                    <a:pt x="19" y="88"/>
                  </a:cubicBezTo>
                  <a:cubicBezTo>
                    <a:pt x="70" y="184"/>
                    <a:pt x="223" y="236"/>
                    <a:pt x="361" y="212"/>
                  </a:cubicBezTo>
                  <a:cubicBezTo>
                    <a:pt x="421" y="201"/>
                    <a:pt x="485" y="174"/>
                    <a:pt x="526" y="128"/>
                  </a:cubicBezTo>
                  <a:cubicBezTo>
                    <a:pt x="566" y="83"/>
                    <a:pt x="563" y="43"/>
                    <a:pt x="564" y="2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5" name="Freeform 45">
              <a:extLst>
                <a:ext uri="{FF2B5EF4-FFF2-40B4-BE49-F238E27FC236}">
                  <a16:creationId xmlns:a16="http://schemas.microsoft.com/office/drawing/2014/main" id="{A0E84469-9EA2-4DA0-8482-406C6343F9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03463" y="7181851"/>
              <a:ext cx="904875" cy="614363"/>
            </a:xfrm>
            <a:custGeom>
              <a:avLst/>
              <a:gdLst>
                <a:gd name="T0" fmla="*/ 347 w 603"/>
                <a:gd name="T1" fmla="*/ 20 h 409"/>
                <a:gd name="T2" fmla="*/ 578 w 603"/>
                <a:gd name="T3" fmla="*/ 240 h 409"/>
                <a:gd name="T4" fmla="*/ 256 w 603"/>
                <a:gd name="T5" fmla="*/ 389 h 409"/>
                <a:gd name="T6" fmla="*/ 25 w 603"/>
                <a:gd name="T7" fmla="*/ 168 h 409"/>
                <a:gd name="T8" fmla="*/ 347 w 603"/>
                <a:gd name="T9" fmla="*/ 20 h 409"/>
                <a:gd name="T10" fmla="*/ 268 w 603"/>
                <a:gd name="T11" fmla="*/ 341 h 409"/>
                <a:gd name="T12" fmla="*/ 506 w 603"/>
                <a:gd name="T13" fmla="*/ 231 h 409"/>
                <a:gd name="T14" fmla="*/ 335 w 603"/>
                <a:gd name="T15" fmla="*/ 68 h 409"/>
                <a:gd name="T16" fmla="*/ 97 w 603"/>
                <a:gd name="T17" fmla="*/ 178 h 409"/>
                <a:gd name="T18" fmla="*/ 268 w 603"/>
                <a:gd name="T19" fmla="*/ 341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3" h="409">
                  <a:moveTo>
                    <a:pt x="347" y="20"/>
                  </a:moveTo>
                  <a:cubicBezTo>
                    <a:pt x="499" y="40"/>
                    <a:pt x="603" y="139"/>
                    <a:pt x="578" y="240"/>
                  </a:cubicBezTo>
                  <a:cubicBezTo>
                    <a:pt x="553" y="342"/>
                    <a:pt x="408" y="409"/>
                    <a:pt x="256" y="389"/>
                  </a:cubicBezTo>
                  <a:cubicBezTo>
                    <a:pt x="103" y="369"/>
                    <a:pt x="0" y="270"/>
                    <a:pt x="25" y="168"/>
                  </a:cubicBezTo>
                  <a:cubicBezTo>
                    <a:pt x="50" y="67"/>
                    <a:pt x="194" y="0"/>
                    <a:pt x="347" y="20"/>
                  </a:cubicBezTo>
                  <a:close/>
                  <a:moveTo>
                    <a:pt x="268" y="341"/>
                  </a:moveTo>
                  <a:cubicBezTo>
                    <a:pt x="381" y="355"/>
                    <a:pt x="488" y="306"/>
                    <a:pt x="506" y="231"/>
                  </a:cubicBezTo>
                  <a:cubicBezTo>
                    <a:pt x="525" y="156"/>
                    <a:pt x="448" y="82"/>
                    <a:pt x="335" y="68"/>
                  </a:cubicBezTo>
                  <a:cubicBezTo>
                    <a:pt x="222" y="53"/>
                    <a:pt x="115" y="102"/>
                    <a:pt x="97" y="178"/>
                  </a:cubicBezTo>
                  <a:cubicBezTo>
                    <a:pt x="78" y="253"/>
                    <a:pt x="155" y="326"/>
                    <a:pt x="268" y="341"/>
                  </a:cubicBezTo>
                </a:path>
              </a:pathLst>
            </a:custGeom>
            <a:solidFill>
              <a:schemeClr val="accent5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14BCA54-7800-42A0-819C-84A86963DAFE}"/>
              </a:ext>
            </a:extLst>
          </p:cNvPr>
          <p:cNvGrpSpPr/>
          <p:nvPr/>
        </p:nvGrpSpPr>
        <p:grpSpPr>
          <a:xfrm>
            <a:off x="8114369" y="4333990"/>
            <a:ext cx="194387" cy="194387"/>
            <a:chOff x="9175399" y="8544046"/>
            <a:chExt cx="626208" cy="626207"/>
          </a:xfrm>
        </p:grpSpPr>
        <p:sp>
          <p:nvSpPr>
            <p:cNvPr id="37" name="Freeform 46">
              <a:extLst>
                <a:ext uri="{FF2B5EF4-FFF2-40B4-BE49-F238E27FC236}">
                  <a16:creationId xmlns:a16="http://schemas.microsoft.com/office/drawing/2014/main" id="{1D957F8F-80CC-44C9-A0A5-51A375D01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399" y="8774525"/>
              <a:ext cx="626208" cy="165250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solidFill>
              <a:schemeClr val="accent2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8" name="Freeform 47">
              <a:extLst>
                <a:ext uri="{FF2B5EF4-FFF2-40B4-BE49-F238E27FC236}">
                  <a16:creationId xmlns:a16="http://schemas.microsoft.com/office/drawing/2014/main" id="{796A8A4A-BDFB-4BDE-90F3-6FCF65900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5862" y="8544046"/>
              <a:ext cx="165250" cy="626207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solidFill>
              <a:schemeClr val="accent2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F397A28-4AD4-454E-A08E-BB393056F609}"/>
              </a:ext>
            </a:extLst>
          </p:cNvPr>
          <p:cNvGrpSpPr/>
          <p:nvPr/>
        </p:nvGrpSpPr>
        <p:grpSpPr>
          <a:xfrm>
            <a:off x="6919366" y="1005344"/>
            <a:ext cx="416687" cy="416686"/>
            <a:chOff x="965201" y="4870451"/>
            <a:chExt cx="228600" cy="228600"/>
          </a:xfrm>
          <a:solidFill>
            <a:schemeClr val="accent2">
              <a:alpha val="35000"/>
            </a:schemeClr>
          </a:solidFill>
        </p:grpSpPr>
        <p:sp>
          <p:nvSpPr>
            <p:cNvPr id="43" name="Freeform 46">
              <a:extLst>
                <a:ext uri="{FF2B5EF4-FFF2-40B4-BE49-F238E27FC236}">
                  <a16:creationId xmlns:a16="http://schemas.microsoft.com/office/drawing/2014/main" id="{1D28F73F-28DB-4EB0-ABEB-0B5BD3720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1" y="4954588"/>
              <a:ext cx="228600" cy="60325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4" name="Freeform 47">
              <a:extLst>
                <a:ext uri="{FF2B5EF4-FFF2-40B4-BE49-F238E27FC236}">
                  <a16:creationId xmlns:a16="http://schemas.microsoft.com/office/drawing/2014/main" id="{77E0EA0F-040D-474A-ACFF-D48AE152B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38" y="4870451"/>
              <a:ext cx="60325" cy="228600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3" name="Arc 2">
            <a:extLst>
              <a:ext uri="{FF2B5EF4-FFF2-40B4-BE49-F238E27FC236}">
                <a16:creationId xmlns:a16="http://schemas.microsoft.com/office/drawing/2014/main" id="{21C30C80-CB34-4DF3-9CDC-1928FD45AA4F}"/>
              </a:ext>
            </a:extLst>
          </p:cNvPr>
          <p:cNvSpPr/>
          <p:nvPr/>
        </p:nvSpPr>
        <p:spPr>
          <a:xfrm rot="20700000">
            <a:off x="7465078" y="1038147"/>
            <a:ext cx="5670099" cy="5670099"/>
          </a:xfrm>
          <a:prstGeom prst="arc">
            <a:avLst>
              <a:gd name="adj1" fmla="val 16200000"/>
              <a:gd name="adj2" fmla="val 12667461"/>
            </a:avLst>
          </a:prstGeom>
          <a:noFill/>
          <a:ln w="1905000" cap="rnd">
            <a:solidFill>
              <a:schemeClr val="accent3"/>
            </a:solidFill>
            <a:round/>
          </a:ln>
          <a:effectLst>
            <a:outerShdw blurRad="622300" sx="99000" sy="99000" algn="ctr" rotWithShape="0">
              <a:schemeClr val="accent3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4D1277A-7591-404C-B8C1-554AE5BF2752}"/>
              </a:ext>
            </a:extLst>
          </p:cNvPr>
          <p:cNvSpPr/>
          <p:nvPr/>
        </p:nvSpPr>
        <p:spPr>
          <a:xfrm>
            <a:off x="3527060" y="3596314"/>
            <a:ext cx="2403077" cy="2403077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>
            <a:outerShdw blurRad="317500" sx="98000" sy="98000" algn="ctr" rotWithShape="0">
              <a:schemeClr val="accent1">
                <a:lumMod val="75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0BF92E-CD91-4A16-AB41-541CEF6F7D5F}"/>
              </a:ext>
            </a:extLst>
          </p:cNvPr>
          <p:cNvSpPr/>
          <p:nvPr/>
        </p:nvSpPr>
        <p:spPr>
          <a:xfrm>
            <a:off x="4307466" y="4376720"/>
            <a:ext cx="842264" cy="842264"/>
          </a:xfrm>
          <a:prstGeom prst="ellipse">
            <a:avLst/>
          </a:prstGeom>
          <a:solidFill>
            <a:schemeClr val="accent1"/>
          </a:solidFill>
          <a:ln w="127000">
            <a:noFill/>
          </a:ln>
          <a:effectLst>
            <a:outerShdw blurRad="317500" sx="98000" sy="98000" algn="ctr" rotWithShape="0">
              <a:schemeClr val="accent1">
                <a:lumMod val="75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2B9BAF-17D6-4D29-ADDE-5960F4D624B1}"/>
              </a:ext>
            </a:extLst>
          </p:cNvPr>
          <p:cNvSpPr/>
          <p:nvPr/>
        </p:nvSpPr>
        <p:spPr>
          <a:xfrm>
            <a:off x="2189366" y="982859"/>
            <a:ext cx="1116709" cy="1116709"/>
          </a:xfrm>
          <a:prstGeom prst="ellipse">
            <a:avLst/>
          </a:prstGeom>
          <a:solidFill>
            <a:schemeClr val="accent3"/>
          </a:solidFill>
          <a:ln w="38100">
            <a:noFill/>
          </a:ln>
          <a:effectLst>
            <a:outerShdw blurRad="317500" sx="98000" sy="98000" algn="ctr" rotWithShape="0">
              <a:schemeClr val="accent3"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A256A7-4A84-40CE-A643-DFFB282D79F8}"/>
              </a:ext>
            </a:extLst>
          </p:cNvPr>
          <p:cNvSpPr/>
          <p:nvPr/>
        </p:nvSpPr>
        <p:spPr>
          <a:xfrm rot="2700000">
            <a:off x="5530600" y="-300495"/>
            <a:ext cx="1897114" cy="1897114"/>
          </a:xfrm>
          <a:prstGeom prst="rect">
            <a:avLst/>
          </a:prstGeom>
          <a:noFill/>
          <a:ln w="444500">
            <a:solidFill>
              <a:schemeClr val="accent2"/>
            </a:solidFill>
          </a:ln>
          <a:effectLst>
            <a:outerShdw blurRad="520700" sx="102000" sy="102000" algn="ctr" rotWithShape="0">
              <a:schemeClr val="accent2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165A3-9A98-4CA3-812F-D5993A504A76}"/>
              </a:ext>
            </a:extLst>
          </p:cNvPr>
          <p:cNvSpPr/>
          <p:nvPr/>
        </p:nvSpPr>
        <p:spPr>
          <a:xfrm>
            <a:off x="6524740" y="5535809"/>
            <a:ext cx="1467156" cy="1467156"/>
          </a:xfrm>
          <a:prstGeom prst="rect">
            <a:avLst/>
          </a:prstGeom>
          <a:noFill/>
          <a:ln w="635000">
            <a:solidFill>
              <a:schemeClr val="accent2"/>
            </a:solidFill>
          </a:ln>
          <a:effectLst>
            <a:outerShdw blurRad="520700" sx="102000" sy="102000" algn="ctr" rotWithShape="0">
              <a:schemeClr val="accent2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0BD62E1-200F-E4D8-7E5E-538B4B5CF7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6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Vector Blogger Logo Free PNG Transparent Background, Free Download ...">
            <a:extLst>
              <a:ext uri="{FF2B5EF4-FFF2-40B4-BE49-F238E27FC236}">
                <a16:creationId xmlns:a16="http://schemas.microsoft.com/office/drawing/2014/main" id="{6B873915-685C-157E-0D4F-E3D9834DD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878" y="5933304"/>
            <a:ext cx="269723" cy="26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97F643-F9CB-4D29-BB94-640C3212DC96}"/>
              </a:ext>
            </a:extLst>
          </p:cNvPr>
          <p:cNvSpPr txBox="1"/>
          <p:nvPr/>
        </p:nvSpPr>
        <p:spPr>
          <a:xfrm>
            <a:off x="691027" y="1060163"/>
            <a:ext cx="7294141" cy="2308312"/>
          </a:xfrm>
          <a:prstGeom prst="rect">
            <a:avLst/>
          </a:prstGeom>
          <a:solidFill>
            <a:srgbClr val="3D3CEE"/>
          </a:solidFill>
        </p:spPr>
        <p:txBody>
          <a:bodyPr wrap="square" lIns="91428" tIns="45714" rIns="91428" bIns="45714" rtlCol="0">
            <a:spAutoFit/>
          </a:bodyPr>
          <a:lstStyle/>
          <a:p>
            <a:pPr defTabSz="228554">
              <a:defRPr/>
            </a:pPr>
            <a:endParaRPr lang="en-US" sz="2400" b="1" dirty="0">
              <a:solidFill>
                <a:schemeClr val="bg1"/>
              </a:solidFill>
              <a:latin typeface="Century Gothic"/>
            </a:endParaRPr>
          </a:p>
          <a:p>
            <a:pPr defTabSz="228554">
              <a:defRPr/>
            </a:pPr>
            <a:r>
              <a:rPr lang="en-US" sz="4400" b="1" dirty="0">
                <a:solidFill>
                  <a:schemeClr val="bg1"/>
                </a:solidFill>
                <a:latin typeface="Century Gothic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Century Gothic"/>
              </a:rPr>
              <a:t>AcmeOne’s</a:t>
            </a:r>
            <a:r>
              <a:rPr lang="en-US" sz="4400" b="1" dirty="0">
                <a:solidFill>
                  <a:schemeClr val="bg1"/>
                </a:solidFill>
                <a:latin typeface="Century Gothic"/>
              </a:rPr>
              <a:t> Integration</a:t>
            </a:r>
          </a:p>
          <a:p>
            <a:pPr defTabSz="228554">
              <a:defRPr/>
            </a:pPr>
            <a:r>
              <a:rPr lang="en-US" sz="4400" b="1" dirty="0">
                <a:solidFill>
                  <a:schemeClr val="bg1"/>
                </a:solidFill>
                <a:latin typeface="Century Gothic"/>
              </a:rPr>
              <a:t> Planning</a:t>
            </a:r>
          </a:p>
          <a:p>
            <a:pPr defTabSz="228554">
              <a:defRPr/>
            </a:pPr>
            <a:endParaRPr lang="en-US" sz="3200" b="1" dirty="0">
              <a:solidFill>
                <a:schemeClr val="bg1"/>
              </a:solidFill>
              <a:latin typeface="Century Gothic"/>
            </a:endParaRPr>
          </a:p>
        </p:txBody>
      </p:sp>
      <p:pic>
        <p:nvPicPr>
          <p:cNvPr id="2" name="Picture 10" descr="‎Glean Work on the App Store">
            <a:extLst>
              <a:ext uri="{FF2B5EF4-FFF2-40B4-BE49-F238E27FC236}">
                <a16:creationId xmlns:a16="http://schemas.microsoft.com/office/drawing/2014/main" id="{648F8A17-A2C4-BCCF-B65D-25CD62729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1" t="12170" r="29863" b="12724"/>
          <a:stretch/>
        </p:blipFill>
        <p:spPr bwMode="auto">
          <a:xfrm>
            <a:off x="9134531" y="2831529"/>
            <a:ext cx="1871437" cy="1836248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5EAB5940-F221-AAC9-7BBD-7BAF78A961EB}"/>
              </a:ext>
            </a:extLst>
          </p:cNvPr>
          <p:cNvGrpSpPr/>
          <p:nvPr/>
        </p:nvGrpSpPr>
        <p:grpSpPr>
          <a:xfrm>
            <a:off x="374338" y="4133463"/>
            <a:ext cx="4507981" cy="2127379"/>
            <a:chOff x="312267" y="4563758"/>
            <a:chExt cx="4507981" cy="212737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EB08C0-C0A1-4F59-B1C6-6F681657D997}"/>
                </a:ext>
              </a:extLst>
            </p:cNvPr>
            <p:cNvGrpSpPr/>
            <p:nvPr/>
          </p:nvGrpSpPr>
          <p:grpSpPr>
            <a:xfrm>
              <a:off x="1711321" y="4563758"/>
              <a:ext cx="416687" cy="416686"/>
              <a:chOff x="965201" y="4870451"/>
              <a:chExt cx="228600" cy="228600"/>
            </a:xfrm>
            <a:solidFill>
              <a:schemeClr val="accent2">
                <a:alpha val="35000"/>
              </a:schemeClr>
            </a:solidFill>
          </p:grpSpPr>
          <p:sp>
            <p:nvSpPr>
              <p:cNvPr id="21" name="Freeform 46">
                <a:extLst>
                  <a:ext uri="{FF2B5EF4-FFF2-40B4-BE49-F238E27FC236}">
                    <a16:creationId xmlns:a16="http://schemas.microsoft.com/office/drawing/2014/main" id="{516B60A2-4708-4DF0-9AFC-E19661BF4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5201" y="4954588"/>
                <a:ext cx="228600" cy="60325"/>
              </a:xfrm>
              <a:custGeom>
                <a:avLst/>
                <a:gdLst>
                  <a:gd name="T0" fmla="*/ 132 w 152"/>
                  <a:gd name="T1" fmla="*/ 40 h 40"/>
                  <a:gd name="T2" fmla="*/ 20 w 152"/>
                  <a:gd name="T3" fmla="*/ 40 h 40"/>
                  <a:gd name="T4" fmla="*/ 0 w 152"/>
                  <a:gd name="T5" fmla="*/ 20 h 40"/>
                  <a:gd name="T6" fmla="*/ 20 w 152"/>
                  <a:gd name="T7" fmla="*/ 0 h 40"/>
                  <a:gd name="T8" fmla="*/ 132 w 152"/>
                  <a:gd name="T9" fmla="*/ 0 h 40"/>
                  <a:gd name="T10" fmla="*/ 152 w 152"/>
                  <a:gd name="T11" fmla="*/ 20 h 40"/>
                  <a:gd name="T12" fmla="*/ 132 w 152"/>
                  <a:gd name="T1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2" h="40">
                    <a:moveTo>
                      <a:pt x="132" y="40"/>
                    </a:moveTo>
                    <a:cubicBezTo>
                      <a:pt x="20" y="40"/>
                      <a:pt x="20" y="40"/>
                      <a:pt x="20" y="40"/>
                    </a:cubicBez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143" y="0"/>
                      <a:pt x="152" y="9"/>
                      <a:pt x="152" y="20"/>
                    </a:cubicBezTo>
                    <a:cubicBezTo>
                      <a:pt x="152" y="31"/>
                      <a:pt x="143" y="40"/>
                      <a:pt x="132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  <p:sp>
            <p:nvSpPr>
              <p:cNvPr id="22" name="Freeform 47">
                <a:extLst>
                  <a:ext uri="{FF2B5EF4-FFF2-40B4-BE49-F238E27FC236}">
                    <a16:creationId xmlns:a16="http://schemas.microsoft.com/office/drawing/2014/main" id="{1559EA6F-D571-4691-AD2F-3C27B07C8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9338" y="4870451"/>
                <a:ext cx="60325" cy="228600"/>
              </a:xfrm>
              <a:custGeom>
                <a:avLst/>
                <a:gdLst>
                  <a:gd name="T0" fmla="*/ 20 w 40"/>
                  <a:gd name="T1" fmla="*/ 152 h 152"/>
                  <a:gd name="T2" fmla="*/ 0 w 40"/>
                  <a:gd name="T3" fmla="*/ 132 h 152"/>
                  <a:gd name="T4" fmla="*/ 0 w 40"/>
                  <a:gd name="T5" fmla="*/ 20 h 152"/>
                  <a:gd name="T6" fmla="*/ 20 w 40"/>
                  <a:gd name="T7" fmla="*/ 0 h 152"/>
                  <a:gd name="T8" fmla="*/ 40 w 40"/>
                  <a:gd name="T9" fmla="*/ 20 h 152"/>
                  <a:gd name="T10" fmla="*/ 40 w 40"/>
                  <a:gd name="T11" fmla="*/ 132 h 152"/>
                  <a:gd name="T12" fmla="*/ 20 w 40"/>
                  <a:gd name="T13" fmla="*/ 15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52">
                    <a:moveTo>
                      <a:pt x="20" y="152"/>
                    </a:moveTo>
                    <a:cubicBezTo>
                      <a:pt x="9" y="152"/>
                      <a:pt x="0" y="143"/>
                      <a:pt x="0" y="13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0" y="143"/>
                      <a:pt x="31" y="152"/>
                      <a:pt x="20" y="1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0421D30-FE4B-4111-8EA7-0A627C1F1BCA}"/>
                </a:ext>
              </a:extLst>
            </p:cNvPr>
            <p:cNvGrpSpPr/>
            <p:nvPr/>
          </p:nvGrpSpPr>
          <p:grpSpPr>
            <a:xfrm>
              <a:off x="2836191" y="5236935"/>
              <a:ext cx="163780" cy="158891"/>
              <a:chOff x="1752601" y="4673601"/>
              <a:chExt cx="106363" cy="103188"/>
            </a:xfrm>
            <a:solidFill>
              <a:schemeClr val="accent1">
                <a:alpha val="35000"/>
              </a:schemeClr>
            </a:solidFill>
          </p:grpSpPr>
          <p:sp>
            <p:nvSpPr>
              <p:cNvPr id="40" name="Freeform 48">
                <a:extLst>
                  <a:ext uri="{FF2B5EF4-FFF2-40B4-BE49-F238E27FC236}">
                    <a16:creationId xmlns:a16="http://schemas.microsoft.com/office/drawing/2014/main" id="{AAB9F2A5-0185-409C-9C42-4C30E4238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1" y="4673601"/>
                <a:ext cx="106363" cy="103188"/>
              </a:xfrm>
              <a:custGeom>
                <a:avLst/>
                <a:gdLst>
                  <a:gd name="T0" fmla="*/ 59 w 70"/>
                  <a:gd name="T1" fmla="*/ 69 h 69"/>
                  <a:gd name="T2" fmla="*/ 52 w 70"/>
                  <a:gd name="T3" fmla="*/ 66 h 69"/>
                  <a:gd name="T4" fmla="*/ 4 w 70"/>
                  <a:gd name="T5" fmla="*/ 18 h 69"/>
                  <a:gd name="T6" fmla="*/ 4 w 70"/>
                  <a:gd name="T7" fmla="*/ 4 h 69"/>
                  <a:gd name="T8" fmla="*/ 18 w 70"/>
                  <a:gd name="T9" fmla="*/ 4 h 69"/>
                  <a:gd name="T10" fmla="*/ 66 w 70"/>
                  <a:gd name="T11" fmla="*/ 52 h 69"/>
                  <a:gd name="T12" fmla="*/ 66 w 70"/>
                  <a:gd name="T13" fmla="*/ 66 h 69"/>
                  <a:gd name="T14" fmla="*/ 59 w 70"/>
                  <a:gd name="T1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69">
                    <a:moveTo>
                      <a:pt x="59" y="69"/>
                    </a:moveTo>
                    <a:cubicBezTo>
                      <a:pt x="56" y="69"/>
                      <a:pt x="54" y="68"/>
                      <a:pt x="52" y="66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4" y="0"/>
                      <a:pt x="18" y="4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70" y="56"/>
                      <a:pt x="70" y="62"/>
                      <a:pt x="66" y="66"/>
                    </a:cubicBezTo>
                    <a:cubicBezTo>
                      <a:pt x="64" y="68"/>
                      <a:pt x="62" y="69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  <p:sp>
            <p:nvSpPr>
              <p:cNvPr id="41" name="Freeform 49">
                <a:extLst>
                  <a:ext uri="{FF2B5EF4-FFF2-40B4-BE49-F238E27FC236}">
                    <a16:creationId xmlns:a16="http://schemas.microsoft.com/office/drawing/2014/main" id="{58547DC9-3FD2-4374-A912-4418AE2CE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1" y="4673601"/>
                <a:ext cx="106363" cy="103188"/>
              </a:xfrm>
              <a:custGeom>
                <a:avLst/>
                <a:gdLst>
                  <a:gd name="T0" fmla="*/ 11 w 70"/>
                  <a:gd name="T1" fmla="*/ 69 h 69"/>
                  <a:gd name="T2" fmla="*/ 4 w 70"/>
                  <a:gd name="T3" fmla="*/ 66 h 69"/>
                  <a:gd name="T4" fmla="*/ 4 w 70"/>
                  <a:gd name="T5" fmla="*/ 52 h 69"/>
                  <a:gd name="T6" fmla="*/ 52 w 70"/>
                  <a:gd name="T7" fmla="*/ 4 h 69"/>
                  <a:gd name="T8" fmla="*/ 66 w 70"/>
                  <a:gd name="T9" fmla="*/ 4 h 69"/>
                  <a:gd name="T10" fmla="*/ 66 w 70"/>
                  <a:gd name="T11" fmla="*/ 18 h 69"/>
                  <a:gd name="T12" fmla="*/ 18 w 70"/>
                  <a:gd name="T13" fmla="*/ 66 h 69"/>
                  <a:gd name="T14" fmla="*/ 11 w 70"/>
                  <a:gd name="T1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69">
                    <a:moveTo>
                      <a:pt x="11" y="69"/>
                    </a:moveTo>
                    <a:cubicBezTo>
                      <a:pt x="8" y="69"/>
                      <a:pt x="6" y="68"/>
                      <a:pt x="4" y="66"/>
                    </a:cubicBezTo>
                    <a:cubicBezTo>
                      <a:pt x="0" y="62"/>
                      <a:pt x="0" y="56"/>
                      <a:pt x="4" y="52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6" y="0"/>
                      <a:pt x="62" y="0"/>
                      <a:pt x="66" y="4"/>
                    </a:cubicBezTo>
                    <a:cubicBezTo>
                      <a:pt x="70" y="8"/>
                      <a:pt x="70" y="14"/>
                      <a:pt x="66" y="18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6" y="68"/>
                      <a:pt x="14" y="69"/>
                      <a:pt x="11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AB14377-163D-4F60-A4B6-83447981CACD}"/>
                </a:ext>
              </a:extLst>
            </p:cNvPr>
            <p:cNvSpPr/>
            <p:nvPr/>
          </p:nvSpPr>
          <p:spPr>
            <a:xfrm>
              <a:off x="4636947" y="4706201"/>
              <a:ext cx="183301" cy="183301"/>
            </a:xfrm>
            <a:prstGeom prst="ellipse">
              <a:avLst/>
            </a:prstGeom>
            <a:solidFill>
              <a:schemeClr val="bg1"/>
            </a:solidFill>
            <a:ln w="127000">
              <a:noFill/>
            </a:ln>
            <a:effectLst>
              <a:outerShdw blurRad="317500" sx="98000" sy="98000" algn="ctr" rotWithShape="0">
                <a:schemeClr val="accent1">
                  <a:lumMod val="75000"/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" name="Google Shape;5412;g2089221466f_26_1089">
              <a:extLst>
                <a:ext uri="{FF2B5EF4-FFF2-40B4-BE49-F238E27FC236}">
                  <a16:creationId xmlns:a16="http://schemas.microsoft.com/office/drawing/2014/main" id="{0FE790A7-E81D-A9BC-8BDB-370FD7676B82}"/>
                </a:ext>
              </a:extLst>
            </p:cNvPr>
            <p:cNvSpPr txBox="1"/>
            <p:nvPr/>
          </p:nvSpPr>
          <p:spPr>
            <a:xfrm>
              <a:off x="1707368" y="5600099"/>
              <a:ext cx="2604353" cy="1091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spAutoFit/>
            </a:bodyPr>
            <a:lstStyle/>
            <a:p>
              <a:pPr marL="0" marR="0" lvl="0" indent="0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000" b="1" dirty="0">
                  <a:solidFill>
                    <a:srgbClr val="1C1C1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Rob Barker</a:t>
              </a:r>
            </a:p>
            <a:p>
              <a:pPr marL="0" marR="0" lvl="0" indent="0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1400" i="0" u="none" strike="noStrike" cap="none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  <a:hlinkClick r:id="rId5"/>
                </a:rPr>
                <a:t>rob.barker@glean.com</a:t>
              </a:r>
              <a:endParaRPr lang="en-US" sz="1400" i="0" u="none" strike="noStrike" cap="none" dirty="0">
                <a:solidFill>
                  <a:srgbClr val="1C1C1C"/>
                </a:solidFill>
                <a:latin typeface="Inter ExtraBold"/>
                <a:ea typeface="Inter"/>
                <a:cs typeface="Inter"/>
                <a:sym typeface="Inter ExtraBold"/>
              </a:endParaRPr>
            </a:p>
            <a:p>
              <a:pPr marL="0" marR="0" lvl="0" indent="0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br>
                <a:rPr lang="en-US" sz="1400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  <a:hlinkClick r:id="rId6"/>
                </a:rPr>
              </a:br>
              <a:r>
                <a:rPr lang="en-US" sz="1400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  <a:hlinkClick r:id="rId6"/>
                </a:rPr>
                <a:t>https://gleaningideas.com</a:t>
              </a:r>
              <a:r>
                <a:rPr lang="en-US" sz="1400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</a:rPr>
                <a:t>   </a:t>
              </a:r>
              <a:r>
                <a:rPr lang="en-US" sz="1400" i="0" u="none" strike="noStrike" cap="none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</a:rPr>
                <a:t> </a:t>
              </a:r>
              <a:endParaRPr sz="1100" i="0" u="none" strike="noStrike" cap="none" dirty="0">
                <a:solidFill>
                  <a:srgbClr val="1C1C1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" name="Google Shape;5411;g2089221466f_26_1089">
              <a:extLst>
                <a:ext uri="{FF2B5EF4-FFF2-40B4-BE49-F238E27FC236}">
                  <a16:creationId xmlns:a16="http://schemas.microsoft.com/office/drawing/2014/main" id="{6A5F5DAC-6666-7C5E-D2A5-C9558A536A0F}"/>
                </a:ext>
              </a:extLst>
            </p:cNvPr>
            <p:cNvSpPr/>
            <p:nvPr/>
          </p:nvSpPr>
          <p:spPr>
            <a:xfrm>
              <a:off x="1042928" y="5081607"/>
              <a:ext cx="3014623" cy="518800"/>
            </a:xfrm>
            <a:prstGeom prst="roundRect">
              <a:avLst>
                <a:gd name="adj" fmla="val 50000"/>
              </a:avLst>
            </a:prstGeom>
            <a:solidFill>
              <a:srgbClr val="3D3CEE"/>
            </a:solidFill>
            <a:ln w="19050" cap="flat" cmpd="sng">
              <a:solidFill>
                <a:srgbClr val="3D3C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22875" rIns="45725" bIns="228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" name="Google Shape;5424;g2089221466f_26_1089">
              <a:extLst>
                <a:ext uri="{FF2B5EF4-FFF2-40B4-BE49-F238E27FC236}">
                  <a16:creationId xmlns:a16="http://schemas.microsoft.com/office/drawing/2014/main" id="{8E2FCDA4-1FE8-E2EF-AFBA-D392831584F5}"/>
                </a:ext>
              </a:extLst>
            </p:cNvPr>
            <p:cNvSpPr txBox="1"/>
            <p:nvPr/>
          </p:nvSpPr>
          <p:spPr>
            <a:xfrm>
              <a:off x="1426807" y="5167585"/>
              <a:ext cx="2729072" cy="38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dirty="0">
                  <a:solidFill>
                    <a:schemeClr val="lt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Solutions Architect, Glean</a:t>
              </a:r>
              <a:endParaRPr sz="1500" b="1" i="0" u="none" strike="noStrike" cap="none" dirty="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pic>
          <p:nvPicPr>
            <p:cNvPr id="59" name="Google Shape;5431;g2089221466f_26_1089">
              <a:extLst>
                <a:ext uri="{FF2B5EF4-FFF2-40B4-BE49-F238E27FC236}">
                  <a16:creationId xmlns:a16="http://schemas.microsoft.com/office/drawing/2014/main" id="{8C3C6AF2-5DC3-6510-8578-33865C2EB6E5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2267" y="4872900"/>
              <a:ext cx="1336365" cy="1322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5433;g2089221466f_26_1089">
              <a:extLst>
                <a:ext uri="{FF2B5EF4-FFF2-40B4-BE49-F238E27FC236}">
                  <a16:creationId xmlns:a16="http://schemas.microsoft.com/office/drawing/2014/main" id="{45D8D4B8-F8B6-E221-4D29-1655023DA2AF}"/>
                </a:ext>
              </a:extLst>
            </p:cNvPr>
            <p:cNvSpPr/>
            <p:nvPr/>
          </p:nvSpPr>
          <p:spPr>
            <a:xfrm>
              <a:off x="356053" y="4923407"/>
              <a:ext cx="1261800" cy="1239300"/>
            </a:xfrm>
            <a:prstGeom prst="ellipse">
              <a:avLst/>
            </a:prstGeom>
            <a:noFill/>
            <a:ln w="76200" cap="flat" cmpd="sng">
              <a:solidFill>
                <a:srgbClr val="3D3C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554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8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6" presetClass="emph" presetSubtype="0" repeatCount="indefinite" accel="46000" decel="5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mph" presetSubtype="0" repeatCount="indefinite" accel="46000" decel="5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2300" fill="hold"/>
                                        <p:tgtEl>
                                          <p:spTgt spid="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600"/>
                            </p:stCondLst>
                            <p:childTnLst>
                              <p:par>
                                <p:cTn id="74" presetID="8" presetClass="emph" presetSubtype="0" repeatCount="indefinite" accel="48000" decel="52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5" dur="3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" presetID="8" presetClass="emph" presetSubtype="0" repeatCount="indefinite" accel="48000" decel="52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7" dur="28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8" presetClass="emph" presetSubtype="0" repeatCount="indefinite" accel="48000" decel="52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9" dur="4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" grpId="0" animBg="1"/>
      <p:bldP spid="3" grpId="1" animBg="1"/>
      <p:bldP spid="4" grpId="0" animBg="1"/>
      <p:bldP spid="4" grpId="1" animBg="1"/>
      <p:bldP spid="5" grpId="0" animBg="1"/>
      <p:bldP spid="8" grpId="0" animBg="1"/>
      <p:bldP spid="8" grpId="1" animBg="1"/>
      <p:bldP spid="9" grpId="0" animBg="1"/>
      <p:bldP spid="10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2B8FE7-B937-4782-8228-2700BEF1265F}"/>
              </a:ext>
            </a:extLst>
          </p:cNvPr>
          <p:cNvCxnSpPr>
            <a:cxnSpLocks/>
          </p:cNvCxnSpPr>
          <p:nvPr/>
        </p:nvCxnSpPr>
        <p:spPr>
          <a:xfrm>
            <a:off x="6096000" y="447"/>
            <a:ext cx="0" cy="6857107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F30006-9807-4BAE-A2A2-D0C410A964AA}"/>
              </a:ext>
            </a:extLst>
          </p:cNvPr>
          <p:cNvSpPr/>
          <p:nvPr/>
        </p:nvSpPr>
        <p:spPr>
          <a:xfrm>
            <a:off x="5994705" y="-342409"/>
            <a:ext cx="202590" cy="7542818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02C158-B804-4FDB-B426-EA9428E80E14}"/>
              </a:ext>
            </a:extLst>
          </p:cNvPr>
          <p:cNvSpPr/>
          <p:nvPr/>
        </p:nvSpPr>
        <p:spPr>
          <a:xfrm>
            <a:off x="5994705" y="724281"/>
            <a:ext cx="202590" cy="54094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7832E2-B7DB-43E1-9235-B98579D5CAAD}"/>
              </a:ext>
            </a:extLst>
          </p:cNvPr>
          <p:cNvSpPr/>
          <p:nvPr/>
        </p:nvSpPr>
        <p:spPr>
          <a:xfrm>
            <a:off x="5994705" y="853077"/>
            <a:ext cx="202590" cy="515184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64855D-6EB7-43A9-B221-756981985864}"/>
              </a:ext>
            </a:extLst>
          </p:cNvPr>
          <p:cNvSpPr/>
          <p:nvPr/>
        </p:nvSpPr>
        <p:spPr>
          <a:xfrm>
            <a:off x="5644044" y="1434220"/>
            <a:ext cx="922480" cy="835372"/>
          </a:xfrm>
          <a:prstGeom prst="ellipse">
            <a:avLst/>
          </a:prstGeom>
          <a:solidFill>
            <a:schemeClr val="tx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01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80F3C5-3B2D-4FDB-B3C5-78D1EF59C3C4}"/>
              </a:ext>
            </a:extLst>
          </p:cNvPr>
          <p:cNvSpPr txBox="1"/>
          <p:nvPr/>
        </p:nvSpPr>
        <p:spPr>
          <a:xfrm>
            <a:off x="3237191" y="2549269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Integration Plans</a:t>
            </a:r>
          </a:p>
          <a:p>
            <a:pPr marL="171450" marR="0" lvl="0" indent="-17145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 of architecture.</a:t>
            </a:r>
          </a:p>
          <a:p>
            <a:pPr marL="171450" marR="0" lvl="0" indent="-17145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methodology.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E68E28-7514-4702-94AB-1EE7C82DF7E7}"/>
              </a:ext>
            </a:extLst>
          </p:cNvPr>
          <p:cNvSpPr txBox="1"/>
          <p:nvPr/>
        </p:nvSpPr>
        <p:spPr>
          <a:xfrm>
            <a:off x="6581883" y="3578340"/>
            <a:ext cx="37266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Resources &amp; Project Stages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Project resources to deliver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solution.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High-level project stages and tasks.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22654-40F9-CA30-0532-4099B26A0D2F}"/>
              </a:ext>
            </a:extLst>
          </p:cNvPr>
          <p:cNvSpPr txBox="1"/>
          <p:nvPr/>
        </p:nvSpPr>
        <p:spPr>
          <a:xfrm>
            <a:off x="640161" y="270930"/>
            <a:ext cx="185817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Agenda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4E60EB-EF0C-2AC5-B918-BAA64B59D3CE}"/>
              </a:ext>
            </a:extLst>
          </p:cNvPr>
          <p:cNvSpPr/>
          <p:nvPr/>
        </p:nvSpPr>
        <p:spPr>
          <a:xfrm>
            <a:off x="5852619" y="4619139"/>
            <a:ext cx="520252" cy="520252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30943-FDCD-7920-93AE-133B9AEA9369}"/>
              </a:ext>
            </a:extLst>
          </p:cNvPr>
          <p:cNvSpPr txBox="1"/>
          <p:nvPr/>
        </p:nvSpPr>
        <p:spPr>
          <a:xfrm>
            <a:off x="3061320" y="4540711"/>
            <a:ext cx="25307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Enablement Tools</a:t>
            </a:r>
          </a:p>
          <a:p>
            <a:pPr marR="0" lvl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Jupyter Notebook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Visual Studio Code examples.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388893-31B5-3E52-E1DF-F00426389BD4}"/>
              </a:ext>
            </a:extLst>
          </p:cNvPr>
          <p:cNvSpPr/>
          <p:nvPr/>
        </p:nvSpPr>
        <p:spPr>
          <a:xfrm>
            <a:off x="5752730" y="2537541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29026E-0E89-55F9-7D1B-5B6FA67E4DFC}"/>
              </a:ext>
            </a:extLst>
          </p:cNvPr>
          <p:cNvSpPr/>
          <p:nvPr/>
        </p:nvSpPr>
        <p:spPr>
          <a:xfrm>
            <a:off x="5760191" y="3578340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03E3C-5DB8-B88A-E26A-ABC7B498360D}"/>
              </a:ext>
            </a:extLst>
          </p:cNvPr>
          <p:cNvSpPr txBox="1"/>
          <p:nvPr/>
        </p:nvSpPr>
        <p:spPr>
          <a:xfrm>
            <a:off x="6667819" y="1453984"/>
            <a:ext cx="332183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Overview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are our objectives today and moving forward.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noProof="0" dirty="0">
                <a:solidFill>
                  <a:srgbClr val="FFFFFF"/>
                </a:solidFill>
                <a:latin typeface="Calibri"/>
              </a:rPr>
              <a:t>Technical assumptions &amp; questions.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measure</a:t>
            </a:r>
            <a:r>
              <a:rPr kumimoji="0" lang="en-US" sz="900" b="0" i="0" u="none" strike="noStrike" kern="1200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success.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071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EAA7A3A-B0E6-A1E3-D7EB-0CC4CAED4D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0161" y="1281600"/>
            <a:ext cx="11042251" cy="5109691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Current deployment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Multiple systems integrated with Glean 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Supporting 5,000 employees</a:t>
            </a:r>
            <a:br>
              <a:rPr lang="en-US" sz="2000" dirty="0">
                <a:solidFill>
                  <a:srgbClr val="FFFFFF"/>
                </a:solidFill>
              </a:rPr>
            </a:br>
            <a:endParaRPr lang="en-US" sz="2800" b="1" dirty="0">
              <a:solidFill>
                <a:srgbClr val="FFFFFF"/>
              </a:solidFill>
              <a:latin typeface="Century Gothic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Goal: Add 2 new customizations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</a:rPr>
              <a:t>Custom Sales CRM Connector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</a:rPr>
              <a:t>Add new </a:t>
            </a:r>
            <a:r>
              <a:rPr lang="en-US" sz="2400" dirty="0" err="1">
                <a:solidFill>
                  <a:srgbClr val="FFFFFF"/>
                </a:solidFill>
              </a:rPr>
              <a:t>datasource</a:t>
            </a:r>
            <a:r>
              <a:rPr lang="en-US" sz="2400" dirty="0">
                <a:solidFill>
                  <a:srgbClr val="FFFFFF"/>
                </a:solidFill>
              </a:rPr>
              <a:t> for Indexing and Search APIs</a:t>
            </a:r>
          </a:p>
          <a:p>
            <a:pPr lvl="3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</a:rPr>
              <a:t>Example: </a:t>
            </a:r>
            <a:r>
              <a:rPr lang="en-US" sz="2000" dirty="0" err="1">
                <a:solidFill>
                  <a:srgbClr val="FFFFFF"/>
                </a:solidFill>
              </a:rPr>
              <a:t>SalesForce</a:t>
            </a:r>
            <a:endParaRPr lang="en-US" sz="2000" dirty="0">
              <a:solidFill>
                <a:srgbClr val="FFFFF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FFFFFF"/>
                </a:solidFill>
              </a:rPr>
              <a:t>Integrate Glean with internal support Chatbot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</a:rPr>
              <a:t>Glean Web SDK</a:t>
            </a:r>
          </a:p>
          <a:p>
            <a:pPr lvl="3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</a:rPr>
              <a:t>Example: Intercom (Conversations/Help Center/Tickets)</a:t>
            </a:r>
          </a:p>
          <a:p>
            <a:pPr lvl="1"/>
            <a:endParaRPr lang="en-US" sz="20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A920C8-12C7-054C-58BC-9A24E65803D6}"/>
              </a:ext>
            </a:extLst>
          </p:cNvPr>
          <p:cNvSpPr txBox="1"/>
          <p:nvPr/>
        </p:nvSpPr>
        <p:spPr>
          <a:xfrm>
            <a:off x="640161" y="270930"/>
            <a:ext cx="213068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74537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671DB-6DBA-DFD1-6ECD-E2F801FC8875}"/>
              </a:ext>
            </a:extLst>
          </p:cNvPr>
          <p:cNvSpPr txBox="1"/>
          <p:nvPr/>
        </p:nvSpPr>
        <p:spPr>
          <a:xfrm>
            <a:off x="640161" y="270930"/>
            <a:ext cx="7362889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Technical Assumptions &amp; Questions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63F8E08E-F325-C4A1-D62B-C9A2E055D28F}"/>
              </a:ext>
            </a:extLst>
          </p:cNvPr>
          <p:cNvSpPr txBox="1">
            <a:spLocks/>
          </p:cNvSpPr>
          <p:nvPr/>
        </p:nvSpPr>
        <p:spPr>
          <a:xfrm>
            <a:off x="640161" y="1431985"/>
            <a:ext cx="4507281" cy="4959306"/>
          </a:xfrm>
          <a:prstGeom prst="rect">
            <a:avLst/>
          </a:prstGeom>
        </p:spPr>
        <p:txBody>
          <a:bodyPr/>
          <a:lstStyle>
            <a:lvl1pPr marL="228554" indent="-228554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Century Gothic"/>
              </a:rPr>
              <a:t>CRM &amp; Chatbot 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Custom features?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Defined Authorization (</a:t>
            </a:r>
            <a:r>
              <a:rPr lang="en-US" sz="1800" dirty="0" err="1">
                <a:solidFill>
                  <a:srgbClr val="FFFFFF"/>
                </a:solidFill>
              </a:rPr>
              <a:t>AuthZ</a:t>
            </a:r>
            <a:r>
              <a:rPr lang="en-US" sz="1800" dirty="0">
                <a:solidFill>
                  <a:srgbClr val="FFFFFF"/>
                </a:solidFill>
              </a:rPr>
              <a:t>) &amp; Authentication (</a:t>
            </a:r>
            <a:r>
              <a:rPr lang="en-US" sz="1800" dirty="0" err="1">
                <a:solidFill>
                  <a:srgbClr val="FFFFFF"/>
                </a:solidFill>
              </a:rPr>
              <a:t>AuthN</a:t>
            </a:r>
            <a:r>
              <a:rPr lang="en-US" sz="1800" dirty="0">
                <a:solidFill>
                  <a:srgbClr val="FFFFFF"/>
                </a:solidFill>
              </a:rPr>
              <a:t>)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REST API, webhooks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Based on what platform? Open source?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Deployment</a:t>
            </a:r>
          </a:p>
          <a:p>
            <a:pPr lvl="2"/>
            <a:r>
              <a:rPr lang="en-US" sz="1600" dirty="0">
                <a:solidFill>
                  <a:srgbClr val="FFFFFF"/>
                </a:solidFill>
              </a:rPr>
              <a:t>Cloud, On-Premises, SaaS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</a:rPr>
              <a:t>Company wide availability or targeted teams?</a:t>
            </a:r>
          </a:p>
          <a:p>
            <a:endParaRPr lang="en-US" sz="900" dirty="0">
              <a:solidFill>
                <a:srgbClr val="FFFFFF"/>
              </a:solidFill>
            </a:endParaRPr>
          </a:p>
          <a:p>
            <a:r>
              <a:rPr lang="en-US" sz="2000" b="1" dirty="0">
                <a:solidFill>
                  <a:srgbClr val="FFFFFF"/>
                </a:solidFill>
                <a:latin typeface="Century Gothic"/>
              </a:rPr>
              <a:t>API Framework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Is there a unified API across all your application fabric? Or per-app API use?</a:t>
            </a:r>
          </a:p>
          <a:p>
            <a:pPr marL="0" indent="0">
              <a:buNone/>
            </a:pP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3A077DF7-189C-A3E5-F121-2A67EDD61F1E}"/>
              </a:ext>
            </a:extLst>
          </p:cNvPr>
          <p:cNvSpPr txBox="1">
            <a:spLocks/>
          </p:cNvSpPr>
          <p:nvPr/>
        </p:nvSpPr>
        <p:spPr>
          <a:xfrm>
            <a:off x="6096000" y="1437352"/>
            <a:ext cx="5454723" cy="5109691"/>
          </a:xfrm>
          <a:prstGeom prst="rect">
            <a:avLst/>
          </a:prstGeom>
        </p:spPr>
        <p:txBody>
          <a:bodyPr/>
          <a:lstStyle>
            <a:lvl1pPr marL="228554" indent="-228554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  <a:latin typeface="Century Gothic"/>
              </a:rPr>
              <a:t>Environment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Non-production environment available?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Snapshot updates from prod to non-prod </a:t>
            </a:r>
            <a:r>
              <a:rPr lang="en-US" sz="1800" dirty="0" err="1">
                <a:solidFill>
                  <a:srgbClr val="FFFFFF"/>
                </a:solidFill>
              </a:rPr>
              <a:t>datasources</a:t>
            </a:r>
            <a:r>
              <a:rPr lang="en-US" sz="1800" dirty="0">
                <a:solidFill>
                  <a:srgbClr val="FFFFFF"/>
                </a:solidFill>
              </a:rPr>
              <a:t>?</a:t>
            </a:r>
          </a:p>
          <a:p>
            <a:pPr lvl="1">
              <a:lnSpc>
                <a:spcPct val="100000"/>
              </a:lnSpc>
            </a:pPr>
            <a:endParaRPr lang="en-US" sz="500" dirty="0">
              <a:solidFill>
                <a:srgbClr val="FFFFFF"/>
              </a:solidFill>
            </a:endParaRPr>
          </a:p>
          <a:p>
            <a:r>
              <a:rPr lang="en-US" sz="2000" b="1" dirty="0">
                <a:solidFill>
                  <a:srgbClr val="FFFFFF"/>
                </a:solidFill>
                <a:latin typeface="Century Gothic"/>
              </a:rPr>
              <a:t>Source Management &amp; Tracking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GitHub Enterprise org/repositories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JIRA (or similar) available for epics, issues and feature tracking (</a:t>
            </a:r>
            <a:r>
              <a:rPr lang="en-US" sz="1800" dirty="0" err="1">
                <a:solidFill>
                  <a:srgbClr val="FFFFFF"/>
                </a:solidFill>
              </a:rPr>
              <a:t>eg.</a:t>
            </a:r>
            <a:r>
              <a:rPr lang="en-US" sz="1800" dirty="0">
                <a:solidFill>
                  <a:srgbClr val="FFFFFF"/>
                </a:solidFill>
              </a:rPr>
              <a:t> JIRA Native Connector)</a:t>
            </a:r>
          </a:p>
          <a:p>
            <a:pPr lvl="1"/>
            <a:endParaRPr lang="en-US" sz="1600" dirty="0">
              <a:solidFill>
                <a:srgbClr val="FFFFFF"/>
              </a:solidFill>
            </a:endParaRPr>
          </a:p>
          <a:p>
            <a:r>
              <a:rPr lang="en-US" sz="2000" b="1" dirty="0">
                <a:solidFill>
                  <a:srgbClr val="FFFFFF"/>
                </a:solidFill>
                <a:latin typeface="Century Gothic"/>
              </a:rPr>
              <a:t>Communication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Business to business connectivity for collaborative development?</a:t>
            </a:r>
          </a:p>
          <a:p>
            <a:pPr lvl="2"/>
            <a:r>
              <a:rPr lang="en-US" sz="1400" dirty="0">
                <a:solidFill>
                  <a:srgbClr val="FFFFFF"/>
                </a:solidFill>
              </a:rPr>
              <a:t>Example: Slack</a:t>
            </a:r>
          </a:p>
          <a:p>
            <a:pPr lvl="1"/>
            <a:endParaRPr lang="en-US" sz="1600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2AE7F1-C739-072B-A198-421C7A6423DC}"/>
              </a:ext>
            </a:extLst>
          </p:cNvPr>
          <p:cNvCxnSpPr>
            <a:cxnSpLocks/>
          </p:cNvCxnSpPr>
          <p:nvPr/>
        </p:nvCxnSpPr>
        <p:spPr>
          <a:xfrm flipV="1">
            <a:off x="5587201" y="1713769"/>
            <a:ext cx="558" cy="379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033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C86AE-715E-5FA6-8F31-7440498A3878}"/>
              </a:ext>
            </a:extLst>
          </p:cNvPr>
          <p:cNvSpPr txBox="1"/>
          <p:nvPr/>
        </p:nvSpPr>
        <p:spPr>
          <a:xfrm>
            <a:off x="640161" y="270930"/>
            <a:ext cx="4099175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Measuring Success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AD24B958-63D0-6876-8344-A5DD5D9824CF}"/>
              </a:ext>
            </a:extLst>
          </p:cNvPr>
          <p:cNvSpPr txBox="1">
            <a:spLocks/>
          </p:cNvSpPr>
          <p:nvPr/>
        </p:nvSpPr>
        <p:spPr>
          <a:xfrm>
            <a:off x="640161" y="1540393"/>
            <a:ext cx="4565439" cy="5109691"/>
          </a:xfrm>
          <a:prstGeom prst="rect">
            <a:avLst/>
          </a:prstGeom>
        </p:spPr>
        <p:txBody>
          <a:bodyPr/>
          <a:lstStyle>
            <a:lvl1pPr marL="228554" indent="-228554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Productivity Metrics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Search time reduction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Search success rates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Task completion time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Data access frequency</a:t>
            </a:r>
            <a:br>
              <a:rPr lang="en-US" sz="2001" dirty="0">
                <a:solidFill>
                  <a:srgbClr val="FFFFFF"/>
                </a:solidFill>
              </a:rPr>
            </a:br>
            <a:endParaRPr lang="en-US" sz="2001" dirty="0">
              <a:solidFill>
                <a:srgbClr val="FFFFFF"/>
              </a:solidFill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Telemetry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“You know what you don’t know”</a:t>
            </a:r>
          </a:p>
          <a:p>
            <a:pPr lvl="1"/>
            <a:endParaRPr lang="en-US" sz="2001" dirty="0">
              <a:solidFill>
                <a:srgbClr val="FFFFFF"/>
              </a:solidFill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User Feedback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UI actionable feedback mechanism.</a:t>
            </a:r>
          </a:p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F792704-2FCC-7ECE-5892-A639996C0939}"/>
              </a:ext>
            </a:extLst>
          </p:cNvPr>
          <p:cNvSpPr txBox="1">
            <a:spLocks/>
          </p:cNvSpPr>
          <p:nvPr/>
        </p:nvSpPr>
        <p:spPr>
          <a:xfrm>
            <a:off x="6055661" y="1547593"/>
            <a:ext cx="5255439" cy="5109691"/>
          </a:xfrm>
          <a:prstGeom prst="rect">
            <a:avLst/>
          </a:prstGeom>
        </p:spPr>
        <p:txBody>
          <a:bodyPr/>
          <a:lstStyle>
            <a:lvl1pPr marL="228554" indent="-228554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Release cadence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Feature improvements based on feedback for nightly release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Rapid release cycle (CI/CD)</a:t>
            </a:r>
            <a:br>
              <a:rPr lang="en-US" sz="2001" b="1" dirty="0">
                <a:solidFill>
                  <a:srgbClr val="FFFFFF"/>
                </a:solidFill>
                <a:latin typeface="Century Gothic"/>
              </a:rPr>
            </a:br>
            <a:endParaRPr lang="en-US" sz="2400" b="1" dirty="0">
              <a:solidFill>
                <a:srgbClr val="FFFFFF"/>
              </a:solidFill>
              <a:latin typeface="Century Gothic"/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Enabling Users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No-Code/Low-Code with Glean App Builder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Developer Workspace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Jupyter Notebooks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Visual Studio Code</a:t>
            </a:r>
          </a:p>
          <a:p>
            <a:pPr lvl="1"/>
            <a:endParaRPr lang="en-US" sz="2001" b="1" dirty="0">
              <a:solidFill>
                <a:srgbClr val="FFFFFF"/>
              </a:solidFill>
              <a:latin typeface="Century Gothic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A45DF5-C9ED-B271-CE5A-7F5A90CDE93C}"/>
              </a:ext>
            </a:extLst>
          </p:cNvPr>
          <p:cNvCxnSpPr>
            <a:cxnSpLocks/>
          </p:cNvCxnSpPr>
          <p:nvPr/>
        </p:nvCxnSpPr>
        <p:spPr>
          <a:xfrm flipV="1">
            <a:off x="5650639" y="1762653"/>
            <a:ext cx="558" cy="379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06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2B8FE7-B937-4782-8228-2700BEF1265F}"/>
              </a:ext>
            </a:extLst>
          </p:cNvPr>
          <p:cNvCxnSpPr>
            <a:cxnSpLocks/>
          </p:cNvCxnSpPr>
          <p:nvPr/>
        </p:nvCxnSpPr>
        <p:spPr>
          <a:xfrm>
            <a:off x="6096000" y="447"/>
            <a:ext cx="0" cy="6857107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F30006-9807-4BAE-A2A2-D0C410A964AA}"/>
              </a:ext>
            </a:extLst>
          </p:cNvPr>
          <p:cNvSpPr/>
          <p:nvPr/>
        </p:nvSpPr>
        <p:spPr>
          <a:xfrm>
            <a:off x="5994705" y="-342409"/>
            <a:ext cx="202590" cy="7542818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02C158-B804-4FDB-B426-EA9428E80E14}"/>
              </a:ext>
            </a:extLst>
          </p:cNvPr>
          <p:cNvSpPr/>
          <p:nvPr/>
        </p:nvSpPr>
        <p:spPr>
          <a:xfrm>
            <a:off x="5994705" y="724281"/>
            <a:ext cx="202590" cy="54094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7832E2-B7DB-43E1-9235-B98579D5CAAD}"/>
              </a:ext>
            </a:extLst>
          </p:cNvPr>
          <p:cNvSpPr/>
          <p:nvPr/>
        </p:nvSpPr>
        <p:spPr>
          <a:xfrm>
            <a:off x="5994705" y="853077"/>
            <a:ext cx="202590" cy="515184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0DDDDEA-2FD3-5702-64BB-4E8F28D094E1}"/>
              </a:ext>
            </a:extLst>
          </p:cNvPr>
          <p:cNvSpPr/>
          <p:nvPr/>
        </p:nvSpPr>
        <p:spPr>
          <a:xfrm>
            <a:off x="5634760" y="2523453"/>
            <a:ext cx="922480" cy="835372"/>
          </a:xfrm>
          <a:prstGeom prst="ellipse">
            <a:avLst/>
          </a:prstGeom>
          <a:solidFill>
            <a:schemeClr val="tx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02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7F8895-760A-4AEC-2D40-83E8BC22834A}"/>
              </a:ext>
            </a:extLst>
          </p:cNvPr>
          <p:cNvSpPr/>
          <p:nvPr/>
        </p:nvSpPr>
        <p:spPr>
          <a:xfrm>
            <a:off x="5852619" y="4619139"/>
            <a:ext cx="520252" cy="520252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855F28-AE92-55AB-1C25-15F6D096F0CD}"/>
              </a:ext>
            </a:extLst>
          </p:cNvPr>
          <p:cNvSpPr/>
          <p:nvPr/>
        </p:nvSpPr>
        <p:spPr>
          <a:xfrm>
            <a:off x="5727448" y="1540197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E1BD15-B09E-B356-8D5B-F51710DC6568}"/>
              </a:ext>
            </a:extLst>
          </p:cNvPr>
          <p:cNvSpPr/>
          <p:nvPr/>
        </p:nvSpPr>
        <p:spPr>
          <a:xfrm>
            <a:off x="5727447" y="3621570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E07C2A-E491-65E5-9189-55C62924DBCC}"/>
              </a:ext>
            </a:extLst>
          </p:cNvPr>
          <p:cNvSpPr txBox="1"/>
          <p:nvPr/>
        </p:nvSpPr>
        <p:spPr>
          <a:xfrm>
            <a:off x="640161" y="270930"/>
            <a:ext cx="185817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Agenda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267864-EAE1-B48F-8B8E-7020E06A22A0}"/>
              </a:ext>
            </a:extLst>
          </p:cNvPr>
          <p:cNvSpPr txBox="1"/>
          <p:nvPr/>
        </p:nvSpPr>
        <p:spPr>
          <a:xfrm>
            <a:off x="3237191" y="2549269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Integration Plans</a:t>
            </a:r>
          </a:p>
          <a:p>
            <a:pPr marL="171450" marR="0" lvl="0" indent="-17145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 of architecture.</a:t>
            </a:r>
          </a:p>
          <a:p>
            <a:pPr marL="171450" marR="0" lvl="0" indent="-17145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methodology.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D9C01C-53AD-A29C-3850-9D6A16D68602}"/>
              </a:ext>
            </a:extLst>
          </p:cNvPr>
          <p:cNvSpPr txBox="1"/>
          <p:nvPr/>
        </p:nvSpPr>
        <p:spPr>
          <a:xfrm>
            <a:off x="6581883" y="3578340"/>
            <a:ext cx="37266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Resources &amp; Project Stages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Project resources to deliver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solution.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High-level project stages and tasks.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0ED75B-2289-5044-67FF-EF1F51A0A14E}"/>
              </a:ext>
            </a:extLst>
          </p:cNvPr>
          <p:cNvSpPr txBox="1"/>
          <p:nvPr/>
        </p:nvSpPr>
        <p:spPr>
          <a:xfrm>
            <a:off x="3061320" y="4540711"/>
            <a:ext cx="25307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Enablement Tools</a:t>
            </a:r>
          </a:p>
          <a:p>
            <a:pPr marR="0" lvl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Jupyter Notebook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Visual Studio Code examples.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7F2923-9524-80CD-9648-9C15C9588BC6}"/>
              </a:ext>
            </a:extLst>
          </p:cNvPr>
          <p:cNvSpPr txBox="1"/>
          <p:nvPr/>
        </p:nvSpPr>
        <p:spPr>
          <a:xfrm>
            <a:off x="6667819" y="1453984"/>
            <a:ext cx="332183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Overview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are our objectives today and moving forward.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noProof="0" dirty="0">
                <a:solidFill>
                  <a:srgbClr val="FFFFFF"/>
                </a:solidFill>
                <a:latin typeface="Calibri"/>
              </a:rPr>
              <a:t>Technical assumptions &amp; questions.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measure</a:t>
            </a:r>
            <a:r>
              <a:rPr kumimoji="0" lang="en-US" sz="900" b="0" i="0" u="none" strike="noStrike" kern="1200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success.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172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AD24B958-63D0-6876-8344-A5DD5D9824CF}"/>
              </a:ext>
            </a:extLst>
          </p:cNvPr>
          <p:cNvSpPr txBox="1">
            <a:spLocks/>
          </p:cNvSpPr>
          <p:nvPr/>
        </p:nvSpPr>
        <p:spPr>
          <a:xfrm>
            <a:off x="640161" y="1354348"/>
            <a:ext cx="10772586" cy="5036944"/>
          </a:xfrm>
          <a:prstGeom prst="rect">
            <a:avLst/>
          </a:prstGeom>
        </p:spPr>
        <p:txBody>
          <a:bodyPr/>
          <a:lstStyle>
            <a:lvl1pPr marL="228554" indent="-228554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54" marR="0" lvl="0" indent="-228554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Custom Sales CRM system</a:t>
            </a:r>
          </a:p>
          <a:p>
            <a:pPr lvl="1"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  <a:latin typeface="Century Gothic"/>
              </a:rPr>
              <a:t>Glean Apps (No Code/Low Code)</a:t>
            </a:r>
          </a:p>
          <a:p>
            <a:pPr lvl="2"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Century Gothic"/>
              </a:rPr>
              <a:t>Triggers and Actions (beta)</a:t>
            </a:r>
          </a:p>
          <a:p>
            <a:pPr lvl="1"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  <a:latin typeface="Century Gothic"/>
              </a:rPr>
              <a:t>REST &amp; Python SDK</a:t>
            </a:r>
          </a:p>
          <a:p>
            <a:pPr lvl="1"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  <a:latin typeface="Century Gothic"/>
              </a:rPr>
              <a:t>Glean Web SDK, Sidebar Search</a:t>
            </a:r>
          </a:p>
          <a:p>
            <a:pPr lvl="2">
              <a:spcBef>
                <a:spcPts val="1000"/>
              </a:spcBef>
            </a:pPr>
            <a:r>
              <a:rPr lang="en-US" dirty="0">
                <a:solidFill>
                  <a:srgbClr val="FFFFFF"/>
                </a:solidFill>
                <a:latin typeface="Century Gothic"/>
              </a:rPr>
              <a:t>Provides cross productivity tools use cases</a:t>
            </a:r>
          </a:p>
          <a:p>
            <a:pPr lvl="1"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  <a:latin typeface="Century Gothic"/>
              </a:rPr>
              <a:t>Glean Client, Indexing and Search APIs</a:t>
            </a:r>
          </a:p>
          <a:p>
            <a:pPr lvl="1"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  <a:latin typeface="Century Gothic"/>
              </a:rPr>
              <a:t>Glean Assistant</a:t>
            </a:r>
          </a:p>
          <a:p>
            <a:pPr lvl="2">
              <a:spcBef>
                <a:spcPts val="1000"/>
              </a:spcBef>
            </a:pPr>
            <a:r>
              <a:rPr lang="en-US" dirty="0">
                <a:solidFill>
                  <a:srgbClr val="FFFFFF"/>
                </a:solidFill>
                <a:latin typeface="Century Gothic"/>
              </a:rPr>
              <a:t>Actions SDK (Triggers)</a:t>
            </a:r>
            <a:endParaRPr lang="en-US" sz="2400" b="1" dirty="0">
              <a:solidFill>
                <a:srgbClr val="FFFFFF"/>
              </a:solidFill>
              <a:latin typeface="Century Gothic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Internal Support Chatbot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  <a:latin typeface="Century Gothic"/>
              </a:rPr>
              <a:t>Glean Web SDK</a:t>
            </a:r>
          </a:p>
          <a:p>
            <a:pPr lvl="2"/>
            <a:r>
              <a:rPr lang="en-US" sz="1600" dirty="0">
                <a:solidFill>
                  <a:srgbClr val="FFFFFF"/>
                </a:solidFill>
                <a:latin typeface="Century Gothic"/>
              </a:rPr>
              <a:t>Chat, Recommendations, Sidebar &amp; Modal Search</a:t>
            </a:r>
          </a:p>
          <a:p>
            <a:pPr lvl="1"/>
            <a:r>
              <a:rPr lang="en-US" sz="2000" dirty="0">
                <a:solidFill>
                  <a:srgbClr val="FFFFFF"/>
                </a:solidFill>
                <a:latin typeface="Century Gothic"/>
              </a:rPr>
              <a:t>Glean Client and Chat APIs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1163A8-ACAD-5994-3B2C-42F7B6BE89CB}"/>
              </a:ext>
            </a:extLst>
          </p:cNvPr>
          <p:cNvSpPr txBox="1"/>
          <p:nvPr/>
        </p:nvSpPr>
        <p:spPr>
          <a:xfrm>
            <a:off x="640161" y="270930"/>
            <a:ext cx="5266161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Integration Methodology</a:t>
            </a:r>
          </a:p>
        </p:txBody>
      </p:sp>
    </p:spTree>
    <p:extLst>
      <p:ext uri="{BB962C8B-B14F-4D97-AF65-F5344CB8AC3E}">
        <p14:creationId xmlns:p14="http://schemas.microsoft.com/office/powerpoint/2010/main" val="294133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0D4C234-F38F-2CE0-92CF-0DBC724ADA74}"/>
              </a:ext>
            </a:extLst>
          </p:cNvPr>
          <p:cNvCxnSpPr>
            <a:cxnSpLocks/>
          </p:cNvCxnSpPr>
          <p:nvPr/>
        </p:nvCxnSpPr>
        <p:spPr>
          <a:xfrm>
            <a:off x="4329902" y="1699029"/>
            <a:ext cx="21858" cy="732078"/>
          </a:xfrm>
          <a:prstGeom prst="line">
            <a:avLst/>
          </a:prstGeom>
          <a:ln w="25400">
            <a:solidFill>
              <a:schemeClr val="tx1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8E586000-7816-E608-C6C2-D50DBC912C79}"/>
              </a:ext>
            </a:extLst>
          </p:cNvPr>
          <p:cNvCxnSpPr>
            <a:cxnSpLocks/>
          </p:cNvCxnSpPr>
          <p:nvPr/>
        </p:nvCxnSpPr>
        <p:spPr>
          <a:xfrm>
            <a:off x="5526281" y="1677252"/>
            <a:ext cx="97143" cy="767604"/>
          </a:xfrm>
          <a:prstGeom prst="line">
            <a:avLst/>
          </a:prstGeom>
          <a:ln w="25400">
            <a:solidFill>
              <a:schemeClr val="tx1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BEFD36F1-520B-389D-B0D3-8C64D2A0AAFF}"/>
              </a:ext>
            </a:extLst>
          </p:cNvPr>
          <p:cNvCxnSpPr>
            <a:cxnSpLocks/>
          </p:cNvCxnSpPr>
          <p:nvPr/>
        </p:nvCxnSpPr>
        <p:spPr>
          <a:xfrm>
            <a:off x="6609786" y="1698424"/>
            <a:ext cx="27399" cy="730730"/>
          </a:xfrm>
          <a:prstGeom prst="line">
            <a:avLst/>
          </a:prstGeom>
          <a:ln w="25400">
            <a:solidFill>
              <a:schemeClr val="tx1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022DB19-CDF3-0DDD-C91D-2D84332F7776}"/>
              </a:ext>
            </a:extLst>
          </p:cNvPr>
          <p:cNvSpPr/>
          <p:nvPr/>
        </p:nvSpPr>
        <p:spPr>
          <a:xfrm>
            <a:off x="5087560" y="3029855"/>
            <a:ext cx="2016558" cy="769320"/>
          </a:xfrm>
          <a:prstGeom prst="roundRect">
            <a:avLst/>
          </a:prstGeom>
          <a:solidFill>
            <a:schemeClr val="tx1"/>
          </a:solidFill>
          <a:ln w="28575">
            <a:solidFill>
              <a:srgbClr val="3D3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CE1CDE-3EA5-C295-DBD4-AC0CDACFABDF}"/>
              </a:ext>
            </a:extLst>
          </p:cNvPr>
          <p:cNvSpPr/>
          <p:nvPr/>
        </p:nvSpPr>
        <p:spPr>
          <a:xfrm>
            <a:off x="5162281" y="3117436"/>
            <a:ext cx="580146" cy="497605"/>
          </a:xfrm>
          <a:prstGeom prst="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228554">
              <a:defRPr/>
            </a:pPr>
            <a:r>
              <a:rPr lang="en-US" sz="1050" b="1" dirty="0">
                <a:solidFill>
                  <a:srgbClr val="FFFFFF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Indexing API</a:t>
            </a:r>
            <a:endParaRPr lang="en-US" sz="1050" b="1" dirty="0">
              <a:solidFill>
                <a:srgbClr val="FFFFFF"/>
              </a:solidFill>
              <a:latin typeface="Designball-Charts-01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BD722A-7E09-A4E4-9189-6E7322BA96FF}"/>
              </a:ext>
            </a:extLst>
          </p:cNvPr>
          <p:cNvSpPr/>
          <p:nvPr/>
        </p:nvSpPr>
        <p:spPr>
          <a:xfrm>
            <a:off x="2315818" y="6225112"/>
            <a:ext cx="7055201" cy="159610"/>
          </a:xfrm>
          <a:prstGeom prst="rect">
            <a:avLst/>
          </a:prstGeom>
          <a:gradFill>
            <a:gsLst>
              <a:gs pos="0">
                <a:schemeClr val="accent5"/>
              </a:gs>
              <a:gs pos="79000">
                <a:schemeClr val="accent6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 defTabSz="228554">
              <a:defRPr/>
            </a:pPr>
            <a:r>
              <a:rPr lang="en-US" sz="1000" b="1" dirty="0">
                <a:solidFill>
                  <a:schemeClr val="bg1"/>
                </a:solidFill>
              </a:rPr>
              <a:t>Infrastructure (On-premises, Cloud, SaaS)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115F51-8FEC-448C-6ACE-9383A06761A1}"/>
              </a:ext>
            </a:extLst>
          </p:cNvPr>
          <p:cNvSpPr/>
          <p:nvPr/>
        </p:nvSpPr>
        <p:spPr>
          <a:xfrm>
            <a:off x="7970338" y="5450989"/>
            <a:ext cx="1400681" cy="62184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 defTabSz="228554">
              <a:defRPr/>
            </a:pPr>
            <a:r>
              <a:rPr lang="en-US" sz="1100" b="1" dirty="0">
                <a:solidFill>
                  <a:srgbClr val="FFFFFF"/>
                </a:solidFill>
              </a:rPr>
              <a:t>Internal</a:t>
            </a:r>
          </a:p>
          <a:p>
            <a:pPr algn="r" defTabSz="228554">
              <a:defRPr/>
            </a:pPr>
            <a:r>
              <a:rPr lang="en-US" sz="1100" b="1" dirty="0">
                <a:solidFill>
                  <a:srgbClr val="FFFFFF"/>
                </a:solidFill>
              </a:rPr>
              <a:t>Support</a:t>
            </a:r>
          </a:p>
          <a:p>
            <a:pPr algn="r" defTabSz="228554">
              <a:defRPr/>
            </a:pPr>
            <a:r>
              <a:rPr lang="en-US" sz="1100" b="1" dirty="0">
                <a:solidFill>
                  <a:srgbClr val="FFFFFF"/>
                </a:solidFill>
              </a:rPr>
              <a:t>App (ISA) 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1E4EAB-6A3D-ED73-23CE-84E7B4418A97}"/>
              </a:ext>
            </a:extLst>
          </p:cNvPr>
          <p:cNvSpPr/>
          <p:nvPr/>
        </p:nvSpPr>
        <p:spPr>
          <a:xfrm>
            <a:off x="6396282" y="5223896"/>
            <a:ext cx="1400681" cy="189114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228554">
              <a:defRPr/>
            </a:pPr>
            <a:r>
              <a:rPr lang="en-US" sz="1200" b="1" dirty="0">
                <a:solidFill>
                  <a:srgbClr val="FFFFFF"/>
                </a:solidFill>
              </a:rPr>
              <a:t>CRM API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584BC6-46F6-5037-CFA0-BFCBD00E51AD}"/>
              </a:ext>
            </a:extLst>
          </p:cNvPr>
          <p:cNvSpPr/>
          <p:nvPr/>
        </p:nvSpPr>
        <p:spPr>
          <a:xfrm>
            <a:off x="6396283" y="5442068"/>
            <a:ext cx="1400682" cy="61338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 defTabSz="228554">
              <a:defRPr/>
            </a:pPr>
            <a:r>
              <a:rPr lang="en-US" sz="1100" b="1" dirty="0">
                <a:solidFill>
                  <a:srgbClr val="FFFFFF"/>
                </a:solidFill>
              </a:rPr>
              <a:t>CRM </a:t>
            </a:r>
          </a:p>
          <a:p>
            <a:pPr algn="r" defTabSz="228554">
              <a:defRPr/>
            </a:pPr>
            <a:r>
              <a:rPr lang="en-US" sz="1100" b="1" dirty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C727212-5219-3F79-748D-2C24BBEBE089}"/>
              </a:ext>
            </a:extLst>
          </p:cNvPr>
          <p:cNvSpPr/>
          <p:nvPr/>
        </p:nvSpPr>
        <p:spPr>
          <a:xfrm>
            <a:off x="2181640" y="5041543"/>
            <a:ext cx="7434458" cy="167970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A61E94-7C80-516C-3D54-CB82AAFA9B88}"/>
              </a:ext>
            </a:extLst>
          </p:cNvPr>
          <p:cNvSpPr txBox="1"/>
          <p:nvPr/>
        </p:nvSpPr>
        <p:spPr>
          <a:xfrm>
            <a:off x="2315818" y="6392430"/>
            <a:ext cx="7055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AcmeOne</a:t>
            </a:r>
            <a:r>
              <a:rPr lang="en-US" sz="1200" dirty="0"/>
              <a:t> Applications &amp; Services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16EFCF-7CF0-9D8D-3FED-E398CB78D378}"/>
              </a:ext>
            </a:extLst>
          </p:cNvPr>
          <p:cNvSpPr/>
          <p:nvPr/>
        </p:nvSpPr>
        <p:spPr>
          <a:xfrm>
            <a:off x="7970338" y="5220402"/>
            <a:ext cx="1400681" cy="189114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228554">
              <a:defRPr/>
            </a:pPr>
            <a:r>
              <a:rPr lang="en-US" sz="1200" b="1" dirty="0">
                <a:solidFill>
                  <a:srgbClr val="FFFFFF"/>
                </a:solidFill>
              </a:rPr>
              <a:t>ISA API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A20384A-4E53-7AF5-2BF5-2FD939B1287E}"/>
              </a:ext>
            </a:extLst>
          </p:cNvPr>
          <p:cNvGrpSpPr/>
          <p:nvPr/>
        </p:nvGrpSpPr>
        <p:grpSpPr>
          <a:xfrm>
            <a:off x="6486485" y="5546879"/>
            <a:ext cx="630182" cy="418096"/>
            <a:chOff x="5362326" y="5196332"/>
            <a:chExt cx="630182" cy="410609"/>
          </a:xfrm>
        </p:grpSpPr>
        <p:sp>
          <p:nvSpPr>
            <p:cNvPr id="45" name="Can 44">
              <a:extLst>
                <a:ext uri="{FF2B5EF4-FFF2-40B4-BE49-F238E27FC236}">
                  <a16:creationId xmlns:a16="http://schemas.microsoft.com/office/drawing/2014/main" id="{4FAA4CAA-8B87-32A2-0488-6E8CE3328680}"/>
                </a:ext>
              </a:extLst>
            </p:cNvPr>
            <p:cNvSpPr/>
            <p:nvPr/>
          </p:nvSpPr>
          <p:spPr>
            <a:xfrm>
              <a:off x="5693985" y="5196332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Can 42">
              <a:extLst>
                <a:ext uri="{FF2B5EF4-FFF2-40B4-BE49-F238E27FC236}">
                  <a16:creationId xmlns:a16="http://schemas.microsoft.com/office/drawing/2014/main" id="{B339E58A-CD8C-ACD8-1923-017E546A42A6}"/>
                </a:ext>
              </a:extLst>
            </p:cNvPr>
            <p:cNvSpPr/>
            <p:nvPr/>
          </p:nvSpPr>
          <p:spPr>
            <a:xfrm>
              <a:off x="5526464" y="5238024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Can 43">
              <a:extLst>
                <a:ext uri="{FF2B5EF4-FFF2-40B4-BE49-F238E27FC236}">
                  <a16:creationId xmlns:a16="http://schemas.microsoft.com/office/drawing/2014/main" id="{ADF8EB1A-E561-172D-83A7-06ACFC709795}"/>
                </a:ext>
              </a:extLst>
            </p:cNvPr>
            <p:cNvSpPr/>
            <p:nvPr/>
          </p:nvSpPr>
          <p:spPr>
            <a:xfrm>
              <a:off x="5362326" y="5279715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2254AEC-AA5B-8453-8077-A55B4F4CD51F}"/>
              </a:ext>
            </a:extLst>
          </p:cNvPr>
          <p:cNvGrpSpPr/>
          <p:nvPr/>
        </p:nvGrpSpPr>
        <p:grpSpPr>
          <a:xfrm>
            <a:off x="8061659" y="5546041"/>
            <a:ext cx="630182" cy="418096"/>
            <a:chOff x="5362326" y="5196332"/>
            <a:chExt cx="630182" cy="410609"/>
          </a:xfrm>
        </p:grpSpPr>
        <p:sp>
          <p:nvSpPr>
            <p:cNvPr id="48" name="Can 47">
              <a:extLst>
                <a:ext uri="{FF2B5EF4-FFF2-40B4-BE49-F238E27FC236}">
                  <a16:creationId xmlns:a16="http://schemas.microsoft.com/office/drawing/2014/main" id="{4BE76364-3260-D92B-6630-1ED1DD0F297A}"/>
                </a:ext>
              </a:extLst>
            </p:cNvPr>
            <p:cNvSpPr/>
            <p:nvPr/>
          </p:nvSpPr>
          <p:spPr>
            <a:xfrm>
              <a:off x="5693985" y="5196332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an 48">
              <a:extLst>
                <a:ext uri="{FF2B5EF4-FFF2-40B4-BE49-F238E27FC236}">
                  <a16:creationId xmlns:a16="http://schemas.microsoft.com/office/drawing/2014/main" id="{7DC822F2-AF5F-C10B-5300-A27623AD9C69}"/>
                </a:ext>
              </a:extLst>
            </p:cNvPr>
            <p:cNvSpPr/>
            <p:nvPr/>
          </p:nvSpPr>
          <p:spPr>
            <a:xfrm>
              <a:off x="5526464" y="5238024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an 49">
              <a:extLst>
                <a:ext uri="{FF2B5EF4-FFF2-40B4-BE49-F238E27FC236}">
                  <a16:creationId xmlns:a16="http://schemas.microsoft.com/office/drawing/2014/main" id="{739FA711-4093-85FF-E756-C84B1F466C3A}"/>
                </a:ext>
              </a:extLst>
            </p:cNvPr>
            <p:cNvSpPr/>
            <p:nvPr/>
          </p:nvSpPr>
          <p:spPr>
            <a:xfrm>
              <a:off x="5362326" y="5279715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FC6152A-4DCC-502C-B2D1-4345112792E4}"/>
              </a:ext>
            </a:extLst>
          </p:cNvPr>
          <p:cNvSpPr/>
          <p:nvPr/>
        </p:nvSpPr>
        <p:spPr>
          <a:xfrm>
            <a:off x="5087560" y="3913270"/>
            <a:ext cx="2020234" cy="246221"/>
          </a:xfrm>
          <a:prstGeom prst="round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 defTabSz="228554"/>
            <a:r>
              <a:rPr lang="en-US" sz="1200" b="1" dirty="0">
                <a:solidFill>
                  <a:srgbClr val="FFFFFF"/>
                </a:solidFill>
              </a:rPr>
              <a:t>Connector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2FFA921-243E-9DD0-5253-B1253BC6F924}"/>
              </a:ext>
            </a:extLst>
          </p:cNvPr>
          <p:cNvSpPr/>
          <p:nvPr/>
        </p:nvSpPr>
        <p:spPr>
          <a:xfrm>
            <a:off x="7281168" y="3913270"/>
            <a:ext cx="2020234" cy="246221"/>
          </a:xfrm>
          <a:prstGeom prst="round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 defTabSz="228554"/>
            <a:r>
              <a:rPr lang="en-US" sz="1200" b="1" dirty="0">
                <a:solidFill>
                  <a:srgbClr val="FFFFFF"/>
                </a:solidFill>
              </a:rPr>
              <a:t>Web SDK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8AB0BF1-6497-5DD3-59CA-F4D191584F4D}"/>
              </a:ext>
            </a:extLst>
          </p:cNvPr>
          <p:cNvCxnSpPr>
            <a:cxnSpLocks/>
          </p:cNvCxnSpPr>
          <p:nvPr/>
        </p:nvCxnSpPr>
        <p:spPr>
          <a:xfrm>
            <a:off x="6608777" y="4045257"/>
            <a:ext cx="1009" cy="1269702"/>
          </a:xfrm>
          <a:prstGeom prst="line">
            <a:avLst/>
          </a:prstGeom>
          <a:ln w="25400">
            <a:solidFill>
              <a:schemeClr val="tx1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0EA7ED7-95AE-B739-C228-7A0F51B7040D}"/>
              </a:ext>
            </a:extLst>
          </p:cNvPr>
          <p:cNvCxnSpPr>
            <a:cxnSpLocks/>
          </p:cNvCxnSpPr>
          <p:nvPr/>
        </p:nvCxnSpPr>
        <p:spPr>
          <a:xfrm>
            <a:off x="9016469" y="4044555"/>
            <a:ext cx="12604" cy="1270404"/>
          </a:xfrm>
          <a:prstGeom prst="line">
            <a:avLst/>
          </a:prstGeom>
          <a:ln w="25400">
            <a:solidFill>
              <a:schemeClr val="tx1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857CBBF3-7FAD-13A8-9EC5-F5FA4938718B}"/>
              </a:ext>
            </a:extLst>
          </p:cNvPr>
          <p:cNvSpPr/>
          <p:nvPr/>
        </p:nvSpPr>
        <p:spPr>
          <a:xfrm>
            <a:off x="5802817" y="3117377"/>
            <a:ext cx="580146" cy="497605"/>
          </a:xfrm>
          <a:prstGeom prst="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228554">
              <a:defRPr/>
            </a:pPr>
            <a:r>
              <a:rPr lang="en-US" sz="1050" b="1" dirty="0">
                <a:solidFill>
                  <a:srgbClr val="FFFFFF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Search API</a:t>
            </a:r>
            <a:endParaRPr lang="en-US" sz="1050" b="1" dirty="0">
              <a:solidFill>
                <a:srgbClr val="FFFFFF"/>
              </a:solidFill>
              <a:latin typeface="Designball-Charts-01" pitchFamily="2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8B74149-E4D9-EE16-EE88-F76E612F8EAA}"/>
              </a:ext>
            </a:extLst>
          </p:cNvPr>
          <p:cNvSpPr/>
          <p:nvPr/>
        </p:nvSpPr>
        <p:spPr>
          <a:xfrm>
            <a:off x="6431122" y="3117377"/>
            <a:ext cx="580146" cy="497605"/>
          </a:xfrm>
          <a:prstGeom prst="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228554">
              <a:defRPr/>
            </a:pPr>
            <a:r>
              <a:rPr lang="en-US" sz="1050" b="1" dirty="0">
                <a:solidFill>
                  <a:srgbClr val="FFFFFF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Chat </a:t>
            </a:r>
          </a:p>
          <a:p>
            <a:pPr algn="ctr" defTabSz="228554">
              <a:defRPr/>
            </a:pPr>
            <a:r>
              <a:rPr lang="en-US" sz="1050" b="1" dirty="0">
                <a:solidFill>
                  <a:srgbClr val="FFFFFF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API</a:t>
            </a:r>
            <a:endParaRPr lang="en-US" sz="1050" b="1" dirty="0">
              <a:solidFill>
                <a:srgbClr val="FFFFFF"/>
              </a:solidFill>
              <a:latin typeface="Designball-Charts-01" pitchFamily="2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8201D6-E463-6D69-B395-76D581301251}"/>
              </a:ext>
            </a:extLst>
          </p:cNvPr>
          <p:cNvSpPr txBox="1"/>
          <p:nvPr/>
        </p:nvSpPr>
        <p:spPr>
          <a:xfrm>
            <a:off x="5162282" y="3576244"/>
            <a:ext cx="18489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Glean Client API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77F97A-9058-F7CD-9C88-562154A7AE66}"/>
              </a:ext>
            </a:extLst>
          </p:cNvPr>
          <p:cNvSpPr/>
          <p:nvPr/>
        </p:nvSpPr>
        <p:spPr>
          <a:xfrm>
            <a:off x="2559426" y="4703725"/>
            <a:ext cx="6665021" cy="187735"/>
          </a:xfrm>
          <a:prstGeom prst="rect">
            <a:avLst/>
          </a:prstGeom>
          <a:gradFill>
            <a:gsLst>
              <a:gs pos="0">
                <a:schemeClr val="bg2"/>
              </a:gs>
              <a:gs pos="79000">
                <a:schemeClr val="tx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 defTabSz="228554">
              <a:defRPr/>
            </a:pPr>
            <a:r>
              <a:rPr lang="en-US" sz="1050" b="1" dirty="0">
                <a:solidFill>
                  <a:schemeClr val="bg1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Authentication (</a:t>
            </a:r>
            <a:r>
              <a:rPr lang="en-US" sz="1050" b="1" dirty="0" err="1">
                <a:solidFill>
                  <a:schemeClr val="bg1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AuthN</a:t>
            </a:r>
            <a:r>
              <a:rPr lang="en-US" sz="1050" b="1" dirty="0">
                <a:solidFill>
                  <a:schemeClr val="bg1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) &amp; Authorization (</a:t>
            </a:r>
            <a:r>
              <a:rPr lang="en-US" sz="1050" b="1" dirty="0" err="1">
                <a:solidFill>
                  <a:schemeClr val="bg1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AuthZ</a:t>
            </a:r>
            <a:r>
              <a:rPr lang="en-US" sz="1050" b="1" dirty="0">
                <a:solidFill>
                  <a:schemeClr val="bg1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4ED57D5A-4EC1-D117-E87A-6EE3FF640C8D}"/>
              </a:ext>
            </a:extLst>
          </p:cNvPr>
          <p:cNvSpPr/>
          <p:nvPr/>
        </p:nvSpPr>
        <p:spPr>
          <a:xfrm>
            <a:off x="2181639" y="2033337"/>
            <a:ext cx="7434459" cy="254939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28C4D398-020E-1B2D-EF2E-E32CCCF4550C}"/>
              </a:ext>
            </a:extLst>
          </p:cNvPr>
          <p:cNvSpPr/>
          <p:nvPr/>
        </p:nvSpPr>
        <p:spPr>
          <a:xfrm>
            <a:off x="5097983" y="2299429"/>
            <a:ext cx="1995231" cy="586919"/>
          </a:xfrm>
          <a:prstGeom prst="roundRect">
            <a:avLst/>
          </a:prstGeom>
          <a:solidFill>
            <a:srgbClr val="3D3CEE"/>
          </a:solidFill>
          <a:ln>
            <a:solidFill>
              <a:srgbClr val="3D3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1A187439-90D0-E0E3-0B69-7CFE25DA3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079" y="2331264"/>
            <a:ext cx="737391" cy="309086"/>
          </a:xfrm>
          <a:prstGeom prst="rect">
            <a:avLst/>
          </a:prstGeom>
        </p:spPr>
      </p:pic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90DE825A-76C8-A710-501B-40B5D926F504}"/>
              </a:ext>
            </a:extLst>
          </p:cNvPr>
          <p:cNvSpPr/>
          <p:nvPr/>
        </p:nvSpPr>
        <p:spPr>
          <a:xfrm>
            <a:off x="7293745" y="3022536"/>
            <a:ext cx="2016558" cy="769320"/>
          </a:xfrm>
          <a:prstGeom prst="roundRect">
            <a:avLst/>
          </a:prstGeom>
          <a:solidFill>
            <a:schemeClr val="tx1"/>
          </a:solidFill>
          <a:ln w="28575">
            <a:solidFill>
              <a:srgbClr val="3D3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DA5594A-6A58-0CE3-8188-3F62BB736FD6}"/>
              </a:ext>
            </a:extLst>
          </p:cNvPr>
          <p:cNvSpPr/>
          <p:nvPr/>
        </p:nvSpPr>
        <p:spPr>
          <a:xfrm>
            <a:off x="7368467" y="3415004"/>
            <a:ext cx="1848986" cy="192659"/>
          </a:xfrm>
          <a:prstGeom prst="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228554">
              <a:defRPr/>
            </a:pPr>
            <a:r>
              <a:rPr lang="en-US" sz="1050" b="1" dirty="0">
                <a:solidFill>
                  <a:srgbClr val="FFFFFF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Chat API</a:t>
            </a:r>
            <a:endParaRPr lang="en-US" sz="1050" b="1" dirty="0">
              <a:solidFill>
                <a:srgbClr val="FFFFFF"/>
              </a:solidFill>
              <a:latin typeface="Designball-Charts-01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568D734-DB2A-678D-D1D4-15C3AD12E862}"/>
              </a:ext>
            </a:extLst>
          </p:cNvPr>
          <p:cNvSpPr txBox="1"/>
          <p:nvPr/>
        </p:nvSpPr>
        <p:spPr>
          <a:xfrm>
            <a:off x="7368467" y="3568925"/>
            <a:ext cx="18489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Glean JavaScript API Client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8D40234-A9A2-502F-4F19-B69791534200}"/>
              </a:ext>
            </a:extLst>
          </p:cNvPr>
          <p:cNvSpPr/>
          <p:nvPr/>
        </p:nvSpPr>
        <p:spPr>
          <a:xfrm>
            <a:off x="7368468" y="3117376"/>
            <a:ext cx="379300" cy="274337"/>
          </a:xfrm>
          <a:prstGeom prst="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228554">
              <a:defRPr/>
            </a:pPr>
            <a:r>
              <a:rPr lang="en-US" sz="800" b="1" dirty="0">
                <a:solidFill>
                  <a:srgbClr val="FFFFFF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Chat</a:t>
            </a:r>
            <a:endParaRPr lang="en-US" sz="800" b="1" dirty="0">
              <a:solidFill>
                <a:srgbClr val="FFFFFF"/>
              </a:solidFill>
              <a:latin typeface="Designball-Charts-01" pitchFamily="2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24E3AE4-3316-7C72-9E3F-9F5136BDD21D}"/>
              </a:ext>
            </a:extLst>
          </p:cNvPr>
          <p:cNvSpPr/>
          <p:nvPr/>
        </p:nvSpPr>
        <p:spPr>
          <a:xfrm>
            <a:off x="7780797" y="3116415"/>
            <a:ext cx="496150" cy="274337"/>
          </a:xfrm>
          <a:prstGeom prst="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228554">
              <a:defRPr/>
            </a:pPr>
            <a:r>
              <a:rPr lang="en-US" sz="600" b="1" dirty="0" err="1">
                <a:solidFill>
                  <a:srgbClr val="FFFFFF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Recomme-ndations</a:t>
            </a:r>
            <a:endParaRPr lang="en-US" sz="600" b="1" dirty="0">
              <a:solidFill>
                <a:srgbClr val="FFFFFF"/>
              </a:solidFill>
              <a:latin typeface="Designball-Charts-01" pitchFamily="2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E792491-BF0A-D965-703B-BD6A47FD8B4C}"/>
              </a:ext>
            </a:extLst>
          </p:cNvPr>
          <p:cNvSpPr/>
          <p:nvPr/>
        </p:nvSpPr>
        <p:spPr>
          <a:xfrm>
            <a:off x="8312767" y="3112373"/>
            <a:ext cx="436329" cy="274338"/>
          </a:xfrm>
          <a:prstGeom prst="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228554">
              <a:defRPr/>
            </a:pPr>
            <a:r>
              <a:rPr lang="en-US" sz="800" b="1" dirty="0">
                <a:solidFill>
                  <a:srgbClr val="FFFFFF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Sidebar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3D83D4E-4613-7DBB-BB46-79FE36512D23}"/>
              </a:ext>
            </a:extLst>
          </p:cNvPr>
          <p:cNvSpPr/>
          <p:nvPr/>
        </p:nvSpPr>
        <p:spPr>
          <a:xfrm>
            <a:off x="8782124" y="3105495"/>
            <a:ext cx="435329" cy="274337"/>
          </a:xfrm>
          <a:prstGeom prst="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228554">
              <a:defRPr/>
            </a:pPr>
            <a:r>
              <a:rPr lang="en-US" sz="800" b="1" dirty="0">
                <a:solidFill>
                  <a:srgbClr val="FFFFFF"/>
                </a:solidFill>
                <a:latin typeface="Designball-Charts-01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Modal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E21E0B4-1CC0-ED6E-D421-C64F1081AC8D}"/>
              </a:ext>
            </a:extLst>
          </p:cNvPr>
          <p:cNvSpPr txBox="1"/>
          <p:nvPr/>
        </p:nvSpPr>
        <p:spPr>
          <a:xfrm>
            <a:off x="5093968" y="2585125"/>
            <a:ext cx="19952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Search &amp; Chat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282214B-EC68-4978-CEBE-F3531CC9F7F0}"/>
              </a:ext>
            </a:extLst>
          </p:cNvPr>
          <p:cNvGrpSpPr/>
          <p:nvPr/>
        </p:nvGrpSpPr>
        <p:grpSpPr>
          <a:xfrm>
            <a:off x="3911114" y="1397287"/>
            <a:ext cx="918997" cy="439704"/>
            <a:chOff x="10976768" y="6336506"/>
            <a:chExt cx="2374583" cy="1119187"/>
          </a:xfrm>
        </p:grpSpPr>
        <p:sp>
          <p:nvSpPr>
            <p:cNvPr id="142" name="Freeform: Shape 48">
              <a:extLst>
                <a:ext uri="{FF2B5EF4-FFF2-40B4-BE49-F238E27FC236}">
                  <a16:creationId xmlns:a16="http://schemas.microsoft.com/office/drawing/2014/main" id="{29304B60-344A-709F-BC04-FE5ED08E7A8F}"/>
                </a:ext>
              </a:extLst>
            </p:cNvPr>
            <p:cNvSpPr/>
            <p:nvPr/>
          </p:nvSpPr>
          <p:spPr>
            <a:xfrm>
              <a:off x="11017726" y="6398418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8114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8114"/>
                  </a:lnTo>
                  <a:cubicBezTo>
                    <a:pt x="7144" y="70009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89171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rgbClr val="C9D4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49">
              <a:extLst>
                <a:ext uri="{FF2B5EF4-FFF2-40B4-BE49-F238E27FC236}">
                  <a16:creationId xmlns:a16="http://schemas.microsoft.com/office/drawing/2014/main" id="{5DDF23F0-9EE6-F0B9-F7F1-A71FCD524067}"/>
                </a:ext>
              </a:extLst>
            </p:cNvPr>
            <p:cNvSpPr/>
            <p:nvPr/>
          </p:nvSpPr>
          <p:spPr>
            <a:xfrm>
              <a:off x="10976768" y="6336506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9066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9066"/>
                  </a:lnTo>
                  <a:cubicBezTo>
                    <a:pt x="7144" y="70961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90124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50">
              <a:extLst>
                <a:ext uri="{FF2B5EF4-FFF2-40B4-BE49-F238E27FC236}">
                  <a16:creationId xmlns:a16="http://schemas.microsoft.com/office/drawing/2014/main" id="{958EC022-373D-F602-A862-631AC7C5D30B}"/>
                </a:ext>
              </a:extLst>
            </p:cNvPr>
            <p:cNvSpPr/>
            <p:nvPr/>
          </p:nvSpPr>
          <p:spPr>
            <a:xfrm>
              <a:off x="11177746" y="6532721"/>
              <a:ext cx="495300" cy="495300"/>
            </a:xfrm>
            <a:custGeom>
              <a:avLst/>
              <a:gdLst>
                <a:gd name="connsiteX0" fmla="*/ 492919 w 495300"/>
                <a:gd name="connsiteY0" fmla="*/ 250031 h 495300"/>
                <a:gd name="connsiteX1" fmla="*/ 250031 w 495300"/>
                <a:gd name="connsiteY1" fmla="*/ 492919 h 495300"/>
                <a:gd name="connsiteX2" fmla="*/ 7144 w 495300"/>
                <a:gd name="connsiteY2" fmla="*/ 250031 h 495300"/>
                <a:gd name="connsiteX3" fmla="*/ 250031 w 495300"/>
                <a:gd name="connsiteY3" fmla="*/ 7144 h 495300"/>
                <a:gd name="connsiteX4" fmla="*/ 492919 w 495300"/>
                <a:gd name="connsiteY4" fmla="*/ 250031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0" h="495300">
                  <a:moveTo>
                    <a:pt x="492919" y="250031"/>
                  </a:moveTo>
                  <a:cubicBezTo>
                    <a:pt x="492919" y="384174"/>
                    <a:pt x="384174" y="492919"/>
                    <a:pt x="250031" y="492919"/>
                  </a:cubicBezTo>
                  <a:cubicBezTo>
                    <a:pt x="115888" y="492919"/>
                    <a:pt x="7144" y="384174"/>
                    <a:pt x="7144" y="250031"/>
                  </a:cubicBezTo>
                  <a:cubicBezTo>
                    <a:pt x="7144" y="115888"/>
                    <a:pt x="115888" y="7144"/>
                    <a:pt x="250031" y="7144"/>
                  </a:cubicBezTo>
                  <a:cubicBezTo>
                    <a:pt x="384174" y="7144"/>
                    <a:pt x="492919" y="115888"/>
                    <a:pt x="492919" y="25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51">
              <a:extLst>
                <a:ext uri="{FF2B5EF4-FFF2-40B4-BE49-F238E27FC236}">
                  <a16:creationId xmlns:a16="http://schemas.microsoft.com/office/drawing/2014/main" id="{3F31025D-556B-696B-C5AE-E688058404B2}"/>
                </a:ext>
              </a:extLst>
            </p:cNvPr>
            <p:cNvSpPr/>
            <p:nvPr/>
          </p:nvSpPr>
          <p:spPr>
            <a:xfrm>
              <a:off x="11353958" y="6624161"/>
              <a:ext cx="142875" cy="142875"/>
            </a:xfrm>
            <a:custGeom>
              <a:avLst/>
              <a:gdLst>
                <a:gd name="connsiteX0" fmla="*/ 140494 w 142875"/>
                <a:gd name="connsiteY0" fmla="*/ 73819 h 142875"/>
                <a:gd name="connsiteX1" fmla="*/ 73819 w 142875"/>
                <a:gd name="connsiteY1" fmla="*/ 140494 h 142875"/>
                <a:gd name="connsiteX2" fmla="*/ 7144 w 142875"/>
                <a:gd name="connsiteY2" fmla="*/ 73819 h 142875"/>
                <a:gd name="connsiteX3" fmla="*/ 73819 w 142875"/>
                <a:gd name="connsiteY3" fmla="*/ 7144 h 142875"/>
                <a:gd name="connsiteX4" fmla="*/ 140494 w 142875"/>
                <a:gd name="connsiteY4" fmla="*/ 73819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0494" y="73819"/>
                  </a:moveTo>
                  <a:cubicBezTo>
                    <a:pt x="140494" y="110642"/>
                    <a:pt x="110642" y="140494"/>
                    <a:pt x="73819" y="140494"/>
                  </a:cubicBezTo>
                  <a:cubicBezTo>
                    <a:pt x="36995" y="140494"/>
                    <a:pt x="7144" y="110642"/>
                    <a:pt x="7144" y="73819"/>
                  </a:cubicBezTo>
                  <a:cubicBezTo>
                    <a:pt x="7144" y="36995"/>
                    <a:pt x="36995" y="7144"/>
                    <a:pt x="73819" y="7144"/>
                  </a:cubicBezTo>
                  <a:cubicBezTo>
                    <a:pt x="110642" y="7144"/>
                    <a:pt x="140494" y="36995"/>
                    <a:pt x="140494" y="73819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52">
              <a:extLst>
                <a:ext uri="{FF2B5EF4-FFF2-40B4-BE49-F238E27FC236}">
                  <a16:creationId xmlns:a16="http://schemas.microsoft.com/office/drawing/2014/main" id="{7DC8800E-B93D-8283-C575-C13E057D77EB}"/>
                </a:ext>
              </a:extLst>
            </p:cNvPr>
            <p:cNvSpPr/>
            <p:nvPr/>
          </p:nvSpPr>
          <p:spPr>
            <a:xfrm>
              <a:off x="11283473" y="6788943"/>
              <a:ext cx="285750" cy="152400"/>
            </a:xfrm>
            <a:custGeom>
              <a:avLst/>
              <a:gdLst>
                <a:gd name="connsiteX0" fmla="*/ 283369 w 285750"/>
                <a:gd name="connsiteY0" fmla="*/ 145256 h 152400"/>
                <a:gd name="connsiteX1" fmla="*/ 7144 w 285750"/>
                <a:gd name="connsiteY1" fmla="*/ 145256 h 152400"/>
                <a:gd name="connsiteX2" fmla="*/ 145256 w 285750"/>
                <a:gd name="connsiteY2" fmla="*/ 7144 h 152400"/>
                <a:gd name="connsiteX3" fmla="*/ 283369 w 285750"/>
                <a:gd name="connsiteY3" fmla="*/ 14525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152400">
                  <a:moveTo>
                    <a:pt x="283369" y="145256"/>
                  </a:moveTo>
                  <a:lnTo>
                    <a:pt x="7144" y="145256"/>
                  </a:lnTo>
                  <a:cubicBezTo>
                    <a:pt x="7144" y="69056"/>
                    <a:pt x="69056" y="7144"/>
                    <a:pt x="145256" y="7144"/>
                  </a:cubicBezTo>
                  <a:cubicBezTo>
                    <a:pt x="221456" y="7144"/>
                    <a:pt x="283369" y="69056"/>
                    <a:pt x="283369" y="145256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53">
              <a:extLst>
                <a:ext uri="{FF2B5EF4-FFF2-40B4-BE49-F238E27FC236}">
                  <a16:creationId xmlns:a16="http://schemas.microsoft.com/office/drawing/2014/main" id="{89C02231-E078-F84C-6525-C7AEF4F186B5}"/>
                </a:ext>
              </a:extLst>
            </p:cNvPr>
            <p:cNvSpPr/>
            <p:nvPr/>
          </p:nvSpPr>
          <p:spPr>
            <a:xfrm>
              <a:off x="11803538" y="6646068"/>
              <a:ext cx="1343025" cy="123825"/>
            </a:xfrm>
            <a:custGeom>
              <a:avLst/>
              <a:gdLst>
                <a:gd name="connsiteX0" fmla="*/ 1284446 w 1343025"/>
                <a:gd name="connsiteY0" fmla="*/ 123349 h 123825"/>
                <a:gd name="connsiteX1" fmla="*/ 65246 w 1343025"/>
                <a:gd name="connsiteY1" fmla="*/ 123349 h 123825"/>
                <a:gd name="connsiteX2" fmla="*/ 7144 w 1343025"/>
                <a:gd name="connsiteY2" fmla="*/ 65246 h 123825"/>
                <a:gd name="connsiteX3" fmla="*/ 7144 w 1343025"/>
                <a:gd name="connsiteY3" fmla="*/ 65246 h 123825"/>
                <a:gd name="connsiteX4" fmla="*/ 65246 w 1343025"/>
                <a:gd name="connsiteY4" fmla="*/ 7144 h 123825"/>
                <a:gd name="connsiteX5" fmla="*/ 1284446 w 1343025"/>
                <a:gd name="connsiteY5" fmla="*/ 7144 h 123825"/>
                <a:gd name="connsiteX6" fmla="*/ 1342549 w 1343025"/>
                <a:gd name="connsiteY6" fmla="*/ 65246 h 123825"/>
                <a:gd name="connsiteX7" fmla="*/ 1342549 w 1343025"/>
                <a:gd name="connsiteY7" fmla="*/ 65246 h 123825"/>
                <a:gd name="connsiteX8" fmla="*/ 1284446 w 1343025"/>
                <a:gd name="connsiteY8" fmla="*/ 12334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3025" h="123825">
                  <a:moveTo>
                    <a:pt x="1284446" y="123349"/>
                  </a:moveTo>
                  <a:lnTo>
                    <a:pt x="65246" y="123349"/>
                  </a:lnTo>
                  <a:cubicBezTo>
                    <a:pt x="32861" y="123349"/>
                    <a:pt x="7144" y="97631"/>
                    <a:pt x="7144" y="65246"/>
                  </a:cubicBezTo>
                  <a:lnTo>
                    <a:pt x="7144" y="65246"/>
                  </a:lnTo>
                  <a:cubicBezTo>
                    <a:pt x="7144" y="32861"/>
                    <a:pt x="32861" y="7144"/>
                    <a:pt x="65246" y="7144"/>
                  </a:cubicBezTo>
                  <a:lnTo>
                    <a:pt x="1284446" y="7144"/>
                  </a:lnTo>
                  <a:cubicBezTo>
                    <a:pt x="1316831" y="7144"/>
                    <a:pt x="1342549" y="32861"/>
                    <a:pt x="1342549" y="65246"/>
                  </a:cubicBezTo>
                  <a:lnTo>
                    <a:pt x="1342549" y="65246"/>
                  </a:lnTo>
                  <a:cubicBezTo>
                    <a:pt x="1342549" y="97631"/>
                    <a:pt x="1316831" y="123349"/>
                    <a:pt x="1284446" y="12334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54">
              <a:extLst>
                <a:ext uri="{FF2B5EF4-FFF2-40B4-BE49-F238E27FC236}">
                  <a16:creationId xmlns:a16="http://schemas.microsoft.com/office/drawing/2014/main" id="{E9EB83B5-0CB8-9555-9EFA-96F0459864C4}"/>
                </a:ext>
              </a:extLst>
            </p:cNvPr>
            <p:cNvSpPr/>
            <p:nvPr/>
          </p:nvSpPr>
          <p:spPr>
            <a:xfrm>
              <a:off x="11803538" y="6847046"/>
              <a:ext cx="1066800" cy="66675"/>
            </a:xfrm>
            <a:custGeom>
              <a:avLst/>
              <a:gdLst>
                <a:gd name="connsiteX0" fmla="*/ 1040606 w 1066800"/>
                <a:gd name="connsiteY0" fmla="*/ 65246 h 66675"/>
                <a:gd name="connsiteX1" fmla="*/ 32861 w 1066800"/>
                <a:gd name="connsiteY1" fmla="*/ 65246 h 66675"/>
                <a:gd name="connsiteX2" fmla="*/ 7144 w 1066800"/>
                <a:gd name="connsiteY2" fmla="*/ 39529 h 66675"/>
                <a:gd name="connsiteX3" fmla="*/ 7144 w 1066800"/>
                <a:gd name="connsiteY3" fmla="*/ 32861 h 66675"/>
                <a:gd name="connsiteX4" fmla="*/ 32861 w 1066800"/>
                <a:gd name="connsiteY4" fmla="*/ 7144 h 66675"/>
                <a:gd name="connsiteX5" fmla="*/ 1040606 w 1066800"/>
                <a:gd name="connsiteY5" fmla="*/ 7144 h 66675"/>
                <a:gd name="connsiteX6" fmla="*/ 1066324 w 1066800"/>
                <a:gd name="connsiteY6" fmla="*/ 32861 h 66675"/>
                <a:gd name="connsiteX7" fmla="*/ 1066324 w 1066800"/>
                <a:gd name="connsiteY7" fmla="*/ 39529 h 66675"/>
                <a:gd name="connsiteX8" fmla="*/ 1040606 w 10668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800" h="66675">
                  <a:moveTo>
                    <a:pt x="1040606" y="65246"/>
                  </a:moveTo>
                  <a:lnTo>
                    <a:pt x="32861" y="65246"/>
                  </a:lnTo>
                  <a:cubicBezTo>
                    <a:pt x="18574" y="65246"/>
                    <a:pt x="7144" y="53816"/>
                    <a:pt x="7144" y="39529"/>
                  </a:cubicBezTo>
                  <a:lnTo>
                    <a:pt x="7144" y="32861"/>
                  </a:lnTo>
                  <a:cubicBezTo>
                    <a:pt x="7144" y="18574"/>
                    <a:pt x="18574" y="7144"/>
                    <a:pt x="32861" y="7144"/>
                  </a:cubicBezTo>
                  <a:lnTo>
                    <a:pt x="1040606" y="7144"/>
                  </a:lnTo>
                  <a:cubicBezTo>
                    <a:pt x="1054894" y="7144"/>
                    <a:pt x="1066324" y="18574"/>
                    <a:pt x="1066324" y="32861"/>
                  </a:cubicBezTo>
                  <a:lnTo>
                    <a:pt x="1066324" y="39529"/>
                  </a:lnTo>
                  <a:cubicBezTo>
                    <a:pt x="1066324" y="53816"/>
                    <a:pt x="1054894" y="65246"/>
                    <a:pt x="1040606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55">
              <a:extLst>
                <a:ext uri="{FF2B5EF4-FFF2-40B4-BE49-F238E27FC236}">
                  <a16:creationId xmlns:a16="http://schemas.microsoft.com/office/drawing/2014/main" id="{82A00F0A-0718-07E8-7779-6F9E1AB7C7C8}"/>
                </a:ext>
              </a:extLst>
            </p:cNvPr>
            <p:cNvSpPr/>
            <p:nvPr/>
          </p:nvSpPr>
          <p:spPr>
            <a:xfrm>
              <a:off x="11133931" y="7129938"/>
              <a:ext cx="609600" cy="66675"/>
            </a:xfrm>
            <a:custGeom>
              <a:avLst/>
              <a:gdLst>
                <a:gd name="connsiteX0" fmla="*/ 584359 w 609600"/>
                <a:gd name="connsiteY0" fmla="*/ 64294 h 66675"/>
                <a:gd name="connsiteX1" fmla="*/ 26194 w 609600"/>
                <a:gd name="connsiteY1" fmla="*/ 64294 h 66675"/>
                <a:gd name="connsiteX2" fmla="*/ 7144 w 609600"/>
                <a:gd name="connsiteY2" fmla="*/ 45244 h 66675"/>
                <a:gd name="connsiteX3" fmla="*/ 7144 w 609600"/>
                <a:gd name="connsiteY3" fmla="*/ 26194 h 66675"/>
                <a:gd name="connsiteX4" fmla="*/ 26194 w 609600"/>
                <a:gd name="connsiteY4" fmla="*/ 7144 h 66675"/>
                <a:gd name="connsiteX5" fmla="*/ 584359 w 609600"/>
                <a:gd name="connsiteY5" fmla="*/ 7144 h 66675"/>
                <a:gd name="connsiteX6" fmla="*/ 603409 w 609600"/>
                <a:gd name="connsiteY6" fmla="*/ 26194 h 66675"/>
                <a:gd name="connsiteX7" fmla="*/ 603409 w 609600"/>
                <a:gd name="connsiteY7" fmla="*/ 45244 h 66675"/>
                <a:gd name="connsiteX8" fmla="*/ 584359 w 609600"/>
                <a:gd name="connsiteY8" fmla="*/ 6429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" h="66675">
                  <a:moveTo>
                    <a:pt x="584359" y="64294"/>
                  </a:moveTo>
                  <a:lnTo>
                    <a:pt x="26194" y="64294"/>
                  </a:lnTo>
                  <a:cubicBezTo>
                    <a:pt x="15716" y="64294"/>
                    <a:pt x="7144" y="55721"/>
                    <a:pt x="7144" y="45244"/>
                  </a:cubicBezTo>
                  <a:lnTo>
                    <a:pt x="7144" y="26194"/>
                  </a:lnTo>
                  <a:cubicBezTo>
                    <a:pt x="7144" y="15716"/>
                    <a:pt x="15716" y="7144"/>
                    <a:pt x="26194" y="7144"/>
                  </a:cubicBezTo>
                  <a:lnTo>
                    <a:pt x="584359" y="7144"/>
                  </a:lnTo>
                  <a:cubicBezTo>
                    <a:pt x="594836" y="7144"/>
                    <a:pt x="603409" y="15716"/>
                    <a:pt x="603409" y="26194"/>
                  </a:cubicBezTo>
                  <a:lnTo>
                    <a:pt x="603409" y="45244"/>
                  </a:lnTo>
                  <a:cubicBezTo>
                    <a:pt x="603409" y="55721"/>
                    <a:pt x="594836" y="64294"/>
                    <a:pt x="584359" y="642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56">
              <a:extLst>
                <a:ext uri="{FF2B5EF4-FFF2-40B4-BE49-F238E27FC236}">
                  <a16:creationId xmlns:a16="http://schemas.microsoft.com/office/drawing/2014/main" id="{052E46E9-9AD9-C6C3-B8FE-CBA312E547B9}"/>
                </a:ext>
              </a:extLst>
            </p:cNvPr>
            <p:cNvSpPr/>
            <p:nvPr/>
          </p:nvSpPr>
          <p:spPr>
            <a:xfrm>
              <a:off x="11803538" y="7128986"/>
              <a:ext cx="838200" cy="66675"/>
            </a:xfrm>
            <a:custGeom>
              <a:avLst/>
              <a:gdLst>
                <a:gd name="connsiteX0" fmla="*/ 816769 w 838200"/>
                <a:gd name="connsiteY0" fmla="*/ 65246 h 66675"/>
                <a:gd name="connsiteX1" fmla="*/ 30004 w 838200"/>
                <a:gd name="connsiteY1" fmla="*/ 65246 h 66675"/>
                <a:gd name="connsiteX2" fmla="*/ 7144 w 838200"/>
                <a:gd name="connsiteY2" fmla="*/ 42386 h 66675"/>
                <a:gd name="connsiteX3" fmla="*/ 7144 w 838200"/>
                <a:gd name="connsiteY3" fmla="*/ 30004 h 66675"/>
                <a:gd name="connsiteX4" fmla="*/ 30004 w 838200"/>
                <a:gd name="connsiteY4" fmla="*/ 7144 h 66675"/>
                <a:gd name="connsiteX5" fmla="*/ 816769 w 838200"/>
                <a:gd name="connsiteY5" fmla="*/ 7144 h 66675"/>
                <a:gd name="connsiteX6" fmla="*/ 839629 w 838200"/>
                <a:gd name="connsiteY6" fmla="*/ 30004 h 66675"/>
                <a:gd name="connsiteX7" fmla="*/ 839629 w 838200"/>
                <a:gd name="connsiteY7" fmla="*/ 42386 h 66675"/>
                <a:gd name="connsiteX8" fmla="*/ 816769 w 8382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66675">
                  <a:moveTo>
                    <a:pt x="816769" y="65246"/>
                  </a:moveTo>
                  <a:lnTo>
                    <a:pt x="30004" y="65246"/>
                  </a:lnTo>
                  <a:cubicBezTo>
                    <a:pt x="17621" y="65246"/>
                    <a:pt x="7144" y="54769"/>
                    <a:pt x="7144" y="42386"/>
                  </a:cubicBezTo>
                  <a:lnTo>
                    <a:pt x="7144" y="30004"/>
                  </a:lnTo>
                  <a:cubicBezTo>
                    <a:pt x="7144" y="17621"/>
                    <a:pt x="17621" y="7144"/>
                    <a:pt x="30004" y="7144"/>
                  </a:cubicBezTo>
                  <a:lnTo>
                    <a:pt x="816769" y="7144"/>
                  </a:lnTo>
                  <a:cubicBezTo>
                    <a:pt x="829151" y="7144"/>
                    <a:pt x="839629" y="17621"/>
                    <a:pt x="839629" y="30004"/>
                  </a:cubicBezTo>
                  <a:lnTo>
                    <a:pt x="839629" y="42386"/>
                  </a:lnTo>
                  <a:cubicBezTo>
                    <a:pt x="839629" y="54769"/>
                    <a:pt x="829151" y="65246"/>
                    <a:pt x="816769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57">
              <a:extLst>
                <a:ext uri="{FF2B5EF4-FFF2-40B4-BE49-F238E27FC236}">
                  <a16:creationId xmlns:a16="http://schemas.microsoft.com/office/drawing/2014/main" id="{3D545DF2-CF3C-B3C2-5FDA-40AF828CFD6F}"/>
                </a:ext>
              </a:extLst>
            </p:cNvPr>
            <p:cNvSpPr/>
            <p:nvPr/>
          </p:nvSpPr>
          <p:spPr>
            <a:xfrm>
              <a:off x="12676028" y="7128033"/>
              <a:ext cx="76200" cy="66675"/>
            </a:xfrm>
            <a:custGeom>
              <a:avLst/>
              <a:gdLst>
                <a:gd name="connsiteX0" fmla="*/ 48101 w 76200"/>
                <a:gd name="connsiteY0" fmla="*/ 66199 h 66675"/>
                <a:gd name="connsiteX1" fmla="*/ 36671 w 76200"/>
                <a:gd name="connsiteY1" fmla="*/ 66199 h 66675"/>
                <a:gd name="connsiteX2" fmla="*/ 7144 w 76200"/>
                <a:gd name="connsiteY2" fmla="*/ 36671 h 66675"/>
                <a:gd name="connsiteX3" fmla="*/ 7144 w 76200"/>
                <a:gd name="connsiteY3" fmla="*/ 36671 h 66675"/>
                <a:gd name="connsiteX4" fmla="*/ 36671 w 76200"/>
                <a:gd name="connsiteY4" fmla="*/ 7144 h 66675"/>
                <a:gd name="connsiteX5" fmla="*/ 48101 w 76200"/>
                <a:gd name="connsiteY5" fmla="*/ 7144 h 66675"/>
                <a:gd name="connsiteX6" fmla="*/ 77629 w 76200"/>
                <a:gd name="connsiteY6" fmla="*/ 36671 h 66675"/>
                <a:gd name="connsiteX7" fmla="*/ 77629 w 76200"/>
                <a:gd name="connsiteY7" fmla="*/ 36671 h 66675"/>
                <a:gd name="connsiteX8" fmla="*/ 48101 w 76200"/>
                <a:gd name="connsiteY8" fmla="*/ 6619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66675">
                  <a:moveTo>
                    <a:pt x="48101" y="66199"/>
                  </a:moveTo>
                  <a:lnTo>
                    <a:pt x="36671" y="66199"/>
                  </a:lnTo>
                  <a:cubicBezTo>
                    <a:pt x="20479" y="66199"/>
                    <a:pt x="7144" y="52864"/>
                    <a:pt x="7144" y="36671"/>
                  </a:cubicBezTo>
                  <a:lnTo>
                    <a:pt x="7144" y="36671"/>
                  </a:lnTo>
                  <a:cubicBezTo>
                    <a:pt x="7144" y="20479"/>
                    <a:pt x="20479" y="7144"/>
                    <a:pt x="36671" y="7144"/>
                  </a:cubicBezTo>
                  <a:lnTo>
                    <a:pt x="48101" y="7144"/>
                  </a:lnTo>
                  <a:cubicBezTo>
                    <a:pt x="64294" y="7144"/>
                    <a:pt x="77629" y="20479"/>
                    <a:pt x="77629" y="36671"/>
                  </a:cubicBezTo>
                  <a:lnTo>
                    <a:pt x="77629" y="36671"/>
                  </a:lnTo>
                  <a:cubicBezTo>
                    <a:pt x="77629" y="52864"/>
                    <a:pt x="64294" y="66199"/>
                    <a:pt x="48101" y="661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993B59B-FC1B-CA5F-349D-F895C6EF1DAD}"/>
              </a:ext>
            </a:extLst>
          </p:cNvPr>
          <p:cNvGrpSpPr/>
          <p:nvPr/>
        </p:nvGrpSpPr>
        <p:grpSpPr>
          <a:xfrm>
            <a:off x="5181426" y="1410250"/>
            <a:ext cx="918997" cy="439704"/>
            <a:chOff x="10976768" y="6336506"/>
            <a:chExt cx="2374583" cy="1119187"/>
          </a:xfrm>
        </p:grpSpPr>
        <p:sp>
          <p:nvSpPr>
            <p:cNvPr id="155" name="Freeform: Shape 48">
              <a:extLst>
                <a:ext uri="{FF2B5EF4-FFF2-40B4-BE49-F238E27FC236}">
                  <a16:creationId xmlns:a16="http://schemas.microsoft.com/office/drawing/2014/main" id="{98A99397-F37E-A11E-B0EC-57BF3A6DE021}"/>
                </a:ext>
              </a:extLst>
            </p:cNvPr>
            <p:cNvSpPr/>
            <p:nvPr/>
          </p:nvSpPr>
          <p:spPr>
            <a:xfrm>
              <a:off x="11017726" y="6398418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8114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8114"/>
                  </a:lnTo>
                  <a:cubicBezTo>
                    <a:pt x="7144" y="70009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89171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rgbClr val="C9D4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49">
              <a:extLst>
                <a:ext uri="{FF2B5EF4-FFF2-40B4-BE49-F238E27FC236}">
                  <a16:creationId xmlns:a16="http://schemas.microsoft.com/office/drawing/2014/main" id="{BDA94F79-61BA-072D-7A0C-36E6E5643226}"/>
                </a:ext>
              </a:extLst>
            </p:cNvPr>
            <p:cNvSpPr/>
            <p:nvPr/>
          </p:nvSpPr>
          <p:spPr>
            <a:xfrm>
              <a:off x="10976768" y="6336506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9066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9066"/>
                  </a:lnTo>
                  <a:cubicBezTo>
                    <a:pt x="7144" y="70961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90124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50">
              <a:extLst>
                <a:ext uri="{FF2B5EF4-FFF2-40B4-BE49-F238E27FC236}">
                  <a16:creationId xmlns:a16="http://schemas.microsoft.com/office/drawing/2014/main" id="{B0DBE1D0-E084-5ACC-ED76-E0976C2846F1}"/>
                </a:ext>
              </a:extLst>
            </p:cNvPr>
            <p:cNvSpPr/>
            <p:nvPr/>
          </p:nvSpPr>
          <p:spPr>
            <a:xfrm>
              <a:off x="11177746" y="6532721"/>
              <a:ext cx="495300" cy="495300"/>
            </a:xfrm>
            <a:custGeom>
              <a:avLst/>
              <a:gdLst>
                <a:gd name="connsiteX0" fmla="*/ 492919 w 495300"/>
                <a:gd name="connsiteY0" fmla="*/ 250031 h 495300"/>
                <a:gd name="connsiteX1" fmla="*/ 250031 w 495300"/>
                <a:gd name="connsiteY1" fmla="*/ 492919 h 495300"/>
                <a:gd name="connsiteX2" fmla="*/ 7144 w 495300"/>
                <a:gd name="connsiteY2" fmla="*/ 250031 h 495300"/>
                <a:gd name="connsiteX3" fmla="*/ 250031 w 495300"/>
                <a:gd name="connsiteY3" fmla="*/ 7144 h 495300"/>
                <a:gd name="connsiteX4" fmla="*/ 492919 w 495300"/>
                <a:gd name="connsiteY4" fmla="*/ 250031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0" h="495300">
                  <a:moveTo>
                    <a:pt x="492919" y="250031"/>
                  </a:moveTo>
                  <a:cubicBezTo>
                    <a:pt x="492919" y="384174"/>
                    <a:pt x="384174" y="492919"/>
                    <a:pt x="250031" y="492919"/>
                  </a:cubicBezTo>
                  <a:cubicBezTo>
                    <a:pt x="115888" y="492919"/>
                    <a:pt x="7144" y="384174"/>
                    <a:pt x="7144" y="250031"/>
                  </a:cubicBezTo>
                  <a:cubicBezTo>
                    <a:pt x="7144" y="115888"/>
                    <a:pt x="115888" y="7144"/>
                    <a:pt x="250031" y="7144"/>
                  </a:cubicBezTo>
                  <a:cubicBezTo>
                    <a:pt x="384174" y="7144"/>
                    <a:pt x="492919" y="115888"/>
                    <a:pt x="492919" y="25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51">
              <a:extLst>
                <a:ext uri="{FF2B5EF4-FFF2-40B4-BE49-F238E27FC236}">
                  <a16:creationId xmlns:a16="http://schemas.microsoft.com/office/drawing/2014/main" id="{CA322F42-DEC0-C606-D55D-EE804EE40C04}"/>
                </a:ext>
              </a:extLst>
            </p:cNvPr>
            <p:cNvSpPr/>
            <p:nvPr/>
          </p:nvSpPr>
          <p:spPr>
            <a:xfrm>
              <a:off x="11353958" y="6624161"/>
              <a:ext cx="142875" cy="142875"/>
            </a:xfrm>
            <a:custGeom>
              <a:avLst/>
              <a:gdLst>
                <a:gd name="connsiteX0" fmla="*/ 140494 w 142875"/>
                <a:gd name="connsiteY0" fmla="*/ 73819 h 142875"/>
                <a:gd name="connsiteX1" fmla="*/ 73819 w 142875"/>
                <a:gd name="connsiteY1" fmla="*/ 140494 h 142875"/>
                <a:gd name="connsiteX2" fmla="*/ 7144 w 142875"/>
                <a:gd name="connsiteY2" fmla="*/ 73819 h 142875"/>
                <a:gd name="connsiteX3" fmla="*/ 73819 w 142875"/>
                <a:gd name="connsiteY3" fmla="*/ 7144 h 142875"/>
                <a:gd name="connsiteX4" fmla="*/ 140494 w 142875"/>
                <a:gd name="connsiteY4" fmla="*/ 73819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0494" y="73819"/>
                  </a:moveTo>
                  <a:cubicBezTo>
                    <a:pt x="140494" y="110642"/>
                    <a:pt x="110642" y="140494"/>
                    <a:pt x="73819" y="140494"/>
                  </a:cubicBezTo>
                  <a:cubicBezTo>
                    <a:pt x="36995" y="140494"/>
                    <a:pt x="7144" y="110642"/>
                    <a:pt x="7144" y="73819"/>
                  </a:cubicBezTo>
                  <a:cubicBezTo>
                    <a:pt x="7144" y="36995"/>
                    <a:pt x="36995" y="7144"/>
                    <a:pt x="73819" y="7144"/>
                  </a:cubicBezTo>
                  <a:cubicBezTo>
                    <a:pt x="110642" y="7144"/>
                    <a:pt x="140494" y="36995"/>
                    <a:pt x="140494" y="73819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52">
              <a:extLst>
                <a:ext uri="{FF2B5EF4-FFF2-40B4-BE49-F238E27FC236}">
                  <a16:creationId xmlns:a16="http://schemas.microsoft.com/office/drawing/2014/main" id="{A6249908-B8B5-DE84-0065-6F1426353B76}"/>
                </a:ext>
              </a:extLst>
            </p:cNvPr>
            <p:cNvSpPr/>
            <p:nvPr/>
          </p:nvSpPr>
          <p:spPr>
            <a:xfrm>
              <a:off x="11283473" y="6788943"/>
              <a:ext cx="285750" cy="152400"/>
            </a:xfrm>
            <a:custGeom>
              <a:avLst/>
              <a:gdLst>
                <a:gd name="connsiteX0" fmla="*/ 283369 w 285750"/>
                <a:gd name="connsiteY0" fmla="*/ 145256 h 152400"/>
                <a:gd name="connsiteX1" fmla="*/ 7144 w 285750"/>
                <a:gd name="connsiteY1" fmla="*/ 145256 h 152400"/>
                <a:gd name="connsiteX2" fmla="*/ 145256 w 285750"/>
                <a:gd name="connsiteY2" fmla="*/ 7144 h 152400"/>
                <a:gd name="connsiteX3" fmla="*/ 283369 w 285750"/>
                <a:gd name="connsiteY3" fmla="*/ 14525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152400">
                  <a:moveTo>
                    <a:pt x="283369" y="145256"/>
                  </a:moveTo>
                  <a:lnTo>
                    <a:pt x="7144" y="145256"/>
                  </a:lnTo>
                  <a:cubicBezTo>
                    <a:pt x="7144" y="69056"/>
                    <a:pt x="69056" y="7144"/>
                    <a:pt x="145256" y="7144"/>
                  </a:cubicBezTo>
                  <a:cubicBezTo>
                    <a:pt x="221456" y="7144"/>
                    <a:pt x="283369" y="69056"/>
                    <a:pt x="283369" y="145256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53">
              <a:extLst>
                <a:ext uri="{FF2B5EF4-FFF2-40B4-BE49-F238E27FC236}">
                  <a16:creationId xmlns:a16="http://schemas.microsoft.com/office/drawing/2014/main" id="{C80D5126-017F-8658-98A9-C07E01D23CEF}"/>
                </a:ext>
              </a:extLst>
            </p:cNvPr>
            <p:cNvSpPr/>
            <p:nvPr/>
          </p:nvSpPr>
          <p:spPr>
            <a:xfrm>
              <a:off x="11803538" y="6646068"/>
              <a:ext cx="1343025" cy="123825"/>
            </a:xfrm>
            <a:custGeom>
              <a:avLst/>
              <a:gdLst>
                <a:gd name="connsiteX0" fmla="*/ 1284446 w 1343025"/>
                <a:gd name="connsiteY0" fmla="*/ 123349 h 123825"/>
                <a:gd name="connsiteX1" fmla="*/ 65246 w 1343025"/>
                <a:gd name="connsiteY1" fmla="*/ 123349 h 123825"/>
                <a:gd name="connsiteX2" fmla="*/ 7144 w 1343025"/>
                <a:gd name="connsiteY2" fmla="*/ 65246 h 123825"/>
                <a:gd name="connsiteX3" fmla="*/ 7144 w 1343025"/>
                <a:gd name="connsiteY3" fmla="*/ 65246 h 123825"/>
                <a:gd name="connsiteX4" fmla="*/ 65246 w 1343025"/>
                <a:gd name="connsiteY4" fmla="*/ 7144 h 123825"/>
                <a:gd name="connsiteX5" fmla="*/ 1284446 w 1343025"/>
                <a:gd name="connsiteY5" fmla="*/ 7144 h 123825"/>
                <a:gd name="connsiteX6" fmla="*/ 1342549 w 1343025"/>
                <a:gd name="connsiteY6" fmla="*/ 65246 h 123825"/>
                <a:gd name="connsiteX7" fmla="*/ 1342549 w 1343025"/>
                <a:gd name="connsiteY7" fmla="*/ 65246 h 123825"/>
                <a:gd name="connsiteX8" fmla="*/ 1284446 w 1343025"/>
                <a:gd name="connsiteY8" fmla="*/ 12334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3025" h="123825">
                  <a:moveTo>
                    <a:pt x="1284446" y="123349"/>
                  </a:moveTo>
                  <a:lnTo>
                    <a:pt x="65246" y="123349"/>
                  </a:lnTo>
                  <a:cubicBezTo>
                    <a:pt x="32861" y="123349"/>
                    <a:pt x="7144" y="97631"/>
                    <a:pt x="7144" y="65246"/>
                  </a:cubicBezTo>
                  <a:lnTo>
                    <a:pt x="7144" y="65246"/>
                  </a:lnTo>
                  <a:cubicBezTo>
                    <a:pt x="7144" y="32861"/>
                    <a:pt x="32861" y="7144"/>
                    <a:pt x="65246" y="7144"/>
                  </a:cubicBezTo>
                  <a:lnTo>
                    <a:pt x="1284446" y="7144"/>
                  </a:lnTo>
                  <a:cubicBezTo>
                    <a:pt x="1316831" y="7144"/>
                    <a:pt x="1342549" y="32861"/>
                    <a:pt x="1342549" y="65246"/>
                  </a:cubicBezTo>
                  <a:lnTo>
                    <a:pt x="1342549" y="65246"/>
                  </a:lnTo>
                  <a:cubicBezTo>
                    <a:pt x="1342549" y="97631"/>
                    <a:pt x="1316831" y="123349"/>
                    <a:pt x="1284446" y="12334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54">
              <a:extLst>
                <a:ext uri="{FF2B5EF4-FFF2-40B4-BE49-F238E27FC236}">
                  <a16:creationId xmlns:a16="http://schemas.microsoft.com/office/drawing/2014/main" id="{5D05F040-FC57-327C-935E-EC3FC1F1CF0F}"/>
                </a:ext>
              </a:extLst>
            </p:cNvPr>
            <p:cNvSpPr/>
            <p:nvPr/>
          </p:nvSpPr>
          <p:spPr>
            <a:xfrm>
              <a:off x="11803538" y="6847046"/>
              <a:ext cx="1066800" cy="66675"/>
            </a:xfrm>
            <a:custGeom>
              <a:avLst/>
              <a:gdLst>
                <a:gd name="connsiteX0" fmla="*/ 1040606 w 1066800"/>
                <a:gd name="connsiteY0" fmla="*/ 65246 h 66675"/>
                <a:gd name="connsiteX1" fmla="*/ 32861 w 1066800"/>
                <a:gd name="connsiteY1" fmla="*/ 65246 h 66675"/>
                <a:gd name="connsiteX2" fmla="*/ 7144 w 1066800"/>
                <a:gd name="connsiteY2" fmla="*/ 39529 h 66675"/>
                <a:gd name="connsiteX3" fmla="*/ 7144 w 1066800"/>
                <a:gd name="connsiteY3" fmla="*/ 32861 h 66675"/>
                <a:gd name="connsiteX4" fmla="*/ 32861 w 1066800"/>
                <a:gd name="connsiteY4" fmla="*/ 7144 h 66675"/>
                <a:gd name="connsiteX5" fmla="*/ 1040606 w 1066800"/>
                <a:gd name="connsiteY5" fmla="*/ 7144 h 66675"/>
                <a:gd name="connsiteX6" fmla="*/ 1066324 w 1066800"/>
                <a:gd name="connsiteY6" fmla="*/ 32861 h 66675"/>
                <a:gd name="connsiteX7" fmla="*/ 1066324 w 1066800"/>
                <a:gd name="connsiteY7" fmla="*/ 39529 h 66675"/>
                <a:gd name="connsiteX8" fmla="*/ 1040606 w 10668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800" h="66675">
                  <a:moveTo>
                    <a:pt x="1040606" y="65246"/>
                  </a:moveTo>
                  <a:lnTo>
                    <a:pt x="32861" y="65246"/>
                  </a:lnTo>
                  <a:cubicBezTo>
                    <a:pt x="18574" y="65246"/>
                    <a:pt x="7144" y="53816"/>
                    <a:pt x="7144" y="39529"/>
                  </a:cubicBezTo>
                  <a:lnTo>
                    <a:pt x="7144" y="32861"/>
                  </a:lnTo>
                  <a:cubicBezTo>
                    <a:pt x="7144" y="18574"/>
                    <a:pt x="18574" y="7144"/>
                    <a:pt x="32861" y="7144"/>
                  </a:cubicBezTo>
                  <a:lnTo>
                    <a:pt x="1040606" y="7144"/>
                  </a:lnTo>
                  <a:cubicBezTo>
                    <a:pt x="1054894" y="7144"/>
                    <a:pt x="1066324" y="18574"/>
                    <a:pt x="1066324" y="32861"/>
                  </a:cubicBezTo>
                  <a:lnTo>
                    <a:pt x="1066324" y="39529"/>
                  </a:lnTo>
                  <a:cubicBezTo>
                    <a:pt x="1066324" y="53816"/>
                    <a:pt x="1054894" y="65246"/>
                    <a:pt x="1040606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55">
              <a:extLst>
                <a:ext uri="{FF2B5EF4-FFF2-40B4-BE49-F238E27FC236}">
                  <a16:creationId xmlns:a16="http://schemas.microsoft.com/office/drawing/2014/main" id="{7E09E892-C0BB-6CE7-CE89-42A2781D3E4D}"/>
                </a:ext>
              </a:extLst>
            </p:cNvPr>
            <p:cNvSpPr/>
            <p:nvPr/>
          </p:nvSpPr>
          <p:spPr>
            <a:xfrm>
              <a:off x="11133931" y="7129938"/>
              <a:ext cx="609600" cy="66675"/>
            </a:xfrm>
            <a:custGeom>
              <a:avLst/>
              <a:gdLst>
                <a:gd name="connsiteX0" fmla="*/ 584359 w 609600"/>
                <a:gd name="connsiteY0" fmla="*/ 64294 h 66675"/>
                <a:gd name="connsiteX1" fmla="*/ 26194 w 609600"/>
                <a:gd name="connsiteY1" fmla="*/ 64294 h 66675"/>
                <a:gd name="connsiteX2" fmla="*/ 7144 w 609600"/>
                <a:gd name="connsiteY2" fmla="*/ 45244 h 66675"/>
                <a:gd name="connsiteX3" fmla="*/ 7144 w 609600"/>
                <a:gd name="connsiteY3" fmla="*/ 26194 h 66675"/>
                <a:gd name="connsiteX4" fmla="*/ 26194 w 609600"/>
                <a:gd name="connsiteY4" fmla="*/ 7144 h 66675"/>
                <a:gd name="connsiteX5" fmla="*/ 584359 w 609600"/>
                <a:gd name="connsiteY5" fmla="*/ 7144 h 66675"/>
                <a:gd name="connsiteX6" fmla="*/ 603409 w 609600"/>
                <a:gd name="connsiteY6" fmla="*/ 26194 h 66675"/>
                <a:gd name="connsiteX7" fmla="*/ 603409 w 609600"/>
                <a:gd name="connsiteY7" fmla="*/ 45244 h 66675"/>
                <a:gd name="connsiteX8" fmla="*/ 584359 w 609600"/>
                <a:gd name="connsiteY8" fmla="*/ 6429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" h="66675">
                  <a:moveTo>
                    <a:pt x="584359" y="64294"/>
                  </a:moveTo>
                  <a:lnTo>
                    <a:pt x="26194" y="64294"/>
                  </a:lnTo>
                  <a:cubicBezTo>
                    <a:pt x="15716" y="64294"/>
                    <a:pt x="7144" y="55721"/>
                    <a:pt x="7144" y="45244"/>
                  </a:cubicBezTo>
                  <a:lnTo>
                    <a:pt x="7144" y="26194"/>
                  </a:lnTo>
                  <a:cubicBezTo>
                    <a:pt x="7144" y="15716"/>
                    <a:pt x="15716" y="7144"/>
                    <a:pt x="26194" y="7144"/>
                  </a:cubicBezTo>
                  <a:lnTo>
                    <a:pt x="584359" y="7144"/>
                  </a:lnTo>
                  <a:cubicBezTo>
                    <a:pt x="594836" y="7144"/>
                    <a:pt x="603409" y="15716"/>
                    <a:pt x="603409" y="26194"/>
                  </a:cubicBezTo>
                  <a:lnTo>
                    <a:pt x="603409" y="45244"/>
                  </a:lnTo>
                  <a:cubicBezTo>
                    <a:pt x="603409" y="55721"/>
                    <a:pt x="594836" y="64294"/>
                    <a:pt x="584359" y="642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56">
              <a:extLst>
                <a:ext uri="{FF2B5EF4-FFF2-40B4-BE49-F238E27FC236}">
                  <a16:creationId xmlns:a16="http://schemas.microsoft.com/office/drawing/2014/main" id="{FD323A9A-761A-E248-F45F-50FFA75BB41C}"/>
                </a:ext>
              </a:extLst>
            </p:cNvPr>
            <p:cNvSpPr/>
            <p:nvPr/>
          </p:nvSpPr>
          <p:spPr>
            <a:xfrm>
              <a:off x="11803538" y="7128986"/>
              <a:ext cx="838200" cy="66675"/>
            </a:xfrm>
            <a:custGeom>
              <a:avLst/>
              <a:gdLst>
                <a:gd name="connsiteX0" fmla="*/ 816769 w 838200"/>
                <a:gd name="connsiteY0" fmla="*/ 65246 h 66675"/>
                <a:gd name="connsiteX1" fmla="*/ 30004 w 838200"/>
                <a:gd name="connsiteY1" fmla="*/ 65246 h 66675"/>
                <a:gd name="connsiteX2" fmla="*/ 7144 w 838200"/>
                <a:gd name="connsiteY2" fmla="*/ 42386 h 66675"/>
                <a:gd name="connsiteX3" fmla="*/ 7144 w 838200"/>
                <a:gd name="connsiteY3" fmla="*/ 30004 h 66675"/>
                <a:gd name="connsiteX4" fmla="*/ 30004 w 838200"/>
                <a:gd name="connsiteY4" fmla="*/ 7144 h 66675"/>
                <a:gd name="connsiteX5" fmla="*/ 816769 w 838200"/>
                <a:gd name="connsiteY5" fmla="*/ 7144 h 66675"/>
                <a:gd name="connsiteX6" fmla="*/ 839629 w 838200"/>
                <a:gd name="connsiteY6" fmla="*/ 30004 h 66675"/>
                <a:gd name="connsiteX7" fmla="*/ 839629 w 838200"/>
                <a:gd name="connsiteY7" fmla="*/ 42386 h 66675"/>
                <a:gd name="connsiteX8" fmla="*/ 816769 w 8382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66675">
                  <a:moveTo>
                    <a:pt x="816769" y="65246"/>
                  </a:moveTo>
                  <a:lnTo>
                    <a:pt x="30004" y="65246"/>
                  </a:lnTo>
                  <a:cubicBezTo>
                    <a:pt x="17621" y="65246"/>
                    <a:pt x="7144" y="54769"/>
                    <a:pt x="7144" y="42386"/>
                  </a:cubicBezTo>
                  <a:lnTo>
                    <a:pt x="7144" y="30004"/>
                  </a:lnTo>
                  <a:cubicBezTo>
                    <a:pt x="7144" y="17621"/>
                    <a:pt x="17621" y="7144"/>
                    <a:pt x="30004" y="7144"/>
                  </a:cubicBezTo>
                  <a:lnTo>
                    <a:pt x="816769" y="7144"/>
                  </a:lnTo>
                  <a:cubicBezTo>
                    <a:pt x="829151" y="7144"/>
                    <a:pt x="839629" y="17621"/>
                    <a:pt x="839629" y="30004"/>
                  </a:cubicBezTo>
                  <a:lnTo>
                    <a:pt x="839629" y="42386"/>
                  </a:lnTo>
                  <a:cubicBezTo>
                    <a:pt x="839629" y="54769"/>
                    <a:pt x="829151" y="65246"/>
                    <a:pt x="816769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57">
              <a:extLst>
                <a:ext uri="{FF2B5EF4-FFF2-40B4-BE49-F238E27FC236}">
                  <a16:creationId xmlns:a16="http://schemas.microsoft.com/office/drawing/2014/main" id="{6C37E36F-D846-510A-4EE0-3A75479DB0BF}"/>
                </a:ext>
              </a:extLst>
            </p:cNvPr>
            <p:cNvSpPr/>
            <p:nvPr/>
          </p:nvSpPr>
          <p:spPr>
            <a:xfrm>
              <a:off x="12676028" y="7128033"/>
              <a:ext cx="76200" cy="66675"/>
            </a:xfrm>
            <a:custGeom>
              <a:avLst/>
              <a:gdLst>
                <a:gd name="connsiteX0" fmla="*/ 48101 w 76200"/>
                <a:gd name="connsiteY0" fmla="*/ 66199 h 66675"/>
                <a:gd name="connsiteX1" fmla="*/ 36671 w 76200"/>
                <a:gd name="connsiteY1" fmla="*/ 66199 h 66675"/>
                <a:gd name="connsiteX2" fmla="*/ 7144 w 76200"/>
                <a:gd name="connsiteY2" fmla="*/ 36671 h 66675"/>
                <a:gd name="connsiteX3" fmla="*/ 7144 w 76200"/>
                <a:gd name="connsiteY3" fmla="*/ 36671 h 66675"/>
                <a:gd name="connsiteX4" fmla="*/ 36671 w 76200"/>
                <a:gd name="connsiteY4" fmla="*/ 7144 h 66675"/>
                <a:gd name="connsiteX5" fmla="*/ 48101 w 76200"/>
                <a:gd name="connsiteY5" fmla="*/ 7144 h 66675"/>
                <a:gd name="connsiteX6" fmla="*/ 77629 w 76200"/>
                <a:gd name="connsiteY6" fmla="*/ 36671 h 66675"/>
                <a:gd name="connsiteX7" fmla="*/ 77629 w 76200"/>
                <a:gd name="connsiteY7" fmla="*/ 36671 h 66675"/>
                <a:gd name="connsiteX8" fmla="*/ 48101 w 76200"/>
                <a:gd name="connsiteY8" fmla="*/ 6619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66675">
                  <a:moveTo>
                    <a:pt x="48101" y="66199"/>
                  </a:moveTo>
                  <a:lnTo>
                    <a:pt x="36671" y="66199"/>
                  </a:lnTo>
                  <a:cubicBezTo>
                    <a:pt x="20479" y="66199"/>
                    <a:pt x="7144" y="52864"/>
                    <a:pt x="7144" y="36671"/>
                  </a:cubicBezTo>
                  <a:lnTo>
                    <a:pt x="7144" y="36671"/>
                  </a:lnTo>
                  <a:cubicBezTo>
                    <a:pt x="7144" y="20479"/>
                    <a:pt x="20479" y="7144"/>
                    <a:pt x="36671" y="7144"/>
                  </a:cubicBezTo>
                  <a:lnTo>
                    <a:pt x="48101" y="7144"/>
                  </a:lnTo>
                  <a:cubicBezTo>
                    <a:pt x="64294" y="7144"/>
                    <a:pt x="77629" y="20479"/>
                    <a:pt x="77629" y="36671"/>
                  </a:cubicBezTo>
                  <a:lnTo>
                    <a:pt x="77629" y="36671"/>
                  </a:lnTo>
                  <a:cubicBezTo>
                    <a:pt x="77629" y="52864"/>
                    <a:pt x="64294" y="66199"/>
                    <a:pt x="48101" y="661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86369DAA-0B39-E616-F3B3-3DCCED741AC8}"/>
              </a:ext>
            </a:extLst>
          </p:cNvPr>
          <p:cNvSpPr/>
          <p:nvPr/>
        </p:nvSpPr>
        <p:spPr>
          <a:xfrm>
            <a:off x="3800158" y="2152118"/>
            <a:ext cx="1145132" cy="203540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9E78C7B3-9CE6-E237-9CA5-FAD196843440}"/>
              </a:ext>
            </a:extLst>
          </p:cNvPr>
          <p:cNvSpPr txBox="1"/>
          <p:nvPr/>
        </p:nvSpPr>
        <p:spPr>
          <a:xfrm>
            <a:off x="3377395" y="3727858"/>
            <a:ext cx="199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Glean Apps</a:t>
            </a:r>
          </a:p>
          <a:p>
            <a:pPr algn="ctr"/>
            <a:r>
              <a:rPr lang="en-US" sz="900" dirty="0"/>
              <a:t>(Self Service)</a:t>
            </a:r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1556E40C-A70E-5415-AD7B-2CB3738EA71B}"/>
              </a:ext>
            </a:extLst>
          </p:cNvPr>
          <p:cNvSpPr/>
          <p:nvPr/>
        </p:nvSpPr>
        <p:spPr>
          <a:xfrm>
            <a:off x="3906088" y="2295542"/>
            <a:ext cx="920979" cy="460754"/>
          </a:xfrm>
          <a:prstGeom prst="round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 defTabSz="228554"/>
            <a:r>
              <a:rPr lang="en-US" sz="1200" b="1" dirty="0">
                <a:solidFill>
                  <a:srgbClr val="FFFFFF"/>
                </a:solidFill>
              </a:rPr>
              <a:t>App Builder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FD46956-AEA3-DA19-7B34-ED2A5E29AEAB}"/>
              </a:ext>
            </a:extLst>
          </p:cNvPr>
          <p:cNvCxnSpPr>
            <a:cxnSpLocks/>
          </p:cNvCxnSpPr>
          <p:nvPr/>
        </p:nvCxnSpPr>
        <p:spPr>
          <a:xfrm>
            <a:off x="7685505" y="1619828"/>
            <a:ext cx="108982" cy="775428"/>
          </a:xfrm>
          <a:prstGeom prst="line">
            <a:avLst/>
          </a:prstGeom>
          <a:ln w="25400">
            <a:solidFill>
              <a:schemeClr val="tx1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FA545C7E-B5E3-0067-CB9C-C95967490A59}"/>
              </a:ext>
            </a:extLst>
          </p:cNvPr>
          <p:cNvCxnSpPr>
            <a:cxnSpLocks/>
          </p:cNvCxnSpPr>
          <p:nvPr/>
        </p:nvCxnSpPr>
        <p:spPr>
          <a:xfrm flipH="1">
            <a:off x="8743384" y="1690801"/>
            <a:ext cx="70596" cy="704455"/>
          </a:xfrm>
          <a:prstGeom prst="line">
            <a:avLst/>
          </a:prstGeom>
          <a:ln w="25400">
            <a:solidFill>
              <a:schemeClr val="tx1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F3BFA22-3C6B-C1F2-3C75-B213A52B0DB9}"/>
              </a:ext>
            </a:extLst>
          </p:cNvPr>
          <p:cNvGrpSpPr/>
          <p:nvPr/>
        </p:nvGrpSpPr>
        <p:grpSpPr>
          <a:xfrm>
            <a:off x="7308472" y="2297245"/>
            <a:ext cx="1995231" cy="586919"/>
            <a:chOff x="6027230" y="1917506"/>
            <a:chExt cx="1995231" cy="586919"/>
          </a:xfrm>
        </p:grpSpPr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47F4A141-A3AB-7C19-80D7-16D1E19B846C}"/>
                </a:ext>
              </a:extLst>
            </p:cNvPr>
            <p:cNvSpPr/>
            <p:nvPr/>
          </p:nvSpPr>
          <p:spPr>
            <a:xfrm>
              <a:off x="6027230" y="1917506"/>
              <a:ext cx="1995231" cy="586919"/>
            </a:xfrm>
            <a:prstGeom prst="roundRect">
              <a:avLst/>
            </a:prstGeom>
            <a:solidFill>
              <a:srgbClr val="3D3CEE"/>
            </a:solidFill>
            <a:ln>
              <a:solidFill>
                <a:srgbClr val="3D3C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B8963BAC-8923-CEBB-16F0-FF9A140DE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5163" y="1938755"/>
              <a:ext cx="737391" cy="309086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0080B71-EAAB-FB1A-D8DA-9AEC1B1A52A3}"/>
              </a:ext>
            </a:extLst>
          </p:cNvPr>
          <p:cNvGrpSpPr/>
          <p:nvPr/>
        </p:nvGrpSpPr>
        <p:grpSpPr>
          <a:xfrm>
            <a:off x="8384706" y="1414890"/>
            <a:ext cx="918997" cy="439704"/>
            <a:chOff x="10976768" y="6336506"/>
            <a:chExt cx="2374583" cy="1119187"/>
          </a:xfrm>
        </p:grpSpPr>
        <p:sp>
          <p:nvSpPr>
            <p:cNvPr id="191" name="Freeform: Shape 48">
              <a:extLst>
                <a:ext uri="{FF2B5EF4-FFF2-40B4-BE49-F238E27FC236}">
                  <a16:creationId xmlns:a16="http://schemas.microsoft.com/office/drawing/2014/main" id="{B7BA0C9E-F25C-3673-996C-51B63CA181F7}"/>
                </a:ext>
              </a:extLst>
            </p:cNvPr>
            <p:cNvSpPr/>
            <p:nvPr/>
          </p:nvSpPr>
          <p:spPr>
            <a:xfrm>
              <a:off x="11017726" y="6398418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8114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8114"/>
                  </a:lnTo>
                  <a:cubicBezTo>
                    <a:pt x="7144" y="70009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89171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rgbClr val="C9D4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49">
              <a:extLst>
                <a:ext uri="{FF2B5EF4-FFF2-40B4-BE49-F238E27FC236}">
                  <a16:creationId xmlns:a16="http://schemas.microsoft.com/office/drawing/2014/main" id="{64FF56CE-5F59-6F0F-52C2-EB77C9861670}"/>
                </a:ext>
              </a:extLst>
            </p:cNvPr>
            <p:cNvSpPr/>
            <p:nvPr/>
          </p:nvSpPr>
          <p:spPr>
            <a:xfrm>
              <a:off x="10976768" y="6336506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9066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9066"/>
                  </a:lnTo>
                  <a:cubicBezTo>
                    <a:pt x="7144" y="70961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90124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50">
              <a:extLst>
                <a:ext uri="{FF2B5EF4-FFF2-40B4-BE49-F238E27FC236}">
                  <a16:creationId xmlns:a16="http://schemas.microsoft.com/office/drawing/2014/main" id="{DD657BC4-24C8-1302-2480-E8696714FD8B}"/>
                </a:ext>
              </a:extLst>
            </p:cNvPr>
            <p:cNvSpPr/>
            <p:nvPr/>
          </p:nvSpPr>
          <p:spPr>
            <a:xfrm>
              <a:off x="11177746" y="6532721"/>
              <a:ext cx="495300" cy="495300"/>
            </a:xfrm>
            <a:custGeom>
              <a:avLst/>
              <a:gdLst>
                <a:gd name="connsiteX0" fmla="*/ 492919 w 495300"/>
                <a:gd name="connsiteY0" fmla="*/ 250031 h 495300"/>
                <a:gd name="connsiteX1" fmla="*/ 250031 w 495300"/>
                <a:gd name="connsiteY1" fmla="*/ 492919 h 495300"/>
                <a:gd name="connsiteX2" fmla="*/ 7144 w 495300"/>
                <a:gd name="connsiteY2" fmla="*/ 250031 h 495300"/>
                <a:gd name="connsiteX3" fmla="*/ 250031 w 495300"/>
                <a:gd name="connsiteY3" fmla="*/ 7144 h 495300"/>
                <a:gd name="connsiteX4" fmla="*/ 492919 w 495300"/>
                <a:gd name="connsiteY4" fmla="*/ 250031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0" h="495300">
                  <a:moveTo>
                    <a:pt x="492919" y="250031"/>
                  </a:moveTo>
                  <a:cubicBezTo>
                    <a:pt x="492919" y="384174"/>
                    <a:pt x="384174" y="492919"/>
                    <a:pt x="250031" y="492919"/>
                  </a:cubicBezTo>
                  <a:cubicBezTo>
                    <a:pt x="115888" y="492919"/>
                    <a:pt x="7144" y="384174"/>
                    <a:pt x="7144" y="250031"/>
                  </a:cubicBezTo>
                  <a:cubicBezTo>
                    <a:pt x="7144" y="115888"/>
                    <a:pt x="115888" y="7144"/>
                    <a:pt x="250031" y="7144"/>
                  </a:cubicBezTo>
                  <a:cubicBezTo>
                    <a:pt x="384174" y="7144"/>
                    <a:pt x="492919" y="115888"/>
                    <a:pt x="492919" y="25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51">
              <a:extLst>
                <a:ext uri="{FF2B5EF4-FFF2-40B4-BE49-F238E27FC236}">
                  <a16:creationId xmlns:a16="http://schemas.microsoft.com/office/drawing/2014/main" id="{32503DAB-A62C-0290-548C-FB0F0020328A}"/>
                </a:ext>
              </a:extLst>
            </p:cNvPr>
            <p:cNvSpPr/>
            <p:nvPr/>
          </p:nvSpPr>
          <p:spPr>
            <a:xfrm>
              <a:off x="11353958" y="6624161"/>
              <a:ext cx="142875" cy="142875"/>
            </a:xfrm>
            <a:custGeom>
              <a:avLst/>
              <a:gdLst>
                <a:gd name="connsiteX0" fmla="*/ 140494 w 142875"/>
                <a:gd name="connsiteY0" fmla="*/ 73819 h 142875"/>
                <a:gd name="connsiteX1" fmla="*/ 73819 w 142875"/>
                <a:gd name="connsiteY1" fmla="*/ 140494 h 142875"/>
                <a:gd name="connsiteX2" fmla="*/ 7144 w 142875"/>
                <a:gd name="connsiteY2" fmla="*/ 73819 h 142875"/>
                <a:gd name="connsiteX3" fmla="*/ 73819 w 142875"/>
                <a:gd name="connsiteY3" fmla="*/ 7144 h 142875"/>
                <a:gd name="connsiteX4" fmla="*/ 140494 w 142875"/>
                <a:gd name="connsiteY4" fmla="*/ 73819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0494" y="73819"/>
                  </a:moveTo>
                  <a:cubicBezTo>
                    <a:pt x="140494" y="110642"/>
                    <a:pt x="110642" y="140494"/>
                    <a:pt x="73819" y="140494"/>
                  </a:cubicBezTo>
                  <a:cubicBezTo>
                    <a:pt x="36995" y="140494"/>
                    <a:pt x="7144" y="110642"/>
                    <a:pt x="7144" y="73819"/>
                  </a:cubicBezTo>
                  <a:cubicBezTo>
                    <a:pt x="7144" y="36995"/>
                    <a:pt x="36995" y="7144"/>
                    <a:pt x="73819" y="7144"/>
                  </a:cubicBezTo>
                  <a:cubicBezTo>
                    <a:pt x="110642" y="7144"/>
                    <a:pt x="140494" y="36995"/>
                    <a:pt x="140494" y="73819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52">
              <a:extLst>
                <a:ext uri="{FF2B5EF4-FFF2-40B4-BE49-F238E27FC236}">
                  <a16:creationId xmlns:a16="http://schemas.microsoft.com/office/drawing/2014/main" id="{8CAC43E9-8026-403D-D243-780D66F568E2}"/>
                </a:ext>
              </a:extLst>
            </p:cNvPr>
            <p:cNvSpPr/>
            <p:nvPr/>
          </p:nvSpPr>
          <p:spPr>
            <a:xfrm>
              <a:off x="11283473" y="6788943"/>
              <a:ext cx="285750" cy="152400"/>
            </a:xfrm>
            <a:custGeom>
              <a:avLst/>
              <a:gdLst>
                <a:gd name="connsiteX0" fmla="*/ 283369 w 285750"/>
                <a:gd name="connsiteY0" fmla="*/ 145256 h 152400"/>
                <a:gd name="connsiteX1" fmla="*/ 7144 w 285750"/>
                <a:gd name="connsiteY1" fmla="*/ 145256 h 152400"/>
                <a:gd name="connsiteX2" fmla="*/ 145256 w 285750"/>
                <a:gd name="connsiteY2" fmla="*/ 7144 h 152400"/>
                <a:gd name="connsiteX3" fmla="*/ 283369 w 285750"/>
                <a:gd name="connsiteY3" fmla="*/ 14525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152400">
                  <a:moveTo>
                    <a:pt x="283369" y="145256"/>
                  </a:moveTo>
                  <a:lnTo>
                    <a:pt x="7144" y="145256"/>
                  </a:lnTo>
                  <a:cubicBezTo>
                    <a:pt x="7144" y="69056"/>
                    <a:pt x="69056" y="7144"/>
                    <a:pt x="145256" y="7144"/>
                  </a:cubicBezTo>
                  <a:cubicBezTo>
                    <a:pt x="221456" y="7144"/>
                    <a:pt x="283369" y="69056"/>
                    <a:pt x="283369" y="145256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53">
              <a:extLst>
                <a:ext uri="{FF2B5EF4-FFF2-40B4-BE49-F238E27FC236}">
                  <a16:creationId xmlns:a16="http://schemas.microsoft.com/office/drawing/2014/main" id="{28409FD3-0B4D-7BED-F8EA-68326A2621A7}"/>
                </a:ext>
              </a:extLst>
            </p:cNvPr>
            <p:cNvSpPr/>
            <p:nvPr/>
          </p:nvSpPr>
          <p:spPr>
            <a:xfrm>
              <a:off x="11803538" y="6646068"/>
              <a:ext cx="1343025" cy="123825"/>
            </a:xfrm>
            <a:custGeom>
              <a:avLst/>
              <a:gdLst>
                <a:gd name="connsiteX0" fmla="*/ 1284446 w 1343025"/>
                <a:gd name="connsiteY0" fmla="*/ 123349 h 123825"/>
                <a:gd name="connsiteX1" fmla="*/ 65246 w 1343025"/>
                <a:gd name="connsiteY1" fmla="*/ 123349 h 123825"/>
                <a:gd name="connsiteX2" fmla="*/ 7144 w 1343025"/>
                <a:gd name="connsiteY2" fmla="*/ 65246 h 123825"/>
                <a:gd name="connsiteX3" fmla="*/ 7144 w 1343025"/>
                <a:gd name="connsiteY3" fmla="*/ 65246 h 123825"/>
                <a:gd name="connsiteX4" fmla="*/ 65246 w 1343025"/>
                <a:gd name="connsiteY4" fmla="*/ 7144 h 123825"/>
                <a:gd name="connsiteX5" fmla="*/ 1284446 w 1343025"/>
                <a:gd name="connsiteY5" fmla="*/ 7144 h 123825"/>
                <a:gd name="connsiteX6" fmla="*/ 1342549 w 1343025"/>
                <a:gd name="connsiteY6" fmla="*/ 65246 h 123825"/>
                <a:gd name="connsiteX7" fmla="*/ 1342549 w 1343025"/>
                <a:gd name="connsiteY7" fmla="*/ 65246 h 123825"/>
                <a:gd name="connsiteX8" fmla="*/ 1284446 w 1343025"/>
                <a:gd name="connsiteY8" fmla="*/ 12334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3025" h="123825">
                  <a:moveTo>
                    <a:pt x="1284446" y="123349"/>
                  </a:moveTo>
                  <a:lnTo>
                    <a:pt x="65246" y="123349"/>
                  </a:lnTo>
                  <a:cubicBezTo>
                    <a:pt x="32861" y="123349"/>
                    <a:pt x="7144" y="97631"/>
                    <a:pt x="7144" y="65246"/>
                  </a:cubicBezTo>
                  <a:lnTo>
                    <a:pt x="7144" y="65246"/>
                  </a:lnTo>
                  <a:cubicBezTo>
                    <a:pt x="7144" y="32861"/>
                    <a:pt x="32861" y="7144"/>
                    <a:pt x="65246" y="7144"/>
                  </a:cubicBezTo>
                  <a:lnTo>
                    <a:pt x="1284446" y="7144"/>
                  </a:lnTo>
                  <a:cubicBezTo>
                    <a:pt x="1316831" y="7144"/>
                    <a:pt x="1342549" y="32861"/>
                    <a:pt x="1342549" y="65246"/>
                  </a:cubicBezTo>
                  <a:lnTo>
                    <a:pt x="1342549" y="65246"/>
                  </a:lnTo>
                  <a:cubicBezTo>
                    <a:pt x="1342549" y="97631"/>
                    <a:pt x="1316831" y="123349"/>
                    <a:pt x="1284446" y="12334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54">
              <a:extLst>
                <a:ext uri="{FF2B5EF4-FFF2-40B4-BE49-F238E27FC236}">
                  <a16:creationId xmlns:a16="http://schemas.microsoft.com/office/drawing/2014/main" id="{71F12419-ACAE-77B2-4979-8DB021BD5A87}"/>
                </a:ext>
              </a:extLst>
            </p:cNvPr>
            <p:cNvSpPr/>
            <p:nvPr/>
          </p:nvSpPr>
          <p:spPr>
            <a:xfrm>
              <a:off x="11803538" y="6847046"/>
              <a:ext cx="1066800" cy="66675"/>
            </a:xfrm>
            <a:custGeom>
              <a:avLst/>
              <a:gdLst>
                <a:gd name="connsiteX0" fmla="*/ 1040606 w 1066800"/>
                <a:gd name="connsiteY0" fmla="*/ 65246 h 66675"/>
                <a:gd name="connsiteX1" fmla="*/ 32861 w 1066800"/>
                <a:gd name="connsiteY1" fmla="*/ 65246 h 66675"/>
                <a:gd name="connsiteX2" fmla="*/ 7144 w 1066800"/>
                <a:gd name="connsiteY2" fmla="*/ 39529 h 66675"/>
                <a:gd name="connsiteX3" fmla="*/ 7144 w 1066800"/>
                <a:gd name="connsiteY3" fmla="*/ 32861 h 66675"/>
                <a:gd name="connsiteX4" fmla="*/ 32861 w 1066800"/>
                <a:gd name="connsiteY4" fmla="*/ 7144 h 66675"/>
                <a:gd name="connsiteX5" fmla="*/ 1040606 w 1066800"/>
                <a:gd name="connsiteY5" fmla="*/ 7144 h 66675"/>
                <a:gd name="connsiteX6" fmla="*/ 1066324 w 1066800"/>
                <a:gd name="connsiteY6" fmla="*/ 32861 h 66675"/>
                <a:gd name="connsiteX7" fmla="*/ 1066324 w 1066800"/>
                <a:gd name="connsiteY7" fmla="*/ 39529 h 66675"/>
                <a:gd name="connsiteX8" fmla="*/ 1040606 w 10668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800" h="66675">
                  <a:moveTo>
                    <a:pt x="1040606" y="65246"/>
                  </a:moveTo>
                  <a:lnTo>
                    <a:pt x="32861" y="65246"/>
                  </a:lnTo>
                  <a:cubicBezTo>
                    <a:pt x="18574" y="65246"/>
                    <a:pt x="7144" y="53816"/>
                    <a:pt x="7144" y="39529"/>
                  </a:cubicBezTo>
                  <a:lnTo>
                    <a:pt x="7144" y="32861"/>
                  </a:lnTo>
                  <a:cubicBezTo>
                    <a:pt x="7144" y="18574"/>
                    <a:pt x="18574" y="7144"/>
                    <a:pt x="32861" y="7144"/>
                  </a:cubicBezTo>
                  <a:lnTo>
                    <a:pt x="1040606" y="7144"/>
                  </a:lnTo>
                  <a:cubicBezTo>
                    <a:pt x="1054894" y="7144"/>
                    <a:pt x="1066324" y="18574"/>
                    <a:pt x="1066324" y="32861"/>
                  </a:cubicBezTo>
                  <a:lnTo>
                    <a:pt x="1066324" y="39529"/>
                  </a:lnTo>
                  <a:cubicBezTo>
                    <a:pt x="1066324" y="53816"/>
                    <a:pt x="1054894" y="65246"/>
                    <a:pt x="1040606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55">
              <a:extLst>
                <a:ext uri="{FF2B5EF4-FFF2-40B4-BE49-F238E27FC236}">
                  <a16:creationId xmlns:a16="http://schemas.microsoft.com/office/drawing/2014/main" id="{0C37F4C0-BF70-A1BA-0449-F290DC1D96FC}"/>
                </a:ext>
              </a:extLst>
            </p:cNvPr>
            <p:cNvSpPr/>
            <p:nvPr/>
          </p:nvSpPr>
          <p:spPr>
            <a:xfrm>
              <a:off x="11133931" y="7129938"/>
              <a:ext cx="609600" cy="66675"/>
            </a:xfrm>
            <a:custGeom>
              <a:avLst/>
              <a:gdLst>
                <a:gd name="connsiteX0" fmla="*/ 584359 w 609600"/>
                <a:gd name="connsiteY0" fmla="*/ 64294 h 66675"/>
                <a:gd name="connsiteX1" fmla="*/ 26194 w 609600"/>
                <a:gd name="connsiteY1" fmla="*/ 64294 h 66675"/>
                <a:gd name="connsiteX2" fmla="*/ 7144 w 609600"/>
                <a:gd name="connsiteY2" fmla="*/ 45244 h 66675"/>
                <a:gd name="connsiteX3" fmla="*/ 7144 w 609600"/>
                <a:gd name="connsiteY3" fmla="*/ 26194 h 66675"/>
                <a:gd name="connsiteX4" fmla="*/ 26194 w 609600"/>
                <a:gd name="connsiteY4" fmla="*/ 7144 h 66675"/>
                <a:gd name="connsiteX5" fmla="*/ 584359 w 609600"/>
                <a:gd name="connsiteY5" fmla="*/ 7144 h 66675"/>
                <a:gd name="connsiteX6" fmla="*/ 603409 w 609600"/>
                <a:gd name="connsiteY6" fmla="*/ 26194 h 66675"/>
                <a:gd name="connsiteX7" fmla="*/ 603409 w 609600"/>
                <a:gd name="connsiteY7" fmla="*/ 45244 h 66675"/>
                <a:gd name="connsiteX8" fmla="*/ 584359 w 609600"/>
                <a:gd name="connsiteY8" fmla="*/ 6429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" h="66675">
                  <a:moveTo>
                    <a:pt x="584359" y="64294"/>
                  </a:moveTo>
                  <a:lnTo>
                    <a:pt x="26194" y="64294"/>
                  </a:lnTo>
                  <a:cubicBezTo>
                    <a:pt x="15716" y="64294"/>
                    <a:pt x="7144" y="55721"/>
                    <a:pt x="7144" y="45244"/>
                  </a:cubicBezTo>
                  <a:lnTo>
                    <a:pt x="7144" y="26194"/>
                  </a:lnTo>
                  <a:cubicBezTo>
                    <a:pt x="7144" y="15716"/>
                    <a:pt x="15716" y="7144"/>
                    <a:pt x="26194" y="7144"/>
                  </a:cubicBezTo>
                  <a:lnTo>
                    <a:pt x="584359" y="7144"/>
                  </a:lnTo>
                  <a:cubicBezTo>
                    <a:pt x="594836" y="7144"/>
                    <a:pt x="603409" y="15716"/>
                    <a:pt x="603409" y="26194"/>
                  </a:cubicBezTo>
                  <a:lnTo>
                    <a:pt x="603409" y="45244"/>
                  </a:lnTo>
                  <a:cubicBezTo>
                    <a:pt x="603409" y="55721"/>
                    <a:pt x="594836" y="64294"/>
                    <a:pt x="584359" y="642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56">
              <a:extLst>
                <a:ext uri="{FF2B5EF4-FFF2-40B4-BE49-F238E27FC236}">
                  <a16:creationId xmlns:a16="http://schemas.microsoft.com/office/drawing/2014/main" id="{42066F86-2374-6BCC-5AA9-E222FC0F0175}"/>
                </a:ext>
              </a:extLst>
            </p:cNvPr>
            <p:cNvSpPr/>
            <p:nvPr/>
          </p:nvSpPr>
          <p:spPr>
            <a:xfrm>
              <a:off x="11803538" y="7128986"/>
              <a:ext cx="838200" cy="66675"/>
            </a:xfrm>
            <a:custGeom>
              <a:avLst/>
              <a:gdLst>
                <a:gd name="connsiteX0" fmla="*/ 816769 w 838200"/>
                <a:gd name="connsiteY0" fmla="*/ 65246 h 66675"/>
                <a:gd name="connsiteX1" fmla="*/ 30004 w 838200"/>
                <a:gd name="connsiteY1" fmla="*/ 65246 h 66675"/>
                <a:gd name="connsiteX2" fmla="*/ 7144 w 838200"/>
                <a:gd name="connsiteY2" fmla="*/ 42386 h 66675"/>
                <a:gd name="connsiteX3" fmla="*/ 7144 w 838200"/>
                <a:gd name="connsiteY3" fmla="*/ 30004 h 66675"/>
                <a:gd name="connsiteX4" fmla="*/ 30004 w 838200"/>
                <a:gd name="connsiteY4" fmla="*/ 7144 h 66675"/>
                <a:gd name="connsiteX5" fmla="*/ 816769 w 838200"/>
                <a:gd name="connsiteY5" fmla="*/ 7144 h 66675"/>
                <a:gd name="connsiteX6" fmla="*/ 839629 w 838200"/>
                <a:gd name="connsiteY6" fmla="*/ 30004 h 66675"/>
                <a:gd name="connsiteX7" fmla="*/ 839629 w 838200"/>
                <a:gd name="connsiteY7" fmla="*/ 42386 h 66675"/>
                <a:gd name="connsiteX8" fmla="*/ 816769 w 8382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66675">
                  <a:moveTo>
                    <a:pt x="816769" y="65246"/>
                  </a:moveTo>
                  <a:lnTo>
                    <a:pt x="30004" y="65246"/>
                  </a:lnTo>
                  <a:cubicBezTo>
                    <a:pt x="17621" y="65246"/>
                    <a:pt x="7144" y="54769"/>
                    <a:pt x="7144" y="42386"/>
                  </a:cubicBezTo>
                  <a:lnTo>
                    <a:pt x="7144" y="30004"/>
                  </a:lnTo>
                  <a:cubicBezTo>
                    <a:pt x="7144" y="17621"/>
                    <a:pt x="17621" y="7144"/>
                    <a:pt x="30004" y="7144"/>
                  </a:cubicBezTo>
                  <a:lnTo>
                    <a:pt x="816769" y="7144"/>
                  </a:lnTo>
                  <a:cubicBezTo>
                    <a:pt x="829151" y="7144"/>
                    <a:pt x="839629" y="17621"/>
                    <a:pt x="839629" y="30004"/>
                  </a:cubicBezTo>
                  <a:lnTo>
                    <a:pt x="839629" y="42386"/>
                  </a:lnTo>
                  <a:cubicBezTo>
                    <a:pt x="839629" y="54769"/>
                    <a:pt x="829151" y="65246"/>
                    <a:pt x="816769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57">
              <a:extLst>
                <a:ext uri="{FF2B5EF4-FFF2-40B4-BE49-F238E27FC236}">
                  <a16:creationId xmlns:a16="http://schemas.microsoft.com/office/drawing/2014/main" id="{1D5639B6-83FA-9BEA-5262-DE48A94EAE3A}"/>
                </a:ext>
              </a:extLst>
            </p:cNvPr>
            <p:cNvSpPr/>
            <p:nvPr/>
          </p:nvSpPr>
          <p:spPr>
            <a:xfrm>
              <a:off x="12676028" y="7128033"/>
              <a:ext cx="76200" cy="66675"/>
            </a:xfrm>
            <a:custGeom>
              <a:avLst/>
              <a:gdLst>
                <a:gd name="connsiteX0" fmla="*/ 48101 w 76200"/>
                <a:gd name="connsiteY0" fmla="*/ 66199 h 66675"/>
                <a:gd name="connsiteX1" fmla="*/ 36671 w 76200"/>
                <a:gd name="connsiteY1" fmla="*/ 66199 h 66675"/>
                <a:gd name="connsiteX2" fmla="*/ 7144 w 76200"/>
                <a:gd name="connsiteY2" fmla="*/ 36671 h 66675"/>
                <a:gd name="connsiteX3" fmla="*/ 7144 w 76200"/>
                <a:gd name="connsiteY3" fmla="*/ 36671 h 66675"/>
                <a:gd name="connsiteX4" fmla="*/ 36671 w 76200"/>
                <a:gd name="connsiteY4" fmla="*/ 7144 h 66675"/>
                <a:gd name="connsiteX5" fmla="*/ 48101 w 76200"/>
                <a:gd name="connsiteY5" fmla="*/ 7144 h 66675"/>
                <a:gd name="connsiteX6" fmla="*/ 77629 w 76200"/>
                <a:gd name="connsiteY6" fmla="*/ 36671 h 66675"/>
                <a:gd name="connsiteX7" fmla="*/ 77629 w 76200"/>
                <a:gd name="connsiteY7" fmla="*/ 36671 h 66675"/>
                <a:gd name="connsiteX8" fmla="*/ 48101 w 76200"/>
                <a:gd name="connsiteY8" fmla="*/ 6619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66675">
                  <a:moveTo>
                    <a:pt x="48101" y="66199"/>
                  </a:moveTo>
                  <a:lnTo>
                    <a:pt x="36671" y="66199"/>
                  </a:lnTo>
                  <a:cubicBezTo>
                    <a:pt x="20479" y="66199"/>
                    <a:pt x="7144" y="52864"/>
                    <a:pt x="7144" y="36671"/>
                  </a:cubicBezTo>
                  <a:lnTo>
                    <a:pt x="7144" y="36671"/>
                  </a:lnTo>
                  <a:cubicBezTo>
                    <a:pt x="7144" y="20479"/>
                    <a:pt x="20479" y="7144"/>
                    <a:pt x="36671" y="7144"/>
                  </a:cubicBezTo>
                  <a:lnTo>
                    <a:pt x="48101" y="7144"/>
                  </a:lnTo>
                  <a:cubicBezTo>
                    <a:pt x="64294" y="7144"/>
                    <a:pt x="77629" y="20479"/>
                    <a:pt x="77629" y="36671"/>
                  </a:cubicBezTo>
                  <a:lnTo>
                    <a:pt x="77629" y="36671"/>
                  </a:lnTo>
                  <a:cubicBezTo>
                    <a:pt x="77629" y="52864"/>
                    <a:pt x="64294" y="66199"/>
                    <a:pt x="48101" y="661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2E9C62A-AF6B-7EEB-D252-4CF41B7FA0FC}"/>
              </a:ext>
            </a:extLst>
          </p:cNvPr>
          <p:cNvGrpSpPr/>
          <p:nvPr/>
        </p:nvGrpSpPr>
        <p:grpSpPr>
          <a:xfrm>
            <a:off x="7401832" y="1264323"/>
            <a:ext cx="918997" cy="439704"/>
            <a:chOff x="10976768" y="6336506"/>
            <a:chExt cx="2374583" cy="1119187"/>
          </a:xfrm>
        </p:grpSpPr>
        <p:sp>
          <p:nvSpPr>
            <p:cNvPr id="166" name="Freeform: Shape 48">
              <a:extLst>
                <a:ext uri="{FF2B5EF4-FFF2-40B4-BE49-F238E27FC236}">
                  <a16:creationId xmlns:a16="http://schemas.microsoft.com/office/drawing/2014/main" id="{847B5C21-E71F-E713-7955-A316CE011692}"/>
                </a:ext>
              </a:extLst>
            </p:cNvPr>
            <p:cNvSpPr/>
            <p:nvPr/>
          </p:nvSpPr>
          <p:spPr>
            <a:xfrm>
              <a:off x="11017726" y="6398418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8114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8114"/>
                  </a:lnTo>
                  <a:cubicBezTo>
                    <a:pt x="7144" y="70009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89171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rgbClr val="C9D4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  <p:sp>
          <p:nvSpPr>
            <p:cNvPr id="167" name="Freeform: Shape 49">
              <a:extLst>
                <a:ext uri="{FF2B5EF4-FFF2-40B4-BE49-F238E27FC236}">
                  <a16:creationId xmlns:a16="http://schemas.microsoft.com/office/drawing/2014/main" id="{03B00360-28B2-A08A-ADEA-B9AD6DC23D6D}"/>
                </a:ext>
              </a:extLst>
            </p:cNvPr>
            <p:cNvSpPr/>
            <p:nvPr/>
          </p:nvSpPr>
          <p:spPr>
            <a:xfrm>
              <a:off x="10976768" y="6336506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9066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9066"/>
                  </a:lnTo>
                  <a:cubicBezTo>
                    <a:pt x="7144" y="70961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90124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  <p:sp>
          <p:nvSpPr>
            <p:cNvPr id="168" name="Freeform: Shape 50">
              <a:extLst>
                <a:ext uri="{FF2B5EF4-FFF2-40B4-BE49-F238E27FC236}">
                  <a16:creationId xmlns:a16="http://schemas.microsoft.com/office/drawing/2014/main" id="{757F1B01-0933-80BA-C847-7A1B44F79A6D}"/>
                </a:ext>
              </a:extLst>
            </p:cNvPr>
            <p:cNvSpPr/>
            <p:nvPr/>
          </p:nvSpPr>
          <p:spPr>
            <a:xfrm>
              <a:off x="11177746" y="6532721"/>
              <a:ext cx="495300" cy="495300"/>
            </a:xfrm>
            <a:custGeom>
              <a:avLst/>
              <a:gdLst>
                <a:gd name="connsiteX0" fmla="*/ 492919 w 495300"/>
                <a:gd name="connsiteY0" fmla="*/ 250031 h 495300"/>
                <a:gd name="connsiteX1" fmla="*/ 250031 w 495300"/>
                <a:gd name="connsiteY1" fmla="*/ 492919 h 495300"/>
                <a:gd name="connsiteX2" fmla="*/ 7144 w 495300"/>
                <a:gd name="connsiteY2" fmla="*/ 250031 h 495300"/>
                <a:gd name="connsiteX3" fmla="*/ 250031 w 495300"/>
                <a:gd name="connsiteY3" fmla="*/ 7144 h 495300"/>
                <a:gd name="connsiteX4" fmla="*/ 492919 w 495300"/>
                <a:gd name="connsiteY4" fmla="*/ 250031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0" h="495300">
                  <a:moveTo>
                    <a:pt x="492919" y="250031"/>
                  </a:moveTo>
                  <a:cubicBezTo>
                    <a:pt x="492919" y="384174"/>
                    <a:pt x="384174" y="492919"/>
                    <a:pt x="250031" y="492919"/>
                  </a:cubicBezTo>
                  <a:cubicBezTo>
                    <a:pt x="115888" y="492919"/>
                    <a:pt x="7144" y="384174"/>
                    <a:pt x="7144" y="250031"/>
                  </a:cubicBezTo>
                  <a:cubicBezTo>
                    <a:pt x="7144" y="115888"/>
                    <a:pt x="115888" y="7144"/>
                    <a:pt x="250031" y="7144"/>
                  </a:cubicBezTo>
                  <a:cubicBezTo>
                    <a:pt x="384174" y="7144"/>
                    <a:pt x="492919" y="115888"/>
                    <a:pt x="492919" y="25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  <p:sp>
          <p:nvSpPr>
            <p:cNvPr id="169" name="Freeform: Shape 51">
              <a:extLst>
                <a:ext uri="{FF2B5EF4-FFF2-40B4-BE49-F238E27FC236}">
                  <a16:creationId xmlns:a16="http://schemas.microsoft.com/office/drawing/2014/main" id="{6A8C2105-EEF6-C938-A362-C8CE16E2E628}"/>
                </a:ext>
              </a:extLst>
            </p:cNvPr>
            <p:cNvSpPr/>
            <p:nvPr/>
          </p:nvSpPr>
          <p:spPr>
            <a:xfrm>
              <a:off x="11353958" y="6624161"/>
              <a:ext cx="142875" cy="142875"/>
            </a:xfrm>
            <a:custGeom>
              <a:avLst/>
              <a:gdLst>
                <a:gd name="connsiteX0" fmla="*/ 140494 w 142875"/>
                <a:gd name="connsiteY0" fmla="*/ 73819 h 142875"/>
                <a:gd name="connsiteX1" fmla="*/ 73819 w 142875"/>
                <a:gd name="connsiteY1" fmla="*/ 140494 h 142875"/>
                <a:gd name="connsiteX2" fmla="*/ 7144 w 142875"/>
                <a:gd name="connsiteY2" fmla="*/ 73819 h 142875"/>
                <a:gd name="connsiteX3" fmla="*/ 73819 w 142875"/>
                <a:gd name="connsiteY3" fmla="*/ 7144 h 142875"/>
                <a:gd name="connsiteX4" fmla="*/ 140494 w 142875"/>
                <a:gd name="connsiteY4" fmla="*/ 73819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0494" y="73819"/>
                  </a:moveTo>
                  <a:cubicBezTo>
                    <a:pt x="140494" y="110642"/>
                    <a:pt x="110642" y="140494"/>
                    <a:pt x="73819" y="140494"/>
                  </a:cubicBezTo>
                  <a:cubicBezTo>
                    <a:pt x="36995" y="140494"/>
                    <a:pt x="7144" y="110642"/>
                    <a:pt x="7144" y="73819"/>
                  </a:cubicBezTo>
                  <a:cubicBezTo>
                    <a:pt x="7144" y="36995"/>
                    <a:pt x="36995" y="7144"/>
                    <a:pt x="73819" y="7144"/>
                  </a:cubicBezTo>
                  <a:cubicBezTo>
                    <a:pt x="110642" y="7144"/>
                    <a:pt x="140494" y="36995"/>
                    <a:pt x="140494" y="73819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  <p:sp>
          <p:nvSpPr>
            <p:cNvPr id="170" name="Freeform: Shape 52">
              <a:extLst>
                <a:ext uri="{FF2B5EF4-FFF2-40B4-BE49-F238E27FC236}">
                  <a16:creationId xmlns:a16="http://schemas.microsoft.com/office/drawing/2014/main" id="{02924F12-D07B-BF55-51AD-196386287102}"/>
                </a:ext>
              </a:extLst>
            </p:cNvPr>
            <p:cNvSpPr/>
            <p:nvPr/>
          </p:nvSpPr>
          <p:spPr>
            <a:xfrm>
              <a:off x="11283473" y="6788943"/>
              <a:ext cx="285750" cy="152400"/>
            </a:xfrm>
            <a:custGeom>
              <a:avLst/>
              <a:gdLst>
                <a:gd name="connsiteX0" fmla="*/ 283369 w 285750"/>
                <a:gd name="connsiteY0" fmla="*/ 145256 h 152400"/>
                <a:gd name="connsiteX1" fmla="*/ 7144 w 285750"/>
                <a:gd name="connsiteY1" fmla="*/ 145256 h 152400"/>
                <a:gd name="connsiteX2" fmla="*/ 145256 w 285750"/>
                <a:gd name="connsiteY2" fmla="*/ 7144 h 152400"/>
                <a:gd name="connsiteX3" fmla="*/ 283369 w 285750"/>
                <a:gd name="connsiteY3" fmla="*/ 14525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152400">
                  <a:moveTo>
                    <a:pt x="283369" y="145256"/>
                  </a:moveTo>
                  <a:lnTo>
                    <a:pt x="7144" y="145256"/>
                  </a:lnTo>
                  <a:cubicBezTo>
                    <a:pt x="7144" y="69056"/>
                    <a:pt x="69056" y="7144"/>
                    <a:pt x="145256" y="7144"/>
                  </a:cubicBezTo>
                  <a:cubicBezTo>
                    <a:pt x="221456" y="7144"/>
                    <a:pt x="283369" y="69056"/>
                    <a:pt x="283369" y="145256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  <p:sp>
          <p:nvSpPr>
            <p:cNvPr id="171" name="Freeform: Shape 53">
              <a:extLst>
                <a:ext uri="{FF2B5EF4-FFF2-40B4-BE49-F238E27FC236}">
                  <a16:creationId xmlns:a16="http://schemas.microsoft.com/office/drawing/2014/main" id="{E173F4B2-C062-D9C4-CD93-EBD5A12A2DEF}"/>
                </a:ext>
              </a:extLst>
            </p:cNvPr>
            <p:cNvSpPr/>
            <p:nvPr/>
          </p:nvSpPr>
          <p:spPr>
            <a:xfrm>
              <a:off x="11803538" y="6646068"/>
              <a:ext cx="1343025" cy="123825"/>
            </a:xfrm>
            <a:custGeom>
              <a:avLst/>
              <a:gdLst>
                <a:gd name="connsiteX0" fmla="*/ 1284446 w 1343025"/>
                <a:gd name="connsiteY0" fmla="*/ 123349 h 123825"/>
                <a:gd name="connsiteX1" fmla="*/ 65246 w 1343025"/>
                <a:gd name="connsiteY1" fmla="*/ 123349 h 123825"/>
                <a:gd name="connsiteX2" fmla="*/ 7144 w 1343025"/>
                <a:gd name="connsiteY2" fmla="*/ 65246 h 123825"/>
                <a:gd name="connsiteX3" fmla="*/ 7144 w 1343025"/>
                <a:gd name="connsiteY3" fmla="*/ 65246 h 123825"/>
                <a:gd name="connsiteX4" fmla="*/ 65246 w 1343025"/>
                <a:gd name="connsiteY4" fmla="*/ 7144 h 123825"/>
                <a:gd name="connsiteX5" fmla="*/ 1284446 w 1343025"/>
                <a:gd name="connsiteY5" fmla="*/ 7144 h 123825"/>
                <a:gd name="connsiteX6" fmla="*/ 1342549 w 1343025"/>
                <a:gd name="connsiteY6" fmla="*/ 65246 h 123825"/>
                <a:gd name="connsiteX7" fmla="*/ 1342549 w 1343025"/>
                <a:gd name="connsiteY7" fmla="*/ 65246 h 123825"/>
                <a:gd name="connsiteX8" fmla="*/ 1284446 w 1343025"/>
                <a:gd name="connsiteY8" fmla="*/ 12334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3025" h="123825">
                  <a:moveTo>
                    <a:pt x="1284446" y="123349"/>
                  </a:moveTo>
                  <a:lnTo>
                    <a:pt x="65246" y="123349"/>
                  </a:lnTo>
                  <a:cubicBezTo>
                    <a:pt x="32861" y="123349"/>
                    <a:pt x="7144" y="97631"/>
                    <a:pt x="7144" y="65246"/>
                  </a:cubicBezTo>
                  <a:lnTo>
                    <a:pt x="7144" y="65246"/>
                  </a:lnTo>
                  <a:cubicBezTo>
                    <a:pt x="7144" y="32861"/>
                    <a:pt x="32861" y="7144"/>
                    <a:pt x="65246" y="7144"/>
                  </a:cubicBezTo>
                  <a:lnTo>
                    <a:pt x="1284446" y="7144"/>
                  </a:lnTo>
                  <a:cubicBezTo>
                    <a:pt x="1316831" y="7144"/>
                    <a:pt x="1342549" y="32861"/>
                    <a:pt x="1342549" y="65246"/>
                  </a:cubicBezTo>
                  <a:lnTo>
                    <a:pt x="1342549" y="65246"/>
                  </a:lnTo>
                  <a:cubicBezTo>
                    <a:pt x="1342549" y="97631"/>
                    <a:pt x="1316831" y="123349"/>
                    <a:pt x="1284446" y="12334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  <p:sp>
          <p:nvSpPr>
            <p:cNvPr id="172" name="Freeform: Shape 54">
              <a:extLst>
                <a:ext uri="{FF2B5EF4-FFF2-40B4-BE49-F238E27FC236}">
                  <a16:creationId xmlns:a16="http://schemas.microsoft.com/office/drawing/2014/main" id="{259F4F02-233E-5D37-2D53-1E13C86D2625}"/>
                </a:ext>
              </a:extLst>
            </p:cNvPr>
            <p:cNvSpPr/>
            <p:nvPr/>
          </p:nvSpPr>
          <p:spPr>
            <a:xfrm>
              <a:off x="11803538" y="6847046"/>
              <a:ext cx="1066800" cy="66675"/>
            </a:xfrm>
            <a:custGeom>
              <a:avLst/>
              <a:gdLst>
                <a:gd name="connsiteX0" fmla="*/ 1040606 w 1066800"/>
                <a:gd name="connsiteY0" fmla="*/ 65246 h 66675"/>
                <a:gd name="connsiteX1" fmla="*/ 32861 w 1066800"/>
                <a:gd name="connsiteY1" fmla="*/ 65246 h 66675"/>
                <a:gd name="connsiteX2" fmla="*/ 7144 w 1066800"/>
                <a:gd name="connsiteY2" fmla="*/ 39529 h 66675"/>
                <a:gd name="connsiteX3" fmla="*/ 7144 w 1066800"/>
                <a:gd name="connsiteY3" fmla="*/ 32861 h 66675"/>
                <a:gd name="connsiteX4" fmla="*/ 32861 w 1066800"/>
                <a:gd name="connsiteY4" fmla="*/ 7144 h 66675"/>
                <a:gd name="connsiteX5" fmla="*/ 1040606 w 1066800"/>
                <a:gd name="connsiteY5" fmla="*/ 7144 h 66675"/>
                <a:gd name="connsiteX6" fmla="*/ 1066324 w 1066800"/>
                <a:gd name="connsiteY6" fmla="*/ 32861 h 66675"/>
                <a:gd name="connsiteX7" fmla="*/ 1066324 w 1066800"/>
                <a:gd name="connsiteY7" fmla="*/ 39529 h 66675"/>
                <a:gd name="connsiteX8" fmla="*/ 1040606 w 10668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800" h="66675">
                  <a:moveTo>
                    <a:pt x="1040606" y="65246"/>
                  </a:moveTo>
                  <a:lnTo>
                    <a:pt x="32861" y="65246"/>
                  </a:lnTo>
                  <a:cubicBezTo>
                    <a:pt x="18574" y="65246"/>
                    <a:pt x="7144" y="53816"/>
                    <a:pt x="7144" y="39529"/>
                  </a:cubicBezTo>
                  <a:lnTo>
                    <a:pt x="7144" y="32861"/>
                  </a:lnTo>
                  <a:cubicBezTo>
                    <a:pt x="7144" y="18574"/>
                    <a:pt x="18574" y="7144"/>
                    <a:pt x="32861" y="7144"/>
                  </a:cubicBezTo>
                  <a:lnTo>
                    <a:pt x="1040606" y="7144"/>
                  </a:lnTo>
                  <a:cubicBezTo>
                    <a:pt x="1054894" y="7144"/>
                    <a:pt x="1066324" y="18574"/>
                    <a:pt x="1066324" y="32861"/>
                  </a:cubicBezTo>
                  <a:lnTo>
                    <a:pt x="1066324" y="39529"/>
                  </a:lnTo>
                  <a:cubicBezTo>
                    <a:pt x="1066324" y="53816"/>
                    <a:pt x="1054894" y="65246"/>
                    <a:pt x="1040606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  <p:sp>
          <p:nvSpPr>
            <p:cNvPr id="173" name="Freeform: Shape 55">
              <a:extLst>
                <a:ext uri="{FF2B5EF4-FFF2-40B4-BE49-F238E27FC236}">
                  <a16:creationId xmlns:a16="http://schemas.microsoft.com/office/drawing/2014/main" id="{5B557512-D6F7-EA53-3A88-FE5B8D4124F5}"/>
                </a:ext>
              </a:extLst>
            </p:cNvPr>
            <p:cNvSpPr/>
            <p:nvPr/>
          </p:nvSpPr>
          <p:spPr>
            <a:xfrm>
              <a:off x="11133931" y="7129938"/>
              <a:ext cx="609600" cy="66675"/>
            </a:xfrm>
            <a:custGeom>
              <a:avLst/>
              <a:gdLst>
                <a:gd name="connsiteX0" fmla="*/ 584359 w 609600"/>
                <a:gd name="connsiteY0" fmla="*/ 64294 h 66675"/>
                <a:gd name="connsiteX1" fmla="*/ 26194 w 609600"/>
                <a:gd name="connsiteY1" fmla="*/ 64294 h 66675"/>
                <a:gd name="connsiteX2" fmla="*/ 7144 w 609600"/>
                <a:gd name="connsiteY2" fmla="*/ 45244 h 66675"/>
                <a:gd name="connsiteX3" fmla="*/ 7144 w 609600"/>
                <a:gd name="connsiteY3" fmla="*/ 26194 h 66675"/>
                <a:gd name="connsiteX4" fmla="*/ 26194 w 609600"/>
                <a:gd name="connsiteY4" fmla="*/ 7144 h 66675"/>
                <a:gd name="connsiteX5" fmla="*/ 584359 w 609600"/>
                <a:gd name="connsiteY5" fmla="*/ 7144 h 66675"/>
                <a:gd name="connsiteX6" fmla="*/ 603409 w 609600"/>
                <a:gd name="connsiteY6" fmla="*/ 26194 h 66675"/>
                <a:gd name="connsiteX7" fmla="*/ 603409 w 609600"/>
                <a:gd name="connsiteY7" fmla="*/ 45244 h 66675"/>
                <a:gd name="connsiteX8" fmla="*/ 584359 w 609600"/>
                <a:gd name="connsiteY8" fmla="*/ 6429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" h="66675">
                  <a:moveTo>
                    <a:pt x="584359" y="64294"/>
                  </a:moveTo>
                  <a:lnTo>
                    <a:pt x="26194" y="64294"/>
                  </a:lnTo>
                  <a:cubicBezTo>
                    <a:pt x="15716" y="64294"/>
                    <a:pt x="7144" y="55721"/>
                    <a:pt x="7144" y="45244"/>
                  </a:cubicBezTo>
                  <a:lnTo>
                    <a:pt x="7144" y="26194"/>
                  </a:lnTo>
                  <a:cubicBezTo>
                    <a:pt x="7144" y="15716"/>
                    <a:pt x="15716" y="7144"/>
                    <a:pt x="26194" y="7144"/>
                  </a:cubicBezTo>
                  <a:lnTo>
                    <a:pt x="584359" y="7144"/>
                  </a:lnTo>
                  <a:cubicBezTo>
                    <a:pt x="594836" y="7144"/>
                    <a:pt x="603409" y="15716"/>
                    <a:pt x="603409" y="26194"/>
                  </a:cubicBezTo>
                  <a:lnTo>
                    <a:pt x="603409" y="45244"/>
                  </a:lnTo>
                  <a:cubicBezTo>
                    <a:pt x="603409" y="55721"/>
                    <a:pt x="594836" y="64294"/>
                    <a:pt x="584359" y="642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  <p:sp>
          <p:nvSpPr>
            <p:cNvPr id="174" name="Freeform: Shape 56">
              <a:extLst>
                <a:ext uri="{FF2B5EF4-FFF2-40B4-BE49-F238E27FC236}">
                  <a16:creationId xmlns:a16="http://schemas.microsoft.com/office/drawing/2014/main" id="{F2ED7A06-23CE-C3AC-6B75-6FB9ECF173E2}"/>
                </a:ext>
              </a:extLst>
            </p:cNvPr>
            <p:cNvSpPr/>
            <p:nvPr/>
          </p:nvSpPr>
          <p:spPr>
            <a:xfrm>
              <a:off x="11803538" y="7128986"/>
              <a:ext cx="838200" cy="66675"/>
            </a:xfrm>
            <a:custGeom>
              <a:avLst/>
              <a:gdLst>
                <a:gd name="connsiteX0" fmla="*/ 816769 w 838200"/>
                <a:gd name="connsiteY0" fmla="*/ 65246 h 66675"/>
                <a:gd name="connsiteX1" fmla="*/ 30004 w 838200"/>
                <a:gd name="connsiteY1" fmla="*/ 65246 h 66675"/>
                <a:gd name="connsiteX2" fmla="*/ 7144 w 838200"/>
                <a:gd name="connsiteY2" fmla="*/ 42386 h 66675"/>
                <a:gd name="connsiteX3" fmla="*/ 7144 w 838200"/>
                <a:gd name="connsiteY3" fmla="*/ 30004 h 66675"/>
                <a:gd name="connsiteX4" fmla="*/ 30004 w 838200"/>
                <a:gd name="connsiteY4" fmla="*/ 7144 h 66675"/>
                <a:gd name="connsiteX5" fmla="*/ 816769 w 838200"/>
                <a:gd name="connsiteY5" fmla="*/ 7144 h 66675"/>
                <a:gd name="connsiteX6" fmla="*/ 839629 w 838200"/>
                <a:gd name="connsiteY6" fmla="*/ 30004 h 66675"/>
                <a:gd name="connsiteX7" fmla="*/ 839629 w 838200"/>
                <a:gd name="connsiteY7" fmla="*/ 42386 h 66675"/>
                <a:gd name="connsiteX8" fmla="*/ 816769 w 8382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66675">
                  <a:moveTo>
                    <a:pt x="816769" y="65246"/>
                  </a:moveTo>
                  <a:lnTo>
                    <a:pt x="30004" y="65246"/>
                  </a:lnTo>
                  <a:cubicBezTo>
                    <a:pt x="17621" y="65246"/>
                    <a:pt x="7144" y="54769"/>
                    <a:pt x="7144" y="42386"/>
                  </a:cubicBezTo>
                  <a:lnTo>
                    <a:pt x="7144" y="30004"/>
                  </a:lnTo>
                  <a:cubicBezTo>
                    <a:pt x="7144" y="17621"/>
                    <a:pt x="17621" y="7144"/>
                    <a:pt x="30004" y="7144"/>
                  </a:cubicBezTo>
                  <a:lnTo>
                    <a:pt x="816769" y="7144"/>
                  </a:lnTo>
                  <a:cubicBezTo>
                    <a:pt x="829151" y="7144"/>
                    <a:pt x="839629" y="17621"/>
                    <a:pt x="839629" y="30004"/>
                  </a:cubicBezTo>
                  <a:lnTo>
                    <a:pt x="839629" y="42386"/>
                  </a:lnTo>
                  <a:cubicBezTo>
                    <a:pt x="839629" y="54769"/>
                    <a:pt x="829151" y="65246"/>
                    <a:pt x="816769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  <p:sp>
          <p:nvSpPr>
            <p:cNvPr id="175" name="Freeform: Shape 57">
              <a:extLst>
                <a:ext uri="{FF2B5EF4-FFF2-40B4-BE49-F238E27FC236}">
                  <a16:creationId xmlns:a16="http://schemas.microsoft.com/office/drawing/2014/main" id="{CA88BF9E-85C8-83B0-D163-952D254A87E5}"/>
                </a:ext>
              </a:extLst>
            </p:cNvPr>
            <p:cNvSpPr/>
            <p:nvPr/>
          </p:nvSpPr>
          <p:spPr>
            <a:xfrm>
              <a:off x="12676028" y="7128033"/>
              <a:ext cx="76200" cy="66675"/>
            </a:xfrm>
            <a:custGeom>
              <a:avLst/>
              <a:gdLst>
                <a:gd name="connsiteX0" fmla="*/ 48101 w 76200"/>
                <a:gd name="connsiteY0" fmla="*/ 66199 h 66675"/>
                <a:gd name="connsiteX1" fmla="*/ 36671 w 76200"/>
                <a:gd name="connsiteY1" fmla="*/ 66199 h 66675"/>
                <a:gd name="connsiteX2" fmla="*/ 7144 w 76200"/>
                <a:gd name="connsiteY2" fmla="*/ 36671 h 66675"/>
                <a:gd name="connsiteX3" fmla="*/ 7144 w 76200"/>
                <a:gd name="connsiteY3" fmla="*/ 36671 h 66675"/>
                <a:gd name="connsiteX4" fmla="*/ 36671 w 76200"/>
                <a:gd name="connsiteY4" fmla="*/ 7144 h 66675"/>
                <a:gd name="connsiteX5" fmla="*/ 48101 w 76200"/>
                <a:gd name="connsiteY5" fmla="*/ 7144 h 66675"/>
                <a:gd name="connsiteX6" fmla="*/ 77629 w 76200"/>
                <a:gd name="connsiteY6" fmla="*/ 36671 h 66675"/>
                <a:gd name="connsiteX7" fmla="*/ 77629 w 76200"/>
                <a:gd name="connsiteY7" fmla="*/ 36671 h 66675"/>
                <a:gd name="connsiteX8" fmla="*/ 48101 w 76200"/>
                <a:gd name="connsiteY8" fmla="*/ 6619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66675">
                  <a:moveTo>
                    <a:pt x="48101" y="66199"/>
                  </a:moveTo>
                  <a:lnTo>
                    <a:pt x="36671" y="66199"/>
                  </a:lnTo>
                  <a:cubicBezTo>
                    <a:pt x="20479" y="66199"/>
                    <a:pt x="7144" y="52864"/>
                    <a:pt x="7144" y="36671"/>
                  </a:cubicBezTo>
                  <a:lnTo>
                    <a:pt x="7144" y="36671"/>
                  </a:lnTo>
                  <a:cubicBezTo>
                    <a:pt x="7144" y="20479"/>
                    <a:pt x="20479" y="7144"/>
                    <a:pt x="36671" y="7144"/>
                  </a:cubicBezTo>
                  <a:lnTo>
                    <a:pt x="48101" y="7144"/>
                  </a:lnTo>
                  <a:cubicBezTo>
                    <a:pt x="64294" y="7144"/>
                    <a:pt x="77629" y="20479"/>
                    <a:pt x="77629" y="36671"/>
                  </a:cubicBezTo>
                  <a:lnTo>
                    <a:pt x="77629" y="36671"/>
                  </a:lnTo>
                  <a:cubicBezTo>
                    <a:pt x="77629" y="52864"/>
                    <a:pt x="64294" y="66199"/>
                    <a:pt x="48101" y="661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1"/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4F18EEB8-448D-5ED0-2131-0E68BBB41EB1}"/>
              </a:ext>
            </a:extLst>
          </p:cNvPr>
          <p:cNvGrpSpPr/>
          <p:nvPr/>
        </p:nvGrpSpPr>
        <p:grpSpPr>
          <a:xfrm>
            <a:off x="6249457" y="1496337"/>
            <a:ext cx="918997" cy="439704"/>
            <a:chOff x="10976768" y="6336506"/>
            <a:chExt cx="2374583" cy="1119187"/>
          </a:xfrm>
        </p:grpSpPr>
        <p:sp>
          <p:nvSpPr>
            <p:cNvPr id="213" name="Freeform: Shape 48">
              <a:extLst>
                <a:ext uri="{FF2B5EF4-FFF2-40B4-BE49-F238E27FC236}">
                  <a16:creationId xmlns:a16="http://schemas.microsoft.com/office/drawing/2014/main" id="{6B93734A-E7D5-08E5-FD3F-6537BA0C3AE3}"/>
                </a:ext>
              </a:extLst>
            </p:cNvPr>
            <p:cNvSpPr/>
            <p:nvPr/>
          </p:nvSpPr>
          <p:spPr>
            <a:xfrm>
              <a:off x="11017726" y="6398418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8114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8114"/>
                  </a:lnTo>
                  <a:cubicBezTo>
                    <a:pt x="7144" y="70009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89171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rgbClr val="C9D4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49">
              <a:extLst>
                <a:ext uri="{FF2B5EF4-FFF2-40B4-BE49-F238E27FC236}">
                  <a16:creationId xmlns:a16="http://schemas.microsoft.com/office/drawing/2014/main" id="{C5842991-9C83-BD70-CCB2-1DF129F030F8}"/>
                </a:ext>
              </a:extLst>
            </p:cNvPr>
            <p:cNvSpPr/>
            <p:nvPr/>
          </p:nvSpPr>
          <p:spPr>
            <a:xfrm>
              <a:off x="10976768" y="6336506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9066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9066"/>
                  </a:lnTo>
                  <a:cubicBezTo>
                    <a:pt x="7144" y="70961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90124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50">
              <a:extLst>
                <a:ext uri="{FF2B5EF4-FFF2-40B4-BE49-F238E27FC236}">
                  <a16:creationId xmlns:a16="http://schemas.microsoft.com/office/drawing/2014/main" id="{032581AB-5427-5A7C-D34A-871AB777CA22}"/>
                </a:ext>
              </a:extLst>
            </p:cNvPr>
            <p:cNvSpPr/>
            <p:nvPr/>
          </p:nvSpPr>
          <p:spPr>
            <a:xfrm>
              <a:off x="11177746" y="6532721"/>
              <a:ext cx="495300" cy="495300"/>
            </a:xfrm>
            <a:custGeom>
              <a:avLst/>
              <a:gdLst>
                <a:gd name="connsiteX0" fmla="*/ 492919 w 495300"/>
                <a:gd name="connsiteY0" fmla="*/ 250031 h 495300"/>
                <a:gd name="connsiteX1" fmla="*/ 250031 w 495300"/>
                <a:gd name="connsiteY1" fmla="*/ 492919 h 495300"/>
                <a:gd name="connsiteX2" fmla="*/ 7144 w 495300"/>
                <a:gd name="connsiteY2" fmla="*/ 250031 h 495300"/>
                <a:gd name="connsiteX3" fmla="*/ 250031 w 495300"/>
                <a:gd name="connsiteY3" fmla="*/ 7144 h 495300"/>
                <a:gd name="connsiteX4" fmla="*/ 492919 w 495300"/>
                <a:gd name="connsiteY4" fmla="*/ 250031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0" h="495300">
                  <a:moveTo>
                    <a:pt x="492919" y="250031"/>
                  </a:moveTo>
                  <a:cubicBezTo>
                    <a:pt x="492919" y="384174"/>
                    <a:pt x="384174" y="492919"/>
                    <a:pt x="250031" y="492919"/>
                  </a:cubicBezTo>
                  <a:cubicBezTo>
                    <a:pt x="115888" y="492919"/>
                    <a:pt x="7144" y="384174"/>
                    <a:pt x="7144" y="250031"/>
                  </a:cubicBezTo>
                  <a:cubicBezTo>
                    <a:pt x="7144" y="115888"/>
                    <a:pt x="115888" y="7144"/>
                    <a:pt x="250031" y="7144"/>
                  </a:cubicBezTo>
                  <a:cubicBezTo>
                    <a:pt x="384174" y="7144"/>
                    <a:pt x="492919" y="115888"/>
                    <a:pt x="492919" y="25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51">
              <a:extLst>
                <a:ext uri="{FF2B5EF4-FFF2-40B4-BE49-F238E27FC236}">
                  <a16:creationId xmlns:a16="http://schemas.microsoft.com/office/drawing/2014/main" id="{8FC0D9E1-ABE1-A375-7001-692420EEC035}"/>
                </a:ext>
              </a:extLst>
            </p:cNvPr>
            <p:cNvSpPr/>
            <p:nvPr/>
          </p:nvSpPr>
          <p:spPr>
            <a:xfrm>
              <a:off x="11353958" y="6624161"/>
              <a:ext cx="142875" cy="142875"/>
            </a:xfrm>
            <a:custGeom>
              <a:avLst/>
              <a:gdLst>
                <a:gd name="connsiteX0" fmla="*/ 140494 w 142875"/>
                <a:gd name="connsiteY0" fmla="*/ 73819 h 142875"/>
                <a:gd name="connsiteX1" fmla="*/ 73819 w 142875"/>
                <a:gd name="connsiteY1" fmla="*/ 140494 h 142875"/>
                <a:gd name="connsiteX2" fmla="*/ 7144 w 142875"/>
                <a:gd name="connsiteY2" fmla="*/ 73819 h 142875"/>
                <a:gd name="connsiteX3" fmla="*/ 73819 w 142875"/>
                <a:gd name="connsiteY3" fmla="*/ 7144 h 142875"/>
                <a:gd name="connsiteX4" fmla="*/ 140494 w 142875"/>
                <a:gd name="connsiteY4" fmla="*/ 73819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0494" y="73819"/>
                  </a:moveTo>
                  <a:cubicBezTo>
                    <a:pt x="140494" y="110642"/>
                    <a:pt x="110642" y="140494"/>
                    <a:pt x="73819" y="140494"/>
                  </a:cubicBezTo>
                  <a:cubicBezTo>
                    <a:pt x="36995" y="140494"/>
                    <a:pt x="7144" y="110642"/>
                    <a:pt x="7144" y="73819"/>
                  </a:cubicBezTo>
                  <a:cubicBezTo>
                    <a:pt x="7144" y="36995"/>
                    <a:pt x="36995" y="7144"/>
                    <a:pt x="73819" y="7144"/>
                  </a:cubicBezTo>
                  <a:cubicBezTo>
                    <a:pt x="110642" y="7144"/>
                    <a:pt x="140494" y="36995"/>
                    <a:pt x="140494" y="73819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52">
              <a:extLst>
                <a:ext uri="{FF2B5EF4-FFF2-40B4-BE49-F238E27FC236}">
                  <a16:creationId xmlns:a16="http://schemas.microsoft.com/office/drawing/2014/main" id="{9CA8ACEC-E5BA-C46D-2C88-0EBC18C494DD}"/>
                </a:ext>
              </a:extLst>
            </p:cNvPr>
            <p:cNvSpPr/>
            <p:nvPr/>
          </p:nvSpPr>
          <p:spPr>
            <a:xfrm>
              <a:off x="11283473" y="6788943"/>
              <a:ext cx="285750" cy="152400"/>
            </a:xfrm>
            <a:custGeom>
              <a:avLst/>
              <a:gdLst>
                <a:gd name="connsiteX0" fmla="*/ 283369 w 285750"/>
                <a:gd name="connsiteY0" fmla="*/ 145256 h 152400"/>
                <a:gd name="connsiteX1" fmla="*/ 7144 w 285750"/>
                <a:gd name="connsiteY1" fmla="*/ 145256 h 152400"/>
                <a:gd name="connsiteX2" fmla="*/ 145256 w 285750"/>
                <a:gd name="connsiteY2" fmla="*/ 7144 h 152400"/>
                <a:gd name="connsiteX3" fmla="*/ 283369 w 285750"/>
                <a:gd name="connsiteY3" fmla="*/ 14525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152400">
                  <a:moveTo>
                    <a:pt x="283369" y="145256"/>
                  </a:moveTo>
                  <a:lnTo>
                    <a:pt x="7144" y="145256"/>
                  </a:lnTo>
                  <a:cubicBezTo>
                    <a:pt x="7144" y="69056"/>
                    <a:pt x="69056" y="7144"/>
                    <a:pt x="145256" y="7144"/>
                  </a:cubicBezTo>
                  <a:cubicBezTo>
                    <a:pt x="221456" y="7144"/>
                    <a:pt x="283369" y="69056"/>
                    <a:pt x="283369" y="145256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53">
              <a:extLst>
                <a:ext uri="{FF2B5EF4-FFF2-40B4-BE49-F238E27FC236}">
                  <a16:creationId xmlns:a16="http://schemas.microsoft.com/office/drawing/2014/main" id="{359461BD-A724-3CD6-D469-22B4CC520750}"/>
                </a:ext>
              </a:extLst>
            </p:cNvPr>
            <p:cNvSpPr/>
            <p:nvPr/>
          </p:nvSpPr>
          <p:spPr>
            <a:xfrm>
              <a:off x="11803538" y="6646068"/>
              <a:ext cx="1343025" cy="123825"/>
            </a:xfrm>
            <a:custGeom>
              <a:avLst/>
              <a:gdLst>
                <a:gd name="connsiteX0" fmla="*/ 1284446 w 1343025"/>
                <a:gd name="connsiteY0" fmla="*/ 123349 h 123825"/>
                <a:gd name="connsiteX1" fmla="*/ 65246 w 1343025"/>
                <a:gd name="connsiteY1" fmla="*/ 123349 h 123825"/>
                <a:gd name="connsiteX2" fmla="*/ 7144 w 1343025"/>
                <a:gd name="connsiteY2" fmla="*/ 65246 h 123825"/>
                <a:gd name="connsiteX3" fmla="*/ 7144 w 1343025"/>
                <a:gd name="connsiteY3" fmla="*/ 65246 h 123825"/>
                <a:gd name="connsiteX4" fmla="*/ 65246 w 1343025"/>
                <a:gd name="connsiteY4" fmla="*/ 7144 h 123825"/>
                <a:gd name="connsiteX5" fmla="*/ 1284446 w 1343025"/>
                <a:gd name="connsiteY5" fmla="*/ 7144 h 123825"/>
                <a:gd name="connsiteX6" fmla="*/ 1342549 w 1343025"/>
                <a:gd name="connsiteY6" fmla="*/ 65246 h 123825"/>
                <a:gd name="connsiteX7" fmla="*/ 1342549 w 1343025"/>
                <a:gd name="connsiteY7" fmla="*/ 65246 h 123825"/>
                <a:gd name="connsiteX8" fmla="*/ 1284446 w 1343025"/>
                <a:gd name="connsiteY8" fmla="*/ 12334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3025" h="123825">
                  <a:moveTo>
                    <a:pt x="1284446" y="123349"/>
                  </a:moveTo>
                  <a:lnTo>
                    <a:pt x="65246" y="123349"/>
                  </a:lnTo>
                  <a:cubicBezTo>
                    <a:pt x="32861" y="123349"/>
                    <a:pt x="7144" y="97631"/>
                    <a:pt x="7144" y="65246"/>
                  </a:cubicBezTo>
                  <a:lnTo>
                    <a:pt x="7144" y="65246"/>
                  </a:lnTo>
                  <a:cubicBezTo>
                    <a:pt x="7144" y="32861"/>
                    <a:pt x="32861" y="7144"/>
                    <a:pt x="65246" y="7144"/>
                  </a:cubicBezTo>
                  <a:lnTo>
                    <a:pt x="1284446" y="7144"/>
                  </a:lnTo>
                  <a:cubicBezTo>
                    <a:pt x="1316831" y="7144"/>
                    <a:pt x="1342549" y="32861"/>
                    <a:pt x="1342549" y="65246"/>
                  </a:cubicBezTo>
                  <a:lnTo>
                    <a:pt x="1342549" y="65246"/>
                  </a:lnTo>
                  <a:cubicBezTo>
                    <a:pt x="1342549" y="97631"/>
                    <a:pt x="1316831" y="123349"/>
                    <a:pt x="1284446" y="12334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54">
              <a:extLst>
                <a:ext uri="{FF2B5EF4-FFF2-40B4-BE49-F238E27FC236}">
                  <a16:creationId xmlns:a16="http://schemas.microsoft.com/office/drawing/2014/main" id="{FFD2535B-6682-5A1F-DDBC-1134E60E8A4E}"/>
                </a:ext>
              </a:extLst>
            </p:cNvPr>
            <p:cNvSpPr/>
            <p:nvPr/>
          </p:nvSpPr>
          <p:spPr>
            <a:xfrm>
              <a:off x="11803538" y="6847046"/>
              <a:ext cx="1066800" cy="66675"/>
            </a:xfrm>
            <a:custGeom>
              <a:avLst/>
              <a:gdLst>
                <a:gd name="connsiteX0" fmla="*/ 1040606 w 1066800"/>
                <a:gd name="connsiteY0" fmla="*/ 65246 h 66675"/>
                <a:gd name="connsiteX1" fmla="*/ 32861 w 1066800"/>
                <a:gd name="connsiteY1" fmla="*/ 65246 h 66675"/>
                <a:gd name="connsiteX2" fmla="*/ 7144 w 1066800"/>
                <a:gd name="connsiteY2" fmla="*/ 39529 h 66675"/>
                <a:gd name="connsiteX3" fmla="*/ 7144 w 1066800"/>
                <a:gd name="connsiteY3" fmla="*/ 32861 h 66675"/>
                <a:gd name="connsiteX4" fmla="*/ 32861 w 1066800"/>
                <a:gd name="connsiteY4" fmla="*/ 7144 h 66675"/>
                <a:gd name="connsiteX5" fmla="*/ 1040606 w 1066800"/>
                <a:gd name="connsiteY5" fmla="*/ 7144 h 66675"/>
                <a:gd name="connsiteX6" fmla="*/ 1066324 w 1066800"/>
                <a:gd name="connsiteY6" fmla="*/ 32861 h 66675"/>
                <a:gd name="connsiteX7" fmla="*/ 1066324 w 1066800"/>
                <a:gd name="connsiteY7" fmla="*/ 39529 h 66675"/>
                <a:gd name="connsiteX8" fmla="*/ 1040606 w 10668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800" h="66675">
                  <a:moveTo>
                    <a:pt x="1040606" y="65246"/>
                  </a:moveTo>
                  <a:lnTo>
                    <a:pt x="32861" y="65246"/>
                  </a:lnTo>
                  <a:cubicBezTo>
                    <a:pt x="18574" y="65246"/>
                    <a:pt x="7144" y="53816"/>
                    <a:pt x="7144" y="39529"/>
                  </a:cubicBezTo>
                  <a:lnTo>
                    <a:pt x="7144" y="32861"/>
                  </a:lnTo>
                  <a:cubicBezTo>
                    <a:pt x="7144" y="18574"/>
                    <a:pt x="18574" y="7144"/>
                    <a:pt x="32861" y="7144"/>
                  </a:cubicBezTo>
                  <a:lnTo>
                    <a:pt x="1040606" y="7144"/>
                  </a:lnTo>
                  <a:cubicBezTo>
                    <a:pt x="1054894" y="7144"/>
                    <a:pt x="1066324" y="18574"/>
                    <a:pt x="1066324" y="32861"/>
                  </a:cubicBezTo>
                  <a:lnTo>
                    <a:pt x="1066324" y="39529"/>
                  </a:lnTo>
                  <a:cubicBezTo>
                    <a:pt x="1066324" y="53816"/>
                    <a:pt x="1054894" y="65246"/>
                    <a:pt x="1040606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55">
              <a:extLst>
                <a:ext uri="{FF2B5EF4-FFF2-40B4-BE49-F238E27FC236}">
                  <a16:creationId xmlns:a16="http://schemas.microsoft.com/office/drawing/2014/main" id="{C668535A-D4CE-DF32-E4DB-2534B50BF951}"/>
                </a:ext>
              </a:extLst>
            </p:cNvPr>
            <p:cNvSpPr/>
            <p:nvPr/>
          </p:nvSpPr>
          <p:spPr>
            <a:xfrm>
              <a:off x="11133931" y="7129938"/>
              <a:ext cx="609600" cy="66675"/>
            </a:xfrm>
            <a:custGeom>
              <a:avLst/>
              <a:gdLst>
                <a:gd name="connsiteX0" fmla="*/ 584359 w 609600"/>
                <a:gd name="connsiteY0" fmla="*/ 64294 h 66675"/>
                <a:gd name="connsiteX1" fmla="*/ 26194 w 609600"/>
                <a:gd name="connsiteY1" fmla="*/ 64294 h 66675"/>
                <a:gd name="connsiteX2" fmla="*/ 7144 w 609600"/>
                <a:gd name="connsiteY2" fmla="*/ 45244 h 66675"/>
                <a:gd name="connsiteX3" fmla="*/ 7144 w 609600"/>
                <a:gd name="connsiteY3" fmla="*/ 26194 h 66675"/>
                <a:gd name="connsiteX4" fmla="*/ 26194 w 609600"/>
                <a:gd name="connsiteY4" fmla="*/ 7144 h 66675"/>
                <a:gd name="connsiteX5" fmla="*/ 584359 w 609600"/>
                <a:gd name="connsiteY5" fmla="*/ 7144 h 66675"/>
                <a:gd name="connsiteX6" fmla="*/ 603409 w 609600"/>
                <a:gd name="connsiteY6" fmla="*/ 26194 h 66675"/>
                <a:gd name="connsiteX7" fmla="*/ 603409 w 609600"/>
                <a:gd name="connsiteY7" fmla="*/ 45244 h 66675"/>
                <a:gd name="connsiteX8" fmla="*/ 584359 w 609600"/>
                <a:gd name="connsiteY8" fmla="*/ 6429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" h="66675">
                  <a:moveTo>
                    <a:pt x="584359" y="64294"/>
                  </a:moveTo>
                  <a:lnTo>
                    <a:pt x="26194" y="64294"/>
                  </a:lnTo>
                  <a:cubicBezTo>
                    <a:pt x="15716" y="64294"/>
                    <a:pt x="7144" y="55721"/>
                    <a:pt x="7144" y="45244"/>
                  </a:cubicBezTo>
                  <a:lnTo>
                    <a:pt x="7144" y="26194"/>
                  </a:lnTo>
                  <a:cubicBezTo>
                    <a:pt x="7144" y="15716"/>
                    <a:pt x="15716" y="7144"/>
                    <a:pt x="26194" y="7144"/>
                  </a:cubicBezTo>
                  <a:lnTo>
                    <a:pt x="584359" y="7144"/>
                  </a:lnTo>
                  <a:cubicBezTo>
                    <a:pt x="594836" y="7144"/>
                    <a:pt x="603409" y="15716"/>
                    <a:pt x="603409" y="26194"/>
                  </a:cubicBezTo>
                  <a:lnTo>
                    <a:pt x="603409" y="45244"/>
                  </a:lnTo>
                  <a:cubicBezTo>
                    <a:pt x="603409" y="55721"/>
                    <a:pt x="594836" y="64294"/>
                    <a:pt x="584359" y="642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56">
              <a:extLst>
                <a:ext uri="{FF2B5EF4-FFF2-40B4-BE49-F238E27FC236}">
                  <a16:creationId xmlns:a16="http://schemas.microsoft.com/office/drawing/2014/main" id="{76DE541C-38AC-8CD0-07BF-A582767E724D}"/>
                </a:ext>
              </a:extLst>
            </p:cNvPr>
            <p:cNvSpPr/>
            <p:nvPr/>
          </p:nvSpPr>
          <p:spPr>
            <a:xfrm>
              <a:off x="11803538" y="7128986"/>
              <a:ext cx="838200" cy="66675"/>
            </a:xfrm>
            <a:custGeom>
              <a:avLst/>
              <a:gdLst>
                <a:gd name="connsiteX0" fmla="*/ 816769 w 838200"/>
                <a:gd name="connsiteY0" fmla="*/ 65246 h 66675"/>
                <a:gd name="connsiteX1" fmla="*/ 30004 w 838200"/>
                <a:gd name="connsiteY1" fmla="*/ 65246 h 66675"/>
                <a:gd name="connsiteX2" fmla="*/ 7144 w 838200"/>
                <a:gd name="connsiteY2" fmla="*/ 42386 h 66675"/>
                <a:gd name="connsiteX3" fmla="*/ 7144 w 838200"/>
                <a:gd name="connsiteY3" fmla="*/ 30004 h 66675"/>
                <a:gd name="connsiteX4" fmla="*/ 30004 w 838200"/>
                <a:gd name="connsiteY4" fmla="*/ 7144 h 66675"/>
                <a:gd name="connsiteX5" fmla="*/ 816769 w 838200"/>
                <a:gd name="connsiteY5" fmla="*/ 7144 h 66675"/>
                <a:gd name="connsiteX6" fmla="*/ 839629 w 838200"/>
                <a:gd name="connsiteY6" fmla="*/ 30004 h 66675"/>
                <a:gd name="connsiteX7" fmla="*/ 839629 w 838200"/>
                <a:gd name="connsiteY7" fmla="*/ 42386 h 66675"/>
                <a:gd name="connsiteX8" fmla="*/ 816769 w 8382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66675">
                  <a:moveTo>
                    <a:pt x="816769" y="65246"/>
                  </a:moveTo>
                  <a:lnTo>
                    <a:pt x="30004" y="65246"/>
                  </a:lnTo>
                  <a:cubicBezTo>
                    <a:pt x="17621" y="65246"/>
                    <a:pt x="7144" y="54769"/>
                    <a:pt x="7144" y="42386"/>
                  </a:cubicBezTo>
                  <a:lnTo>
                    <a:pt x="7144" y="30004"/>
                  </a:lnTo>
                  <a:cubicBezTo>
                    <a:pt x="7144" y="17621"/>
                    <a:pt x="17621" y="7144"/>
                    <a:pt x="30004" y="7144"/>
                  </a:cubicBezTo>
                  <a:lnTo>
                    <a:pt x="816769" y="7144"/>
                  </a:lnTo>
                  <a:cubicBezTo>
                    <a:pt x="829151" y="7144"/>
                    <a:pt x="839629" y="17621"/>
                    <a:pt x="839629" y="30004"/>
                  </a:cubicBezTo>
                  <a:lnTo>
                    <a:pt x="839629" y="42386"/>
                  </a:lnTo>
                  <a:cubicBezTo>
                    <a:pt x="839629" y="54769"/>
                    <a:pt x="829151" y="65246"/>
                    <a:pt x="816769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57">
              <a:extLst>
                <a:ext uri="{FF2B5EF4-FFF2-40B4-BE49-F238E27FC236}">
                  <a16:creationId xmlns:a16="http://schemas.microsoft.com/office/drawing/2014/main" id="{02484630-6B9B-9B24-A332-AE7DBEE8B56C}"/>
                </a:ext>
              </a:extLst>
            </p:cNvPr>
            <p:cNvSpPr/>
            <p:nvPr/>
          </p:nvSpPr>
          <p:spPr>
            <a:xfrm>
              <a:off x="12676028" y="7128033"/>
              <a:ext cx="76200" cy="66675"/>
            </a:xfrm>
            <a:custGeom>
              <a:avLst/>
              <a:gdLst>
                <a:gd name="connsiteX0" fmla="*/ 48101 w 76200"/>
                <a:gd name="connsiteY0" fmla="*/ 66199 h 66675"/>
                <a:gd name="connsiteX1" fmla="*/ 36671 w 76200"/>
                <a:gd name="connsiteY1" fmla="*/ 66199 h 66675"/>
                <a:gd name="connsiteX2" fmla="*/ 7144 w 76200"/>
                <a:gd name="connsiteY2" fmla="*/ 36671 h 66675"/>
                <a:gd name="connsiteX3" fmla="*/ 7144 w 76200"/>
                <a:gd name="connsiteY3" fmla="*/ 36671 h 66675"/>
                <a:gd name="connsiteX4" fmla="*/ 36671 w 76200"/>
                <a:gd name="connsiteY4" fmla="*/ 7144 h 66675"/>
                <a:gd name="connsiteX5" fmla="*/ 48101 w 76200"/>
                <a:gd name="connsiteY5" fmla="*/ 7144 h 66675"/>
                <a:gd name="connsiteX6" fmla="*/ 77629 w 76200"/>
                <a:gd name="connsiteY6" fmla="*/ 36671 h 66675"/>
                <a:gd name="connsiteX7" fmla="*/ 77629 w 76200"/>
                <a:gd name="connsiteY7" fmla="*/ 36671 h 66675"/>
                <a:gd name="connsiteX8" fmla="*/ 48101 w 76200"/>
                <a:gd name="connsiteY8" fmla="*/ 6619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66675">
                  <a:moveTo>
                    <a:pt x="48101" y="66199"/>
                  </a:moveTo>
                  <a:lnTo>
                    <a:pt x="36671" y="66199"/>
                  </a:lnTo>
                  <a:cubicBezTo>
                    <a:pt x="20479" y="66199"/>
                    <a:pt x="7144" y="52864"/>
                    <a:pt x="7144" y="36671"/>
                  </a:cubicBezTo>
                  <a:lnTo>
                    <a:pt x="7144" y="36671"/>
                  </a:lnTo>
                  <a:cubicBezTo>
                    <a:pt x="7144" y="20479"/>
                    <a:pt x="20479" y="7144"/>
                    <a:pt x="36671" y="7144"/>
                  </a:cubicBezTo>
                  <a:lnTo>
                    <a:pt x="48101" y="7144"/>
                  </a:lnTo>
                  <a:cubicBezTo>
                    <a:pt x="64294" y="7144"/>
                    <a:pt x="77629" y="20479"/>
                    <a:pt x="77629" y="36671"/>
                  </a:cubicBezTo>
                  <a:lnTo>
                    <a:pt x="77629" y="36671"/>
                  </a:lnTo>
                  <a:cubicBezTo>
                    <a:pt x="77629" y="52864"/>
                    <a:pt x="64294" y="66199"/>
                    <a:pt x="48101" y="661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3" name="Lightning Bolt 222">
            <a:extLst>
              <a:ext uri="{FF2B5EF4-FFF2-40B4-BE49-F238E27FC236}">
                <a16:creationId xmlns:a16="http://schemas.microsoft.com/office/drawing/2014/main" id="{01C95AE0-8CDD-1D31-86BE-7B2220448EED}"/>
              </a:ext>
            </a:extLst>
          </p:cNvPr>
          <p:cNvSpPr/>
          <p:nvPr/>
        </p:nvSpPr>
        <p:spPr>
          <a:xfrm>
            <a:off x="4079260" y="2890716"/>
            <a:ext cx="293464" cy="334727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AAD8BAE-3A05-2E63-C861-FD2851769EAE}"/>
              </a:ext>
            </a:extLst>
          </p:cNvPr>
          <p:cNvSpPr txBox="1"/>
          <p:nvPr/>
        </p:nvSpPr>
        <p:spPr>
          <a:xfrm>
            <a:off x="3974537" y="3277151"/>
            <a:ext cx="786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Triggers &amp; </a:t>
            </a:r>
          </a:p>
          <a:p>
            <a:pPr algn="ctr"/>
            <a:r>
              <a:rPr lang="en-US" sz="1000" dirty="0"/>
              <a:t>Actions</a:t>
            </a: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CE28E06B-1787-49F8-1C0F-DF4B5A8BBEC6}"/>
              </a:ext>
            </a:extLst>
          </p:cNvPr>
          <p:cNvSpPr/>
          <p:nvPr/>
        </p:nvSpPr>
        <p:spPr>
          <a:xfrm>
            <a:off x="3906088" y="2799753"/>
            <a:ext cx="934166" cy="913553"/>
          </a:xfrm>
          <a:prstGeom prst="round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Lightning Bolt 226">
            <a:extLst>
              <a:ext uri="{FF2B5EF4-FFF2-40B4-BE49-F238E27FC236}">
                <a16:creationId xmlns:a16="http://schemas.microsoft.com/office/drawing/2014/main" id="{F0B51FBC-FA0F-DEF5-F97E-764D526759F5}"/>
              </a:ext>
            </a:extLst>
          </p:cNvPr>
          <p:cNvSpPr/>
          <p:nvPr/>
        </p:nvSpPr>
        <p:spPr>
          <a:xfrm>
            <a:off x="4376703" y="2890717"/>
            <a:ext cx="293464" cy="334727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E8DD09D2-FCED-9E42-DFF9-5575AC692E4D}"/>
              </a:ext>
            </a:extLst>
          </p:cNvPr>
          <p:cNvSpPr/>
          <p:nvPr/>
        </p:nvSpPr>
        <p:spPr>
          <a:xfrm>
            <a:off x="2485688" y="4280890"/>
            <a:ext cx="6815713" cy="186727"/>
          </a:xfrm>
          <a:prstGeom prst="round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 defTabSz="228554"/>
            <a:r>
              <a:rPr lang="en-US" sz="1050" b="1" dirty="0">
                <a:solidFill>
                  <a:srgbClr val="FFFFFF"/>
                </a:solidFill>
              </a:rPr>
              <a:t>Glean Platform Services / API</a:t>
            </a: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EF9420B4-1CF0-9054-91DB-7AD497F24399}"/>
              </a:ext>
            </a:extLst>
          </p:cNvPr>
          <p:cNvCxnSpPr>
            <a:cxnSpLocks/>
          </p:cNvCxnSpPr>
          <p:nvPr/>
        </p:nvCxnSpPr>
        <p:spPr>
          <a:xfrm>
            <a:off x="3015432" y="1699029"/>
            <a:ext cx="21858" cy="732078"/>
          </a:xfrm>
          <a:prstGeom prst="line">
            <a:avLst/>
          </a:prstGeom>
          <a:ln w="25400">
            <a:solidFill>
              <a:schemeClr val="tx1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19A0BA6C-D14A-F417-C542-B68A7832CB4F}"/>
              </a:ext>
            </a:extLst>
          </p:cNvPr>
          <p:cNvGrpSpPr/>
          <p:nvPr/>
        </p:nvGrpSpPr>
        <p:grpSpPr>
          <a:xfrm>
            <a:off x="2596644" y="1397287"/>
            <a:ext cx="918997" cy="439704"/>
            <a:chOff x="10976768" y="6336506"/>
            <a:chExt cx="2374583" cy="1119187"/>
          </a:xfrm>
        </p:grpSpPr>
        <p:sp>
          <p:nvSpPr>
            <p:cNvPr id="239" name="Freeform: Shape 48">
              <a:extLst>
                <a:ext uri="{FF2B5EF4-FFF2-40B4-BE49-F238E27FC236}">
                  <a16:creationId xmlns:a16="http://schemas.microsoft.com/office/drawing/2014/main" id="{F731B1C6-2B02-4F97-BCF4-479D0C6ECA4E}"/>
                </a:ext>
              </a:extLst>
            </p:cNvPr>
            <p:cNvSpPr/>
            <p:nvPr/>
          </p:nvSpPr>
          <p:spPr>
            <a:xfrm>
              <a:off x="11017726" y="6398418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8114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8114"/>
                  </a:lnTo>
                  <a:cubicBezTo>
                    <a:pt x="7144" y="70009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89171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rgbClr val="C9D4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49">
              <a:extLst>
                <a:ext uri="{FF2B5EF4-FFF2-40B4-BE49-F238E27FC236}">
                  <a16:creationId xmlns:a16="http://schemas.microsoft.com/office/drawing/2014/main" id="{14EDCEBF-3847-7F8C-AAF6-3D613E31A3D5}"/>
                </a:ext>
              </a:extLst>
            </p:cNvPr>
            <p:cNvSpPr/>
            <p:nvPr/>
          </p:nvSpPr>
          <p:spPr>
            <a:xfrm>
              <a:off x="10976768" y="6336506"/>
              <a:ext cx="2333625" cy="1057275"/>
            </a:xfrm>
            <a:custGeom>
              <a:avLst/>
              <a:gdLst>
                <a:gd name="connsiteX0" fmla="*/ 2187416 w 2333625"/>
                <a:gd name="connsiteY0" fmla="*/ 1052989 h 1057275"/>
                <a:gd name="connsiteX1" fmla="*/ 149066 w 2333625"/>
                <a:gd name="connsiteY1" fmla="*/ 1052989 h 1057275"/>
                <a:gd name="connsiteX2" fmla="*/ 7144 w 2333625"/>
                <a:gd name="connsiteY2" fmla="*/ 911066 h 1057275"/>
                <a:gd name="connsiteX3" fmla="*/ 7144 w 2333625"/>
                <a:gd name="connsiteY3" fmla="*/ 149066 h 1057275"/>
                <a:gd name="connsiteX4" fmla="*/ 149066 w 2333625"/>
                <a:gd name="connsiteY4" fmla="*/ 7144 h 1057275"/>
                <a:gd name="connsiteX5" fmla="*/ 2188369 w 2333625"/>
                <a:gd name="connsiteY5" fmla="*/ 7144 h 1057275"/>
                <a:gd name="connsiteX6" fmla="*/ 2330291 w 2333625"/>
                <a:gd name="connsiteY6" fmla="*/ 149066 h 1057275"/>
                <a:gd name="connsiteX7" fmla="*/ 2330291 w 2333625"/>
                <a:gd name="connsiteY7" fmla="*/ 912019 h 1057275"/>
                <a:gd name="connsiteX8" fmla="*/ 2187416 w 2333625"/>
                <a:gd name="connsiteY8" fmla="*/ 1052989 h 10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3625" h="1057275">
                  <a:moveTo>
                    <a:pt x="2187416" y="1052989"/>
                  </a:moveTo>
                  <a:lnTo>
                    <a:pt x="149066" y="1052989"/>
                  </a:lnTo>
                  <a:cubicBezTo>
                    <a:pt x="70961" y="1052989"/>
                    <a:pt x="7144" y="989171"/>
                    <a:pt x="7144" y="911066"/>
                  </a:cubicBezTo>
                  <a:lnTo>
                    <a:pt x="7144" y="149066"/>
                  </a:lnTo>
                  <a:cubicBezTo>
                    <a:pt x="7144" y="70961"/>
                    <a:pt x="70961" y="7144"/>
                    <a:pt x="149066" y="7144"/>
                  </a:cubicBezTo>
                  <a:lnTo>
                    <a:pt x="2188369" y="7144"/>
                  </a:lnTo>
                  <a:cubicBezTo>
                    <a:pt x="2266474" y="7144"/>
                    <a:pt x="2330291" y="70961"/>
                    <a:pt x="2330291" y="149066"/>
                  </a:cubicBezTo>
                  <a:lnTo>
                    <a:pt x="2330291" y="912019"/>
                  </a:lnTo>
                  <a:cubicBezTo>
                    <a:pt x="2329339" y="990124"/>
                    <a:pt x="2266474" y="1052989"/>
                    <a:pt x="2187416" y="1052989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50">
              <a:extLst>
                <a:ext uri="{FF2B5EF4-FFF2-40B4-BE49-F238E27FC236}">
                  <a16:creationId xmlns:a16="http://schemas.microsoft.com/office/drawing/2014/main" id="{633BCA2E-0E8E-172C-C1BF-F34E51905A32}"/>
                </a:ext>
              </a:extLst>
            </p:cNvPr>
            <p:cNvSpPr/>
            <p:nvPr/>
          </p:nvSpPr>
          <p:spPr>
            <a:xfrm>
              <a:off x="11177746" y="6532721"/>
              <a:ext cx="495300" cy="495300"/>
            </a:xfrm>
            <a:custGeom>
              <a:avLst/>
              <a:gdLst>
                <a:gd name="connsiteX0" fmla="*/ 492919 w 495300"/>
                <a:gd name="connsiteY0" fmla="*/ 250031 h 495300"/>
                <a:gd name="connsiteX1" fmla="*/ 250031 w 495300"/>
                <a:gd name="connsiteY1" fmla="*/ 492919 h 495300"/>
                <a:gd name="connsiteX2" fmla="*/ 7144 w 495300"/>
                <a:gd name="connsiteY2" fmla="*/ 250031 h 495300"/>
                <a:gd name="connsiteX3" fmla="*/ 250031 w 495300"/>
                <a:gd name="connsiteY3" fmla="*/ 7144 h 495300"/>
                <a:gd name="connsiteX4" fmla="*/ 492919 w 495300"/>
                <a:gd name="connsiteY4" fmla="*/ 250031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0" h="495300">
                  <a:moveTo>
                    <a:pt x="492919" y="250031"/>
                  </a:moveTo>
                  <a:cubicBezTo>
                    <a:pt x="492919" y="384174"/>
                    <a:pt x="384174" y="492919"/>
                    <a:pt x="250031" y="492919"/>
                  </a:cubicBezTo>
                  <a:cubicBezTo>
                    <a:pt x="115888" y="492919"/>
                    <a:pt x="7144" y="384174"/>
                    <a:pt x="7144" y="250031"/>
                  </a:cubicBezTo>
                  <a:cubicBezTo>
                    <a:pt x="7144" y="115888"/>
                    <a:pt x="115888" y="7144"/>
                    <a:pt x="250031" y="7144"/>
                  </a:cubicBezTo>
                  <a:cubicBezTo>
                    <a:pt x="384174" y="7144"/>
                    <a:pt x="492919" y="115888"/>
                    <a:pt x="492919" y="2500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51">
              <a:extLst>
                <a:ext uri="{FF2B5EF4-FFF2-40B4-BE49-F238E27FC236}">
                  <a16:creationId xmlns:a16="http://schemas.microsoft.com/office/drawing/2014/main" id="{8DE7C9DF-3AC9-926C-B20B-B190FA34CAB1}"/>
                </a:ext>
              </a:extLst>
            </p:cNvPr>
            <p:cNvSpPr/>
            <p:nvPr/>
          </p:nvSpPr>
          <p:spPr>
            <a:xfrm>
              <a:off x="11353958" y="6624161"/>
              <a:ext cx="142875" cy="142875"/>
            </a:xfrm>
            <a:custGeom>
              <a:avLst/>
              <a:gdLst>
                <a:gd name="connsiteX0" fmla="*/ 140494 w 142875"/>
                <a:gd name="connsiteY0" fmla="*/ 73819 h 142875"/>
                <a:gd name="connsiteX1" fmla="*/ 73819 w 142875"/>
                <a:gd name="connsiteY1" fmla="*/ 140494 h 142875"/>
                <a:gd name="connsiteX2" fmla="*/ 7144 w 142875"/>
                <a:gd name="connsiteY2" fmla="*/ 73819 h 142875"/>
                <a:gd name="connsiteX3" fmla="*/ 73819 w 142875"/>
                <a:gd name="connsiteY3" fmla="*/ 7144 h 142875"/>
                <a:gd name="connsiteX4" fmla="*/ 140494 w 142875"/>
                <a:gd name="connsiteY4" fmla="*/ 73819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0494" y="73819"/>
                  </a:moveTo>
                  <a:cubicBezTo>
                    <a:pt x="140494" y="110642"/>
                    <a:pt x="110642" y="140494"/>
                    <a:pt x="73819" y="140494"/>
                  </a:cubicBezTo>
                  <a:cubicBezTo>
                    <a:pt x="36995" y="140494"/>
                    <a:pt x="7144" y="110642"/>
                    <a:pt x="7144" y="73819"/>
                  </a:cubicBezTo>
                  <a:cubicBezTo>
                    <a:pt x="7144" y="36995"/>
                    <a:pt x="36995" y="7144"/>
                    <a:pt x="73819" y="7144"/>
                  </a:cubicBezTo>
                  <a:cubicBezTo>
                    <a:pt x="110642" y="7144"/>
                    <a:pt x="140494" y="36995"/>
                    <a:pt x="140494" y="73819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52">
              <a:extLst>
                <a:ext uri="{FF2B5EF4-FFF2-40B4-BE49-F238E27FC236}">
                  <a16:creationId xmlns:a16="http://schemas.microsoft.com/office/drawing/2014/main" id="{C38A014D-473A-0751-85C7-AE05009D30A9}"/>
                </a:ext>
              </a:extLst>
            </p:cNvPr>
            <p:cNvSpPr/>
            <p:nvPr/>
          </p:nvSpPr>
          <p:spPr>
            <a:xfrm>
              <a:off x="11283473" y="6788943"/>
              <a:ext cx="285750" cy="152400"/>
            </a:xfrm>
            <a:custGeom>
              <a:avLst/>
              <a:gdLst>
                <a:gd name="connsiteX0" fmla="*/ 283369 w 285750"/>
                <a:gd name="connsiteY0" fmla="*/ 145256 h 152400"/>
                <a:gd name="connsiteX1" fmla="*/ 7144 w 285750"/>
                <a:gd name="connsiteY1" fmla="*/ 145256 h 152400"/>
                <a:gd name="connsiteX2" fmla="*/ 145256 w 285750"/>
                <a:gd name="connsiteY2" fmla="*/ 7144 h 152400"/>
                <a:gd name="connsiteX3" fmla="*/ 283369 w 285750"/>
                <a:gd name="connsiteY3" fmla="*/ 14525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152400">
                  <a:moveTo>
                    <a:pt x="283369" y="145256"/>
                  </a:moveTo>
                  <a:lnTo>
                    <a:pt x="7144" y="145256"/>
                  </a:lnTo>
                  <a:cubicBezTo>
                    <a:pt x="7144" y="69056"/>
                    <a:pt x="69056" y="7144"/>
                    <a:pt x="145256" y="7144"/>
                  </a:cubicBezTo>
                  <a:cubicBezTo>
                    <a:pt x="221456" y="7144"/>
                    <a:pt x="283369" y="69056"/>
                    <a:pt x="283369" y="145256"/>
                  </a:cubicBezTo>
                  <a:close/>
                </a:path>
              </a:pathLst>
            </a:custGeom>
            <a:solidFill>
              <a:srgbClr val="3333E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53">
              <a:extLst>
                <a:ext uri="{FF2B5EF4-FFF2-40B4-BE49-F238E27FC236}">
                  <a16:creationId xmlns:a16="http://schemas.microsoft.com/office/drawing/2014/main" id="{15B3F027-59A1-3274-C8A9-88CB7CB49442}"/>
                </a:ext>
              </a:extLst>
            </p:cNvPr>
            <p:cNvSpPr/>
            <p:nvPr/>
          </p:nvSpPr>
          <p:spPr>
            <a:xfrm>
              <a:off x="11803538" y="6646068"/>
              <a:ext cx="1343025" cy="123825"/>
            </a:xfrm>
            <a:custGeom>
              <a:avLst/>
              <a:gdLst>
                <a:gd name="connsiteX0" fmla="*/ 1284446 w 1343025"/>
                <a:gd name="connsiteY0" fmla="*/ 123349 h 123825"/>
                <a:gd name="connsiteX1" fmla="*/ 65246 w 1343025"/>
                <a:gd name="connsiteY1" fmla="*/ 123349 h 123825"/>
                <a:gd name="connsiteX2" fmla="*/ 7144 w 1343025"/>
                <a:gd name="connsiteY2" fmla="*/ 65246 h 123825"/>
                <a:gd name="connsiteX3" fmla="*/ 7144 w 1343025"/>
                <a:gd name="connsiteY3" fmla="*/ 65246 h 123825"/>
                <a:gd name="connsiteX4" fmla="*/ 65246 w 1343025"/>
                <a:gd name="connsiteY4" fmla="*/ 7144 h 123825"/>
                <a:gd name="connsiteX5" fmla="*/ 1284446 w 1343025"/>
                <a:gd name="connsiteY5" fmla="*/ 7144 h 123825"/>
                <a:gd name="connsiteX6" fmla="*/ 1342549 w 1343025"/>
                <a:gd name="connsiteY6" fmla="*/ 65246 h 123825"/>
                <a:gd name="connsiteX7" fmla="*/ 1342549 w 1343025"/>
                <a:gd name="connsiteY7" fmla="*/ 65246 h 123825"/>
                <a:gd name="connsiteX8" fmla="*/ 1284446 w 1343025"/>
                <a:gd name="connsiteY8" fmla="*/ 12334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3025" h="123825">
                  <a:moveTo>
                    <a:pt x="1284446" y="123349"/>
                  </a:moveTo>
                  <a:lnTo>
                    <a:pt x="65246" y="123349"/>
                  </a:lnTo>
                  <a:cubicBezTo>
                    <a:pt x="32861" y="123349"/>
                    <a:pt x="7144" y="97631"/>
                    <a:pt x="7144" y="65246"/>
                  </a:cubicBezTo>
                  <a:lnTo>
                    <a:pt x="7144" y="65246"/>
                  </a:lnTo>
                  <a:cubicBezTo>
                    <a:pt x="7144" y="32861"/>
                    <a:pt x="32861" y="7144"/>
                    <a:pt x="65246" y="7144"/>
                  </a:cubicBezTo>
                  <a:lnTo>
                    <a:pt x="1284446" y="7144"/>
                  </a:lnTo>
                  <a:cubicBezTo>
                    <a:pt x="1316831" y="7144"/>
                    <a:pt x="1342549" y="32861"/>
                    <a:pt x="1342549" y="65246"/>
                  </a:cubicBezTo>
                  <a:lnTo>
                    <a:pt x="1342549" y="65246"/>
                  </a:lnTo>
                  <a:cubicBezTo>
                    <a:pt x="1342549" y="97631"/>
                    <a:pt x="1316831" y="123349"/>
                    <a:pt x="1284446" y="12334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54">
              <a:extLst>
                <a:ext uri="{FF2B5EF4-FFF2-40B4-BE49-F238E27FC236}">
                  <a16:creationId xmlns:a16="http://schemas.microsoft.com/office/drawing/2014/main" id="{954E2AB5-0C9D-A7F7-6839-0474FE70A537}"/>
                </a:ext>
              </a:extLst>
            </p:cNvPr>
            <p:cNvSpPr/>
            <p:nvPr/>
          </p:nvSpPr>
          <p:spPr>
            <a:xfrm>
              <a:off x="11803538" y="6847046"/>
              <a:ext cx="1066800" cy="66675"/>
            </a:xfrm>
            <a:custGeom>
              <a:avLst/>
              <a:gdLst>
                <a:gd name="connsiteX0" fmla="*/ 1040606 w 1066800"/>
                <a:gd name="connsiteY0" fmla="*/ 65246 h 66675"/>
                <a:gd name="connsiteX1" fmla="*/ 32861 w 1066800"/>
                <a:gd name="connsiteY1" fmla="*/ 65246 h 66675"/>
                <a:gd name="connsiteX2" fmla="*/ 7144 w 1066800"/>
                <a:gd name="connsiteY2" fmla="*/ 39529 h 66675"/>
                <a:gd name="connsiteX3" fmla="*/ 7144 w 1066800"/>
                <a:gd name="connsiteY3" fmla="*/ 32861 h 66675"/>
                <a:gd name="connsiteX4" fmla="*/ 32861 w 1066800"/>
                <a:gd name="connsiteY4" fmla="*/ 7144 h 66675"/>
                <a:gd name="connsiteX5" fmla="*/ 1040606 w 1066800"/>
                <a:gd name="connsiteY5" fmla="*/ 7144 h 66675"/>
                <a:gd name="connsiteX6" fmla="*/ 1066324 w 1066800"/>
                <a:gd name="connsiteY6" fmla="*/ 32861 h 66675"/>
                <a:gd name="connsiteX7" fmla="*/ 1066324 w 1066800"/>
                <a:gd name="connsiteY7" fmla="*/ 39529 h 66675"/>
                <a:gd name="connsiteX8" fmla="*/ 1040606 w 10668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800" h="66675">
                  <a:moveTo>
                    <a:pt x="1040606" y="65246"/>
                  </a:moveTo>
                  <a:lnTo>
                    <a:pt x="32861" y="65246"/>
                  </a:lnTo>
                  <a:cubicBezTo>
                    <a:pt x="18574" y="65246"/>
                    <a:pt x="7144" y="53816"/>
                    <a:pt x="7144" y="39529"/>
                  </a:cubicBezTo>
                  <a:lnTo>
                    <a:pt x="7144" y="32861"/>
                  </a:lnTo>
                  <a:cubicBezTo>
                    <a:pt x="7144" y="18574"/>
                    <a:pt x="18574" y="7144"/>
                    <a:pt x="32861" y="7144"/>
                  </a:cubicBezTo>
                  <a:lnTo>
                    <a:pt x="1040606" y="7144"/>
                  </a:lnTo>
                  <a:cubicBezTo>
                    <a:pt x="1054894" y="7144"/>
                    <a:pt x="1066324" y="18574"/>
                    <a:pt x="1066324" y="32861"/>
                  </a:cubicBezTo>
                  <a:lnTo>
                    <a:pt x="1066324" y="39529"/>
                  </a:lnTo>
                  <a:cubicBezTo>
                    <a:pt x="1066324" y="53816"/>
                    <a:pt x="1054894" y="65246"/>
                    <a:pt x="1040606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55">
              <a:extLst>
                <a:ext uri="{FF2B5EF4-FFF2-40B4-BE49-F238E27FC236}">
                  <a16:creationId xmlns:a16="http://schemas.microsoft.com/office/drawing/2014/main" id="{6CAAB0C7-5245-854D-9C4B-76F4ADE9136D}"/>
                </a:ext>
              </a:extLst>
            </p:cNvPr>
            <p:cNvSpPr/>
            <p:nvPr/>
          </p:nvSpPr>
          <p:spPr>
            <a:xfrm>
              <a:off x="11133931" y="7129938"/>
              <a:ext cx="609600" cy="66675"/>
            </a:xfrm>
            <a:custGeom>
              <a:avLst/>
              <a:gdLst>
                <a:gd name="connsiteX0" fmla="*/ 584359 w 609600"/>
                <a:gd name="connsiteY0" fmla="*/ 64294 h 66675"/>
                <a:gd name="connsiteX1" fmla="*/ 26194 w 609600"/>
                <a:gd name="connsiteY1" fmla="*/ 64294 h 66675"/>
                <a:gd name="connsiteX2" fmla="*/ 7144 w 609600"/>
                <a:gd name="connsiteY2" fmla="*/ 45244 h 66675"/>
                <a:gd name="connsiteX3" fmla="*/ 7144 w 609600"/>
                <a:gd name="connsiteY3" fmla="*/ 26194 h 66675"/>
                <a:gd name="connsiteX4" fmla="*/ 26194 w 609600"/>
                <a:gd name="connsiteY4" fmla="*/ 7144 h 66675"/>
                <a:gd name="connsiteX5" fmla="*/ 584359 w 609600"/>
                <a:gd name="connsiteY5" fmla="*/ 7144 h 66675"/>
                <a:gd name="connsiteX6" fmla="*/ 603409 w 609600"/>
                <a:gd name="connsiteY6" fmla="*/ 26194 h 66675"/>
                <a:gd name="connsiteX7" fmla="*/ 603409 w 609600"/>
                <a:gd name="connsiteY7" fmla="*/ 45244 h 66675"/>
                <a:gd name="connsiteX8" fmla="*/ 584359 w 609600"/>
                <a:gd name="connsiteY8" fmla="*/ 6429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" h="66675">
                  <a:moveTo>
                    <a:pt x="584359" y="64294"/>
                  </a:moveTo>
                  <a:lnTo>
                    <a:pt x="26194" y="64294"/>
                  </a:lnTo>
                  <a:cubicBezTo>
                    <a:pt x="15716" y="64294"/>
                    <a:pt x="7144" y="55721"/>
                    <a:pt x="7144" y="45244"/>
                  </a:cubicBezTo>
                  <a:lnTo>
                    <a:pt x="7144" y="26194"/>
                  </a:lnTo>
                  <a:cubicBezTo>
                    <a:pt x="7144" y="15716"/>
                    <a:pt x="15716" y="7144"/>
                    <a:pt x="26194" y="7144"/>
                  </a:cubicBezTo>
                  <a:lnTo>
                    <a:pt x="584359" y="7144"/>
                  </a:lnTo>
                  <a:cubicBezTo>
                    <a:pt x="594836" y="7144"/>
                    <a:pt x="603409" y="15716"/>
                    <a:pt x="603409" y="26194"/>
                  </a:cubicBezTo>
                  <a:lnTo>
                    <a:pt x="603409" y="45244"/>
                  </a:lnTo>
                  <a:cubicBezTo>
                    <a:pt x="603409" y="55721"/>
                    <a:pt x="594836" y="64294"/>
                    <a:pt x="584359" y="642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56">
              <a:extLst>
                <a:ext uri="{FF2B5EF4-FFF2-40B4-BE49-F238E27FC236}">
                  <a16:creationId xmlns:a16="http://schemas.microsoft.com/office/drawing/2014/main" id="{0AEED1E0-3B3C-A53E-C897-7D01A524C2E7}"/>
                </a:ext>
              </a:extLst>
            </p:cNvPr>
            <p:cNvSpPr/>
            <p:nvPr/>
          </p:nvSpPr>
          <p:spPr>
            <a:xfrm>
              <a:off x="11803538" y="7128986"/>
              <a:ext cx="838200" cy="66675"/>
            </a:xfrm>
            <a:custGeom>
              <a:avLst/>
              <a:gdLst>
                <a:gd name="connsiteX0" fmla="*/ 816769 w 838200"/>
                <a:gd name="connsiteY0" fmla="*/ 65246 h 66675"/>
                <a:gd name="connsiteX1" fmla="*/ 30004 w 838200"/>
                <a:gd name="connsiteY1" fmla="*/ 65246 h 66675"/>
                <a:gd name="connsiteX2" fmla="*/ 7144 w 838200"/>
                <a:gd name="connsiteY2" fmla="*/ 42386 h 66675"/>
                <a:gd name="connsiteX3" fmla="*/ 7144 w 838200"/>
                <a:gd name="connsiteY3" fmla="*/ 30004 h 66675"/>
                <a:gd name="connsiteX4" fmla="*/ 30004 w 838200"/>
                <a:gd name="connsiteY4" fmla="*/ 7144 h 66675"/>
                <a:gd name="connsiteX5" fmla="*/ 816769 w 838200"/>
                <a:gd name="connsiteY5" fmla="*/ 7144 h 66675"/>
                <a:gd name="connsiteX6" fmla="*/ 839629 w 838200"/>
                <a:gd name="connsiteY6" fmla="*/ 30004 h 66675"/>
                <a:gd name="connsiteX7" fmla="*/ 839629 w 838200"/>
                <a:gd name="connsiteY7" fmla="*/ 42386 h 66675"/>
                <a:gd name="connsiteX8" fmla="*/ 816769 w 838200"/>
                <a:gd name="connsiteY8" fmla="*/ 6524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66675">
                  <a:moveTo>
                    <a:pt x="816769" y="65246"/>
                  </a:moveTo>
                  <a:lnTo>
                    <a:pt x="30004" y="65246"/>
                  </a:lnTo>
                  <a:cubicBezTo>
                    <a:pt x="17621" y="65246"/>
                    <a:pt x="7144" y="54769"/>
                    <a:pt x="7144" y="42386"/>
                  </a:cubicBezTo>
                  <a:lnTo>
                    <a:pt x="7144" y="30004"/>
                  </a:lnTo>
                  <a:cubicBezTo>
                    <a:pt x="7144" y="17621"/>
                    <a:pt x="17621" y="7144"/>
                    <a:pt x="30004" y="7144"/>
                  </a:cubicBezTo>
                  <a:lnTo>
                    <a:pt x="816769" y="7144"/>
                  </a:lnTo>
                  <a:cubicBezTo>
                    <a:pt x="829151" y="7144"/>
                    <a:pt x="839629" y="17621"/>
                    <a:pt x="839629" y="30004"/>
                  </a:cubicBezTo>
                  <a:lnTo>
                    <a:pt x="839629" y="42386"/>
                  </a:lnTo>
                  <a:cubicBezTo>
                    <a:pt x="839629" y="54769"/>
                    <a:pt x="829151" y="65246"/>
                    <a:pt x="816769" y="6524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57">
              <a:extLst>
                <a:ext uri="{FF2B5EF4-FFF2-40B4-BE49-F238E27FC236}">
                  <a16:creationId xmlns:a16="http://schemas.microsoft.com/office/drawing/2014/main" id="{EB797C41-7E77-FC6F-AD54-1C106112A0F2}"/>
                </a:ext>
              </a:extLst>
            </p:cNvPr>
            <p:cNvSpPr/>
            <p:nvPr/>
          </p:nvSpPr>
          <p:spPr>
            <a:xfrm>
              <a:off x="12676028" y="7128033"/>
              <a:ext cx="76200" cy="66675"/>
            </a:xfrm>
            <a:custGeom>
              <a:avLst/>
              <a:gdLst>
                <a:gd name="connsiteX0" fmla="*/ 48101 w 76200"/>
                <a:gd name="connsiteY0" fmla="*/ 66199 h 66675"/>
                <a:gd name="connsiteX1" fmla="*/ 36671 w 76200"/>
                <a:gd name="connsiteY1" fmla="*/ 66199 h 66675"/>
                <a:gd name="connsiteX2" fmla="*/ 7144 w 76200"/>
                <a:gd name="connsiteY2" fmla="*/ 36671 h 66675"/>
                <a:gd name="connsiteX3" fmla="*/ 7144 w 76200"/>
                <a:gd name="connsiteY3" fmla="*/ 36671 h 66675"/>
                <a:gd name="connsiteX4" fmla="*/ 36671 w 76200"/>
                <a:gd name="connsiteY4" fmla="*/ 7144 h 66675"/>
                <a:gd name="connsiteX5" fmla="*/ 48101 w 76200"/>
                <a:gd name="connsiteY5" fmla="*/ 7144 h 66675"/>
                <a:gd name="connsiteX6" fmla="*/ 77629 w 76200"/>
                <a:gd name="connsiteY6" fmla="*/ 36671 h 66675"/>
                <a:gd name="connsiteX7" fmla="*/ 77629 w 76200"/>
                <a:gd name="connsiteY7" fmla="*/ 36671 h 66675"/>
                <a:gd name="connsiteX8" fmla="*/ 48101 w 76200"/>
                <a:gd name="connsiteY8" fmla="*/ 6619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66675">
                  <a:moveTo>
                    <a:pt x="48101" y="66199"/>
                  </a:moveTo>
                  <a:lnTo>
                    <a:pt x="36671" y="66199"/>
                  </a:lnTo>
                  <a:cubicBezTo>
                    <a:pt x="20479" y="66199"/>
                    <a:pt x="7144" y="52864"/>
                    <a:pt x="7144" y="36671"/>
                  </a:cubicBezTo>
                  <a:lnTo>
                    <a:pt x="7144" y="36671"/>
                  </a:lnTo>
                  <a:cubicBezTo>
                    <a:pt x="7144" y="20479"/>
                    <a:pt x="20479" y="7144"/>
                    <a:pt x="36671" y="7144"/>
                  </a:cubicBezTo>
                  <a:lnTo>
                    <a:pt x="48101" y="7144"/>
                  </a:lnTo>
                  <a:cubicBezTo>
                    <a:pt x="64294" y="7144"/>
                    <a:pt x="77629" y="20479"/>
                    <a:pt x="77629" y="36671"/>
                  </a:cubicBezTo>
                  <a:lnTo>
                    <a:pt x="77629" y="36671"/>
                  </a:lnTo>
                  <a:cubicBezTo>
                    <a:pt x="77629" y="52864"/>
                    <a:pt x="64294" y="66199"/>
                    <a:pt x="48101" y="661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9" name="Rounded Rectangle 248">
            <a:extLst>
              <a:ext uri="{FF2B5EF4-FFF2-40B4-BE49-F238E27FC236}">
                <a16:creationId xmlns:a16="http://schemas.microsoft.com/office/drawing/2014/main" id="{76DA2217-AA91-9D4A-0688-0B0589357FFF}"/>
              </a:ext>
            </a:extLst>
          </p:cNvPr>
          <p:cNvSpPr/>
          <p:nvPr/>
        </p:nvSpPr>
        <p:spPr>
          <a:xfrm>
            <a:off x="2485688" y="2152119"/>
            <a:ext cx="1145132" cy="201684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EA6FF4C4-4E46-AF08-3BE9-B2AD3A892C86}"/>
              </a:ext>
            </a:extLst>
          </p:cNvPr>
          <p:cNvSpPr/>
          <p:nvPr/>
        </p:nvSpPr>
        <p:spPr>
          <a:xfrm>
            <a:off x="2591618" y="2295542"/>
            <a:ext cx="920979" cy="460754"/>
          </a:xfrm>
          <a:prstGeom prst="roundRect">
            <a:avLst/>
          </a:prstGeom>
          <a:solidFill>
            <a:srgbClr val="3D3CEE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 defTabSz="228554"/>
            <a:r>
              <a:rPr lang="en-US" sz="900" b="1" dirty="0">
                <a:solidFill>
                  <a:srgbClr val="FFFFFF"/>
                </a:solidFill>
              </a:rPr>
              <a:t>Developer Tools &amp; Languages</a:t>
            </a:r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5D7624F8-D022-7CE7-E2D0-F03AF5FF947E}"/>
              </a:ext>
            </a:extLst>
          </p:cNvPr>
          <p:cNvGrpSpPr/>
          <p:nvPr/>
        </p:nvGrpSpPr>
        <p:grpSpPr>
          <a:xfrm>
            <a:off x="2443915" y="2816245"/>
            <a:ext cx="593375" cy="374752"/>
            <a:chOff x="354944" y="4484523"/>
            <a:chExt cx="708003" cy="440284"/>
          </a:xfrm>
        </p:grpSpPr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1AF3E793-7BB3-4521-96C4-8CB0764188DC}"/>
                </a:ext>
              </a:extLst>
            </p:cNvPr>
            <p:cNvSpPr/>
            <p:nvPr/>
          </p:nvSpPr>
          <p:spPr>
            <a:xfrm>
              <a:off x="492771" y="4484523"/>
              <a:ext cx="432351" cy="44028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9" name="Picture 2" descr="Everything you need to know about Jupyter notebook">
              <a:extLst>
                <a:ext uri="{FF2B5EF4-FFF2-40B4-BE49-F238E27FC236}">
                  <a16:creationId xmlns:a16="http://schemas.microsoft.com/office/drawing/2014/main" id="{525C24E0-8468-61CD-F769-61BE3942C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944" y="4518503"/>
              <a:ext cx="708003" cy="3981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E0A1CBDA-E544-F9D4-990B-D73287A24FAF}"/>
              </a:ext>
            </a:extLst>
          </p:cNvPr>
          <p:cNvGrpSpPr/>
          <p:nvPr/>
        </p:nvGrpSpPr>
        <p:grpSpPr>
          <a:xfrm>
            <a:off x="2715343" y="3095233"/>
            <a:ext cx="473308" cy="481011"/>
            <a:chOff x="1369284" y="5447483"/>
            <a:chExt cx="432351" cy="440284"/>
          </a:xfrm>
        </p:grpSpPr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E4A06F2E-B72B-4A8B-672A-CFE9F6B35B11}"/>
                </a:ext>
              </a:extLst>
            </p:cNvPr>
            <p:cNvSpPr/>
            <p:nvPr/>
          </p:nvSpPr>
          <p:spPr>
            <a:xfrm>
              <a:off x="1369284" y="5447483"/>
              <a:ext cx="432351" cy="44028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8" name="Picture 2" descr="Visual Studio Code Logo PNG vector in SVG, PDF, AI, CDR format">
              <a:extLst>
                <a:ext uri="{FF2B5EF4-FFF2-40B4-BE49-F238E27FC236}">
                  <a16:creationId xmlns:a16="http://schemas.microsoft.com/office/drawing/2014/main" id="{E5983238-1CD8-2A73-8071-FE46669BEE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6165" y="5548712"/>
              <a:ext cx="302089" cy="226724"/>
            </a:xfrm>
            <a:prstGeom prst="rect">
              <a:avLst/>
            </a:prstGeom>
            <a:solidFill>
              <a:schemeClr val="tx1"/>
            </a:solidFill>
          </p:spPr>
        </p:pic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684CBE5F-8C02-0833-98D3-5EE4D460DD8F}"/>
              </a:ext>
            </a:extLst>
          </p:cNvPr>
          <p:cNvGrpSpPr/>
          <p:nvPr/>
        </p:nvGrpSpPr>
        <p:grpSpPr>
          <a:xfrm>
            <a:off x="3021168" y="3410252"/>
            <a:ext cx="515321" cy="494782"/>
            <a:chOff x="2456249" y="4852716"/>
            <a:chExt cx="432351" cy="440284"/>
          </a:xfrm>
        </p:grpSpPr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619B8A0A-0767-0CCA-D3CB-AB7144F00486}"/>
                </a:ext>
              </a:extLst>
            </p:cNvPr>
            <p:cNvSpPr/>
            <p:nvPr/>
          </p:nvSpPr>
          <p:spPr>
            <a:xfrm>
              <a:off x="2456249" y="4852716"/>
              <a:ext cx="432351" cy="44028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222" name="Picture 6" descr="Powershell Icon Png , Free Transparent Clipart - ClipartKey">
              <a:extLst>
                <a:ext uri="{FF2B5EF4-FFF2-40B4-BE49-F238E27FC236}">
                  <a16:creationId xmlns:a16="http://schemas.microsoft.com/office/drawing/2014/main" id="{5281F0C3-3388-C068-E014-A1C09FD16A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6098" y="4979646"/>
              <a:ext cx="303660" cy="1864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8F19548-668E-7BBC-12CF-2A9C2EEC0D0B}"/>
              </a:ext>
            </a:extLst>
          </p:cNvPr>
          <p:cNvGrpSpPr/>
          <p:nvPr/>
        </p:nvGrpSpPr>
        <p:grpSpPr>
          <a:xfrm>
            <a:off x="3091117" y="2848869"/>
            <a:ext cx="468646" cy="494783"/>
            <a:chOff x="2674107" y="5713187"/>
            <a:chExt cx="432351" cy="440284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F80896DF-CB93-AAB2-1664-32933181CCC9}"/>
                </a:ext>
              </a:extLst>
            </p:cNvPr>
            <p:cNvSpPr/>
            <p:nvPr/>
          </p:nvSpPr>
          <p:spPr>
            <a:xfrm>
              <a:off x="2674107" y="5713187"/>
              <a:ext cx="432351" cy="44028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224" name="Picture 8" descr="Python icon - Free download on Iconfinder">
              <a:extLst>
                <a:ext uri="{FF2B5EF4-FFF2-40B4-BE49-F238E27FC236}">
                  <a16:creationId xmlns:a16="http://schemas.microsoft.com/office/drawing/2014/main" id="{3AE8DEC1-3860-670A-F493-3B59220DFB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0729" y="5803285"/>
              <a:ext cx="260088" cy="260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CEB2259B-B818-AFAE-D274-E4547333D897}"/>
              </a:ext>
            </a:extLst>
          </p:cNvPr>
          <p:cNvGrpSpPr/>
          <p:nvPr/>
        </p:nvGrpSpPr>
        <p:grpSpPr>
          <a:xfrm>
            <a:off x="2603070" y="3564115"/>
            <a:ext cx="528716" cy="520429"/>
            <a:chOff x="831602" y="5212621"/>
            <a:chExt cx="432351" cy="440284"/>
          </a:xfrm>
        </p:grpSpPr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69223D8E-95A8-A0FE-8ECA-61612F2AEBD5}"/>
                </a:ext>
              </a:extLst>
            </p:cNvPr>
            <p:cNvSpPr/>
            <p:nvPr/>
          </p:nvSpPr>
          <p:spPr>
            <a:xfrm>
              <a:off x="831602" y="5212621"/>
              <a:ext cx="432351" cy="44028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220" name="Picture 4" descr="More developers using the Go programming language at work, survey finds ...">
              <a:extLst>
                <a:ext uri="{FF2B5EF4-FFF2-40B4-BE49-F238E27FC236}">
                  <a16:creationId xmlns:a16="http://schemas.microsoft.com/office/drawing/2014/main" id="{129B96E1-8571-350E-4972-59D056D91F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411" y="5279226"/>
              <a:ext cx="307074" cy="307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A3038121-2532-B5FC-AE8D-81A893F5C680}"/>
              </a:ext>
            </a:extLst>
          </p:cNvPr>
          <p:cNvCxnSpPr>
            <a:cxnSpLocks/>
          </p:cNvCxnSpPr>
          <p:nvPr/>
        </p:nvCxnSpPr>
        <p:spPr>
          <a:xfrm>
            <a:off x="3466355" y="4058307"/>
            <a:ext cx="0" cy="315945"/>
          </a:xfrm>
          <a:prstGeom prst="line">
            <a:avLst/>
          </a:prstGeom>
          <a:ln w="25400">
            <a:solidFill>
              <a:schemeClr val="tx1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8D55165F-6DE3-D9ED-417B-CA84DB72007C}"/>
              </a:ext>
            </a:extLst>
          </p:cNvPr>
          <p:cNvCxnSpPr>
            <a:cxnSpLocks/>
          </p:cNvCxnSpPr>
          <p:nvPr/>
        </p:nvCxnSpPr>
        <p:spPr>
          <a:xfrm>
            <a:off x="4767894" y="4058308"/>
            <a:ext cx="0" cy="315945"/>
          </a:xfrm>
          <a:prstGeom prst="line">
            <a:avLst/>
          </a:prstGeom>
          <a:ln w="25400">
            <a:solidFill>
              <a:schemeClr val="tx1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123E51C6-15A1-F1FC-2F84-7707E06A353F}"/>
              </a:ext>
            </a:extLst>
          </p:cNvPr>
          <p:cNvSpPr txBox="1"/>
          <p:nvPr/>
        </p:nvSpPr>
        <p:spPr>
          <a:xfrm>
            <a:off x="2657468" y="1062566"/>
            <a:ext cx="7761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/>
              <a:t>Developer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F117A81-D3CB-0B80-A893-E78B1C14D2E9}"/>
              </a:ext>
            </a:extLst>
          </p:cNvPr>
          <p:cNvSpPr txBox="1"/>
          <p:nvPr/>
        </p:nvSpPr>
        <p:spPr>
          <a:xfrm>
            <a:off x="3922875" y="1044478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/>
              <a:t>Power User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8DFF2A38-90AF-F23B-0201-2F4C5CE73F51}"/>
              </a:ext>
            </a:extLst>
          </p:cNvPr>
          <p:cNvSpPr txBox="1"/>
          <p:nvPr/>
        </p:nvSpPr>
        <p:spPr>
          <a:xfrm>
            <a:off x="5778672" y="1067334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/>
              <a:t>Sales Teams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6F54C3F7-2C9D-9D8E-0405-EC75AAA20F66}"/>
              </a:ext>
            </a:extLst>
          </p:cNvPr>
          <p:cNvSpPr txBox="1"/>
          <p:nvPr/>
        </p:nvSpPr>
        <p:spPr>
          <a:xfrm>
            <a:off x="7837686" y="931761"/>
            <a:ext cx="10454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/>
              <a:t>Support Teams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4A5027B1-1F83-EFC5-C925-45B838FE51C8}"/>
              </a:ext>
            </a:extLst>
          </p:cNvPr>
          <p:cNvSpPr/>
          <p:nvPr/>
        </p:nvSpPr>
        <p:spPr>
          <a:xfrm>
            <a:off x="4192005" y="5460957"/>
            <a:ext cx="1400681" cy="452228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 defTabSz="228554">
              <a:defRPr/>
            </a:pPr>
            <a:r>
              <a:rPr lang="en-US" sz="1100" b="1" dirty="0" err="1">
                <a:solidFill>
                  <a:srgbClr val="FFFFFF"/>
                </a:solidFill>
              </a:rPr>
              <a:t>AcmeOne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</a:p>
          <a:p>
            <a:pPr algn="r" defTabSz="228554">
              <a:defRPr/>
            </a:pPr>
            <a:r>
              <a:rPr lang="en-US" sz="1100" b="1" dirty="0">
                <a:solidFill>
                  <a:srgbClr val="FFFFFF"/>
                </a:solidFill>
              </a:rPr>
              <a:t>App1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E7B8010C-CC65-0204-550B-C4882F65C420}"/>
              </a:ext>
            </a:extLst>
          </p:cNvPr>
          <p:cNvSpPr/>
          <p:nvPr/>
        </p:nvSpPr>
        <p:spPr>
          <a:xfrm>
            <a:off x="2617949" y="5233864"/>
            <a:ext cx="1400681" cy="189114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228554">
              <a:defRPr/>
            </a:pPr>
            <a:r>
              <a:rPr lang="en-US" sz="1200" b="1" dirty="0">
                <a:solidFill>
                  <a:srgbClr val="FFFFFF"/>
                </a:solidFill>
              </a:rPr>
              <a:t>CRM API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5D7D05A6-6733-3329-9FF1-50E29BB08051}"/>
              </a:ext>
            </a:extLst>
          </p:cNvPr>
          <p:cNvSpPr/>
          <p:nvPr/>
        </p:nvSpPr>
        <p:spPr>
          <a:xfrm>
            <a:off x="2617950" y="5452036"/>
            <a:ext cx="1400682" cy="45093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 defTabSz="228554">
              <a:defRPr/>
            </a:pPr>
            <a:r>
              <a:rPr lang="en-US" sz="1100" b="1" dirty="0" err="1">
                <a:solidFill>
                  <a:srgbClr val="FFFFFF"/>
                </a:solidFill>
              </a:rPr>
              <a:t>AcmeOne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</a:p>
          <a:p>
            <a:pPr algn="r" defTabSz="228554">
              <a:defRPr/>
            </a:pPr>
            <a:r>
              <a:rPr lang="en-US" sz="1100" b="1" dirty="0">
                <a:solidFill>
                  <a:srgbClr val="FFFFFF"/>
                </a:solidFill>
              </a:rPr>
              <a:t>App2 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03BDD26C-ACF1-404B-678A-FE542A8823CF}"/>
              </a:ext>
            </a:extLst>
          </p:cNvPr>
          <p:cNvSpPr/>
          <p:nvPr/>
        </p:nvSpPr>
        <p:spPr>
          <a:xfrm>
            <a:off x="4192005" y="5230370"/>
            <a:ext cx="1400681" cy="189114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0" rIns="45714" bIns="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228554">
              <a:defRPr/>
            </a:pPr>
            <a:r>
              <a:rPr lang="en-US" sz="1200" b="1" dirty="0">
                <a:solidFill>
                  <a:srgbClr val="FFFFFF"/>
                </a:solidFill>
              </a:rPr>
              <a:t>ISA API</a:t>
            </a:r>
          </a:p>
        </p:txBody>
      </p: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A7CB7572-DEE6-6FAD-E0D4-CE9033A12CE2}"/>
              </a:ext>
            </a:extLst>
          </p:cNvPr>
          <p:cNvGrpSpPr/>
          <p:nvPr/>
        </p:nvGrpSpPr>
        <p:grpSpPr>
          <a:xfrm>
            <a:off x="2708152" y="5556847"/>
            <a:ext cx="440821" cy="276624"/>
            <a:chOff x="5362326" y="5196332"/>
            <a:chExt cx="630182" cy="410609"/>
          </a:xfrm>
        </p:grpSpPr>
        <p:sp>
          <p:nvSpPr>
            <p:cNvPr id="307" name="Can 306">
              <a:extLst>
                <a:ext uri="{FF2B5EF4-FFF2-40B4-BE49-F238E27FC236}">
                  <a16:creationId xmlns:a16="http://schemas.microsoft.com/office/drawing/2014/main" id="{6111895A-A8F5-A9B2-46EA-23C1B0B8D552}"/>
                </a:ext>
              </a:extLst>
            </p:cNvPr>
            <p:cNvSpPr/>
            <p:nvPr/>
          </p:nvSpPr>
          <p:spPr>
            <a:xfrm>
              <a:off x="5693985" y="5196332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Can 307">
              <a:extLst>
                <a:ext uri="{FF2B5EF4-FFF2-40B4-BE49-F238E27FC236}">
                  <a16:creationId xmlns:a16="http://schemas.microsoft.com/office/drawing/2014/main" id="{5B2D051B-B5D1-058D-CCC4-8143E3D9C7FD}"/>
                </a:ext>
              </a:extLst>
            </p:cNvPr>
            <p:cNvSpPr/>
            <p:nvPr/>
          </p:nvSpPr>
          <p:spPr>
            <a:xfrm>
              <a:off x="5526464" y="5238024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Can 308">
              <a:extLst>
                <a:ext uri="{FF2B5EF4-FFF2-40B4-BE49-F238E27FC236}">
                  <a16:creationId xmlns:a16="http://schemas.microsoft.com/office/drawing/2014/main" id="{05826391-C0CC-72D0-BD91-11695FC27ADD}"/>
                </a:ext>
              </a:extLst>
            </p:cNvPr>
            <p:cNvSpPr/>
            <p:nvPr/>
          </p:nvSpPr>
          <p:spPr>
            <a:xfrm>
              <a:off x="5362326" y="5279715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C607143F-A051-65E2-1A4F-858AC10D1FDC}"/>
              </a:ext>
            </a:extLst>
          </p:cNvPr>
          <p:cNvGrpSpPr/>
          <p:nvPr/>
        </p:nvGrpSpPr>
        <p:grpSpPr>
          <a:xfrm>
            <a:off x="4283326" y="5556009"/>
            <a:ext cx="386841" cy="277462"/>
            <a:chOff x="5362326" y="5196332"/>
            <a:chExt cx="630182" cy="410609"/>
          </a:xfrm>
        </p:grpSpPr>
        <p:sp>
          <p:nvSpPr>
            <p:cNvPr id="311" name="Can 310">
              <a:extLst>
                <a:ext uri="{FF2B5EF4-FFF2-40B4-BE49-F238E27FC236}">
                  <a16:creationId xmlns:a16="http://schemas.microsoft.com/office/drawing/2014/main" id="{4AE58E07-05DF-3ACC-8794-751CC2198FB4}"/>
                </a:ext>
              </a:extLst>
            </p:cNvPr>
            <p:cNvSpPr/>
            <p:nvPr/>
          </p:nvSpPr>
          <p:spPr>
            <a:xfrm>
              <a:off x="5693985" y="5196332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Can 311">
              <a:extLst>
                <a:ext uri="{FF2B5EF4-FFF2-40B4-BE49-F238E27FC236}">
                  <a16:creationId xmlns:a16="http://schemas.microsoft.com/office/drawing/2014/main" id="{716B274E-9FC8-2028-99F3-B9F8BDB7ACAE}"/>
                </a:ext>
              </a:extLst>
            </p:cNvPr>
            <p:cNvSpPr/>
            <p:nvPr/>
          </p:nvSpPr>
          <p:spPr>
            <a:xfrm>
              <a:off x="5526464" y="5238024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Can 312">
              <a:extLst>
                <a:ext uri="{FF2B5EF4-FFF2-40B4-BE49-F238E27FC236}">
                  <a16:creationId xmlns:a16="http://schemas.microsoft.com/office/drawing/2014/main" id="{E844E4D8-E5B8-0B41-3336-EB19F5A2D373}"/>
                </a:ext>
              </a:extLst>
            </p:cNvPr>
            <p:cNvSpPr/>
            <p:nvPr/>
          </p:nvSpPr>
          <p:spPr>
            <a:xfrm>
              <a:off x="5362326" y="5279715"/>
              <a:ext cx="298523" cy="327226"/>
            </a:xfrm>
            <a:prstGeom prst="can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5" name="Rounded Rectangle 314">
            <a:extLst>
              <a:ext uri="{FF2B5EF4-FFF2-40B4-BE49-F238E27FC236}">
                <a16:creationId xmlns:a16="http://schemas.microsoft.com/office/drawing/2014/main" id="{677F02CC-C59E-68A2-27EF-4B1113352A5D}"/>
              </a:ext>
            </a:extLst>
          </p:cNvPr>
          <p:cNvSpPr/>
          <p:nvPr/>
        </p:nvSpPr>
        <p:spPr>
          <a:xfrm>
            <a:off x="2434059" y="5129124"/>
            <a:ext cx="3273772" cy="1031874"/>
          </a:xfrm>
          <a:prstGeom prst="roundRect">
            <a:avLst/>
          </a:prstGeom>
          <a:solidFill>
            <a:schemeClr val="tx1">
              <a:lumMod val="50000"/>
              <a:alpha val="77052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CE6119D-D59B-DE25-554A-0ACA692A662E}"/>
              </a:ext>
            </a:extLst>
          </p:cNvPr>
          <p:cNvSpPr txBox="1"/>
          <p:nvPr/>
        </p:nvSpPr>
        <p:spPr>
          <a:xfrm>
            <a:off x="2443915" y="5910275"/>
            <a:ext cx="32639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Existing Glean Integrations</a:t>
            </a:r>
          </a:p>
        </p:txBody>
      </p: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A5D640B5-7457-A4F4-C387-B0E67A272619}"/>
              </a:ext>
            </a:extLst>
          </p:cNvPr>
          <p:cNvCxnSpPr>
            <a:cxnSpLocks/>
            <a:stCxn id="138" idx="2"/>
          </p:cNvCxnSpPr>
          <p:nvPr/>
        </p:nvCxnSpPr>
        <p:spPr>
          <a:xfrm flipH="1">
            <a:off x="5449832" y="2800569"/>
            <a:ext cx="641752" cy="371054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7" name="TextBox 9216">
            <a:extLst>
              <a:ext uri="{FF2B5EF4-FFF2-40B4-BE49-F238E27FC236}">
                <a16:creationId xmlns:a16="http://schemas.microsoft.com/office/drawing/2014/main" id="{3F038117-2FB4-ADB3-AC52-1C8216D4BBB0}"/>
              </a:ext>
            </a:extLst>
          </p:cNvPr>
          <p:cNvSpPr txBox="1"/>
          <p:nvPr/>
        </p:nvSpPr>
        <p:spPr>
          <a:xfrm>
            <a:off x="7277486" y="2581735"/>
            <a:ext cx="19952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Search &amp; Chat</a:t>
            </a:r>
          </a:p>
        </p:txBody>
      </p:sp>
      <p:cxnSp>
        <p:nvCxnSpPr>
          <p:cNvPr id="9219" name="Straight Connector 9218">
            <a:extLst>
              <a:ext uri="{FF2B5EF4-FFF2-40B4-BE49-F238E27FC236}">
                <a16:creationId xmlns:a16="http://schemas.microsoft.com/office/drawing/2014/main" id="{3981B9C3-B685-762E-3F05-9C8812AA45FF}"/>
              </a:ext>
            </a:extLst>
          </p:cNvPr>
          <p:cNvCxnSpPr>
            <a:cxnSpLocks/>
          </p:cNvCxnSpPr>
          <p:nvPr/>
        </p:nvCxnSpPr>
        <p:spPr>
          <a:xfrm flipH="1">
            <a:off x="6090520" y="2819093"/>
            <a:ext cx="1063" cy="355378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1" name="Straight Connector 9220">
            <a:extLst>
              <a:ext uri="{FF2B5EF4-FFF2-40B4-BE49-F238E27FC236}">
                <a16:creationId xmlns:a16="http://schemas.microsoft.com/office/drawing/2014/main" id="{0C13686D-48A4-C203-0331-2ABC8F14EB11}"/>
              </a:ext>
            </a:extLst>
          </p:cNvPr>
          <p:cNvCxnSpPr>
            <a:cxnSpLocks/>
            <a:stCxn id="138" idx="2"/>
          </p:cNvCxnSpPr>
          <p:nvPr/>
        </p:nvCxnSpPr>
        <p:spPr>
          <a:xfrm>
            <a:off x="6091584" y="2800569"/>
            <a:ext cx="617993" cy="373902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7" name="Straight Connector 9226">
            <a:extLst>
              <a:ext uri="{FF2B5EF4-FFF2-40B4-BE49-F238E27FC236}">
                <a16:creationId xmlns:a16="http://schemas.microsoft.com/office/drawing/2014/main" id="{5693A4E7-89DD-F223-C949-4628B438D39A}"/>
              </a:ext>
            </a:extLst>
          </p:cNvPr>
          <p:cNvCxnSpPr>
            <a:cxnSpLocks/>
            <a:stCxn id="9217" idx="2"/>
          </p:cNvCxnSpPr>
          <p:nvPr/>
        </p:nvCxnSpPr>
        <p:spPr>
          <a:xfrm flipH="1">
            <a:off x="7591380" y="2797179"/>
            <a:ext cx="683722" cy="370950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9" name="Straight Connector 9228">
            <a:extLst>
              <a:ext uri="{FF2B5EF4-FFF2-40B4-BE49-F238E27FC236}">
                <a16:creationId xmlns:a16="http://schemas.microsoft.com/office/drawing/2014/main" id="{EBEB724D-930D-4B86-B4A6-01801CB8F367}"/>
              </a:ext>
            </a:extLst>
          </p:cNvPr>
          <p:cNvCxnSpPr>
            <a:cxnSpLocks/>
          </p:cNvCxnSpPr>
          <p:nvPr/>
        </p:nvCxnSpPr>
        <p:spPr>
          <a:xfrm flipH="1">
            <a:off x="8204607" y="2803084"/>
            <a:ext cx="71556" cy="357271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1" name="Straight Connector 9230">
            <a:extLst>
              <a:ext uri="{FF2B5EF4-FFF2-40B4-BE49-F238E27FC236}">
                <a16:creationId xmlns:a16="http://schemas.microsoft.com/office/drawing/2014/main" id="{D4B5CA1B-D762-EFCB-D28B-3A9C61DFAB06}"/>
              </a:ext>
            </a:extLst>
          </p:cNvPr>
          <p:cNvCxnSpPr>
            <a:cxnSpLocks/>
          </p:cNvCxnSpPr>
          <p:nvPr/>
        </p:nvCxnSpPr>
        <p:spPr>
          <a:xfrm>
            <a:off x="8282844" y="2797108"/>
            <a:ext cx="110474" cy="355378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3" name="Straight Connector 9232">
            <a:extLst>
              <a:ext uri="{FF2B5EF4-FFF2-40B4-BE49-F238E27FC236}">
                <a16:creationId xmlns:a16="http://schemas.microsoft.com/office/drawing/2014/main" id="{668AAD4D-890A-444F-492C-B1935C661DA7}"/>
              </a:ext>
            </a:extLst>
          </p:cNvPr>
          <p:cNvCxnSpPr>
            <a:cxnSpLocks/>
          </p:cNvCxnSpPr>
          <p:nvPr/>
        </p:nvCxnSpPr>
        <p:spPr>
          <a:xfrm>
            <a:off x="8282844" y="2802733"/>
            <a:ext cx="569286" cy="342732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5" name="TextBox 9234">
            <a:extLst>
              <a:ext uri="{FF2B5EF4-FFF2-40B4-BE49-F238E27FC236}">
                <a16:creationId xmlns:a16="http://schemas.microsoft.com/office/drawing/2014/main" id="{AC03276C-8066-05F2-C89B-2FF9E13BC381}"/>
              </a:ext>
            </a:extLst>
          </p:cNvPr>
          <p:cNvSpPr txBox="1"/>
          <p:nvPr/>
        </p:nvSpPr>
        <p:spPr>
          <a:xfrm>
            <a:off x="640161" y="270930"/>
            <a:ext cx="431878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Integration Concept</a:t>
            </a:r>
          </a:p>
        </p:txBody>
      </p:sp>
    </p:spTree>
    <p:extLst>
      <p:ext uri="{BB962C8B-B14F-4D97-AF65-F5344CB8AC3E}">
        <p14:creationId xmlns:p14="http://schemas.microsoft.com/office/powerpoint/2010/main" val="3063432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2B8FE7-B937-4782-8228-2700BEF1265F}"/>
              </a:ext>
            </a:extLst>
          </p:cNvPr>
          <p:cNvCxnSpPr>
            <a:cxnSpLocks/>
          </p:cNvCxnSpPr>
          <p:nvPr/>
        </p:nvCxnSpPr>
        <p:spPr>
          <a:xfrm>
            <a:off x="6096000" y="447"/>
            <a:ext cx="0" cy="6857107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F30006-9807-4BAE-A2A2-D0C410A964AA}"/>
              </a:ext>
            </a:extLst>
          </p:cNvPr>
          <p:cNvSpPr/>
          <p:nvPr/>
        </p:nvSpPr>
        <p:spPr>
          <a:xfrm>
            <a:off x="5994705" y="-342409"/>
            <a:ext cx="202590" cy="7542818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02C158-B804-4FDB-B426-EA9428E80E14}"/>
              </a:ext>
            </a:extLst>
          </p:cNvPr>
          <p:cNvSpPr/>
          <p:nvPr/>
        </p:nvSpPr>
        <p:spPr>
          <a:xfrm>
            <a:off x="5994705" y="724281"/>
            <a:ext cx="202590" cy="54094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7832E2-B7DB-43E1-9235-B98579D5CAAD}"/>
              </a:ext>
            </a:extLst>
          </p:cNvPr>
          <p:cNvSpPr/>
          <p:nvPr/>
        </p:nvSpPr>
        <p:spPr>
          <a:xfrm>
            <a:off x="5994705" y="853077"/>
            <a:ext cx="202590" cy="515184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855F28-AE92-55AB-1C25-15F6D096F0CD}"/>
              </a:ext>
            </a:extLst>
          </p:cNvPr>
          <p:cNvSpPr/>
          <p:nvPr/>
        </p:nvSpPr>
        <p:spPr>
          <a:xfrm>
            <a:off x="5727448" y="1540197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E1BD15-B09E-B356-8D5B-F51710DC6568}"/>
              </a:ext>
            </a:extLst>
          </p:cNvPr>
          <p:cNvSpPr/>
          <p:nvPr/>
        </p:nvSpPr>
        <p:spPr>
          <a:xfrm>
            <a:off x="5743445" y="4563977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EDC79C-73A2-3015-3C42-5DA31529901F}"/>
              </a:ext>
            </a:extLst>
          </p:cNvPr>
          <p:cNvSpPr/>
          <p:nvPr/>
        </p:nvSpPr>
        <p:spPr>
          <a:xfrm>
            <a:off x="5610118" y="3550574"/>
            <a:ext cx="922480" cy="835372"/>
          </a:xfrm>
          <a:prstGeom prst="ellipse">
            <a:avLst/>
          </a:prstGeom>
          <a:solidFill>
            <a:schemeClr val="tx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03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5115ADE-38AF-3B86-453E-5A348D13AD12}"/>
              </a:ext>
            </a:extLst>
          </p:cNvPr>
          <p:cNvSpPr/>
          <p:nvPr/>
        </p:nvSpPr>
        <p:spPr>
          <a:xfrm>
            <a:off x="5743445" y="2593642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89EFB-83DA-2EA8-2B4F-25A706C428E9}"/>
              </a:ext>
            </a:extLst>
          </p:cNvPr>
          <p:cNvSpPr txBox="1"/>
          <p:nvPr/>
        </p:nvSpPr>
        <p:spPr>
          <a:xfrm>
            <a:off x="640161" y="270930"/>
            <a:ext cx="185817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437976-6C5A-9FD5-BC4D-BA3ABD9DE14A}"/>
              </a:ext>
            </a:extLst>
          </p:cNvPr>
          <p:cNvSpPr txBox="1"/>
          <p:nvPr/>
        </p:nvSpPr>
        <p:spPr>
          <a:xfrm>
            <a:off x="3237191" y="2549269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Integration Plans</a:t>
            </a:r>
          </a:p>
          <a:p>
            <a:pPr marL="171450" marR="0" lvl="0" indent="-17145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 of architecture.</a:t>
            </a:r>
          </a:p>
          <a:p>
            <a:pPr marL="171450" marR="0" lvl="0" indent="-17145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methodology.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A0639-135A-957E-A4C1-26D3EBCEA145}"/>
              </a:ext>
            </a:extLst>
          </p:cNvPr>
          <p:cNvSpPr txBox="1"/>
          <p:nvPr/>
        </p:nvSpPr>
        <p:spPr>
          <a:xfrm>
            <a:off x="6581883" y="3578340"/>
            <a:ext cx="37266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Resources &amp; Project Stages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Project resources to deliver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solution.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High-level project stages and tasks.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A599B-A420-C5B6-49DE-0119411B6484}"/>
              </a:ext>
            </a:extLst>
          </p:cNvPr>
          <p:cNvSpPr txBox="1"/>
          <p:nvPr/>
        </p:nvSpPr>
        <p:spPr>
          <a:xfrm>
            <a:off x="3061320" y="4540711"/>
            <a:ext cx="25307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Enablement Tools</a:t>
            </a:r>
          </a:p>
          <a:p>
            <a:pPr marR="0" lvl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Jupyter Notebook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Visual Studio Code examples.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972459-721E-0238-5B8B-BC4D325D0CF7}"/>
              </a:ext>
            </a:extLst>
          </p:cNvPr>
          <p:cNvSpPr txBox="1"/>
          <p:nvPr/>
        </p:nvSpPr>
        <p:spPr>
          <a:xfrm>
            <a:off x="6667819" y="1453984"/>
            <a:ext cx="332183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Overview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are our objectives today and moving forward.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noProof="0" dirty="0">
                <a:solidFill>
                  <a:srgbClr val="FFFFFF"/>
                </a:solidFill>
                <a:latin typeface="Calibri"/>
              </a:rPr>
              <a:t>Technical assumptions &amp; questions.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measure</a:t>
            </a:r>
            <a:r>
              <a:rPr kumimoji="0" lang="en-US" sz="900" b="0" i="0" u="none" strike="noStrike" kern="1200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success.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892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AF181-629C-E71B-D5E9-A011C1BF956E}"/>
              </a:ext>
            </a:extLst>
          </p:cNvPr>
          <p:cNvSpPr txBox="1"/>
          <p:nvPr/>
        </p:nvSpPr>
        <p:spPr>
          <a:xfrm>
            <a:off x="640161" y="270930"/>
            <a:ext cx="3962920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Resource</a:t>
            </a:r>
            <a:r>
              <a:rPr kumimoji="0" lang="en-US" sz="3299" b="1" i="0" u="none" strike="noStrike" kern="1200" cap="none" spc="0" normalizeH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Planning</a:t>
            </a:r>
            <a:endParaRPr kumimoji="0" lang="en-US" sz="3299" b="1" i="0" u="none" strike="noStrike" kern="1200" cap="none" spc="0" normalizeH="0" baseline="0" noProof="0" dirty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1D4CE9-6E42-9625-C91F-C9555A2F7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03988"/>
              </p:ext>
            </p:extLst>
          </p:nvPr>
        </p:nvGraphicFramePr>
        <p:xfrm>
          <a:off x="640160" y="1216466"/>
          <a:ext cx="10858241" cy="486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440">
                  <a:extLst>
                    <a:ext uri="{9D8B030D-6E8A-4147-A177-3AD203B41FA5}">
                      <a16:colId xmlns:a16="http://schemas.microsoft.com/office/drawing/2014/main" val="3444913287"/>
                    </a:ext>
                  </a:extLst>
                </a:gridCol>
                <a:gridCol w="6724800">
                  <a:extLst>
                    <a:ext uri="{9D8B030D-6E8A-4147-A177-3AD203B41FA5}">
                      <a16:colId xmlns:a16="http://schemas.microsoft.com/office/drawing/2014/main" val="3334154973"/>
                    </a:ext>
                  </a:extLst>
                </a:gridCol>
                <a:gridCol w="2088001">
                  <a:extLst>
                    <a:ext uri="{9D8B030D-6E8A-4147-A177-3AD203B41FA5}">
                      <a16:colId xmlns:a16="http://schemas.microsoft.com/office/drawing/2014/main" val="41491173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Responsibility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Team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754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Executive Sponsor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 for backing of project and ownership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Glean,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154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Project Manager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Define project plan, accountability, tracking, comms, team mgmt.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Glean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Business Stakeholders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Line-of-Business members to define features, permissions and success metrics.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722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Architects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Review API framework for integration with custom CRM and Chatbot.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Glean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702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Engineering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Development teams to collaborate on integration.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Glean,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08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Testers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Engineering test tasks (scale, pen, error) and end user group for UAT.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Glean,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90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Infrastructure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Setup environment for development and testing.  Keep updated with data imports/snapshots. Manage connectivity for collaborative development.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43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DevOps/SRE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Implement deployment CI/CD workflow for rapid deployment and monitoring.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Glean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1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SecOps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Review data privacy and penetration testing.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Glean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580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IT Support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support team to log issues and assist end users.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452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Glean Technical Services/Support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 for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AcmeOne’s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developers with future customizations or development questions.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Glean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924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655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389EFB-83DA-2EA8-2B4F-25A706C428E9}"/>
              </a:ext>
            </a:extLst>
          </p:cNvPr>
          <p:cNvSpPr txBox="1"/>
          <p:nvPr/>
        </p:nvSpPr>
        <p:spPr>
          <a:xfrm>
            <a:off x="640161" y="270930"/>
            <a:ext cx="308607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Project Stages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A30BC76A-3979-9D73-F7EC-1741B6128AC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: Top Corners Rounded 50">
            <a:extLst>
              <a:ext uri="{FF2B5EF4-FFF2-40B4-BE49-F238E27FC236}">
                <a16:creationId xmlns:a16="http://schemas.microsoft.com/office/drawing/2014/main" id="{10412D42-E6CA-2795-8170-A2F6870E4190}"/>
              </a:ext>
            </a:extLst>
          </p:cNvPr>
          <p:cNvSpPr/>
          <p:nvPr/>
        </p:nvSpPr>
        <p:spPr>
          <a:xfrm rot="5400000" flipV="1">
            <a:off x="6233643" y="-2243210"/>
            <a:ext cx="171111" cy="117456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67EEB8-495C-7D1D-A81F-DD6BDE403F10}"/>
              </a:ext>
            </a:extLst>
          </p:cNvPr>
          <p:cNvGrpSpPr/>
          <p:nvPr/>
        </p:nvGrpSpPr>
        <p:grpSpPr>
          <a:xfrm>
            <a:off x="2230676" y="3414654"/>
            <a:ext cx="415775" cy="415775"/>
            <a:chOff x="8128822" y="6442170"/>
            <a:chExt cx="831659" cy="831659"/>
          </a:xfrm>
        </p:grpSpPr>
        <p:sp>
          <p:nvSpPr>
            <p:cNvPr id="15" name="Rectangle: Rounded Corners 56">
              <a:extLst>
                <a:ext uri="{FF2B5EF4-FFF2-40B4-BE49-F238E27FC236}">
                  <a16:creationId xmlns:a16="http://schemas.microsoft.com/office/drawing/2014/main" id="{640BA015-94CD-2073-2F28-E654701632DD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86F37A-A295-4C51-A134-87825158C634}"/>
                </a:ext>
              </a:extLst>
            </p:cNvPr>
            <p:cNvSpPr/>
            <p:nvPr/>
          </p:nvSpPr>
          <p:spPr>
            <a:xfrm>
              <a:off x="8202846" y="6627166"/>
              <a:ext cx="683612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3DC37D-A388-4596-02B8-FAAB0B022126}"/>
              </a:ext>
            </a:extLst>
          </p:cNvPr>
          <p:cNvGrpSpPr/>
          <p:nvPr/>
        </p:nvGrpSpPr>
        <p:grpSpPr>
          <a:xfrm>
            <a:off x="3159012" y="3409645"/>
            <a:ext cx="415775" cy="415775"/>
            <a:chOff x="8128822" y="6442170"/>
            <a:chExt cx="831659" cy="831659"/>
          </a:xfrm>
        </p:grpSpPr>
        <p:sp>
          <p:nvSpPr>
            <p:cNvPr id="18" name="Rectangle: Rounded Corners 59">
              <a:extLst>
                <a:ext uri="{FF2B5EF4-FFF2-40B4-BE49-F238E27FC236}">
                  <a16:creationId xmlns:a16="http://schemas.microsoft.com/office/drawing/2014/main" id="{083A2CA0-1B19-33D2-4F90-A3CAE8ED7F8C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8C00AA-D110-EBF0-75CF-216362E636F3}"/>
                </a:ext>
              </a:extLst>
            </p:cNvPr>
            <p:cNvSpPr/>
            <p:nvPr/>
          </p:nvSpPr>
          <p:spPr>
            <a:xfrm>
              <a:off x="8202846" y="6627166"/>
              <a:ext cx="683612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409C94-1502-97E2-1D6C-5C06FF1B47C2}"/>
              </a:ext>
            </a:extLst>
          </p:cNvPr>
          <p:cNvGrpSpPr/>
          <p:nvPr/>
        </p:nvGrpSpPr>
        <p:grpSpPr>
          <a:xfrm>
            <a:off x="429924" y="1426822"/>
            <a:ext cx="2015251" cy="2009344"/>
            <a:chOff x="4992150" y="3183951"/>
            <a:chExt cx="3552501" cy="401921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3C642C6-6C6C-CE3F-25B0-340566FC0B6F}"/>
                </a:ext>
              </a:extLst>
            </p:cNvPr>
            <p:cNvGrpSpPr/>
            <p:nvPr/>
          </p:nvGrpSpPr>
          <p:grpSpPr>
            <a:xfrm>
              <a:off x="4992150" y="3183951"/>
              <a:ext cx="3188722" cy="3503757"/>
              <a:chOff x="4992150" y="3183951"/>
              <a:chExt cx="3188722" cy="3503757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9FD46E-1D12-3D59-F823-7A091E1F96A4}"/>
                  </a:ext>
                </a:extLst>
              </p:cNvPr>
              <p:cNvSpPr txBox="1"/>
              <p:nvPr/>
            </p:nvSpPr>
            <p:spPr>
              <a:xfrm>
                <a:off x="4992150" y="3183951"/>
                <a:ext cx="2950685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ctr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>
                    <a:solidFill>
                      <a:srgbClr val="FFFFFF"/>
                    </a:solidFill>
                    <a:latin typeface="Century Gothic"/>
                  </a:rPr>
                  <a:t>Design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Phase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60C6D7-512E-6427-6F4D-BC38E57B532A}"/>
                  </a:ext>
                </a:extLst>
              </p:cNvPr>
              <p:cNvSpPr txBox="1"/>
              <p:nvPr/>
            </p:nvSpPr>
            <p:spPr>
              <a:xfrm>
                <a:off x="5037533" y="4656118"/>
                <a:ext cx="3143339" cy="20315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Review CRM APIs and existing code libraries</a:t>
                </a:r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Prototype API integration</a:t>
                </a:r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Review Chatbot API/webhooks</a:t>
                </a:r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Build basic prototype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428EF98-3941-5019-E74A-59B16F94608A}"/>
                </a:ext>
              </a:extLst>
            </p:cNvPr>
            <p:cNvGrpSpPr/>
            <p:nvPr/>
          </p:nvGrpSpPr>
          <p:grpSpPr>
            <a:xfrm>
              <a:off x="5174673" y="4536831"/>
              <a:ext cx="3369978" cy="2666330"/>
              <a:chOff x="5174673" y="4536831"/>
              <a:chExt cx="3369978" cy="266633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34C652D-CE71-B1DD-ECA8-FC0D2574BE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44651" y="4536831"/>
                <a:ext cx="0" cy="26663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C9AF1DF-4C72-9CFE-8C6F-F3B4A3DEC2D2}"/>
                  </a:ext>
                </a:extLst>
              </p:cNvPr>
              <p:cNvCxnSpPr/>
              <p:nvPr/>
            </p:nvCxnSpPr>
            <p:spPr>
              <a:xfrm flipH="1">
                <a:off x="5174673" y="4536831"/>
                <a:ext cx="33699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2E51DE-B3CF-56C7-01E9-6C3042054081}"/>
              </a:ext>
            </a:extLst>
          </p:cNvPr>
          <p:cNvGrpSpPr/>
          <p:nvPr/>
        </p:nvGrpSpPr>
        <p:grpSpPr>
          <a:xfrm>
            <a:off x="1312074" y="3825418"/>
            <a:ext cx="2054824" cy="2491137"/>
            <a:chOff x="8083405" y="7273827"/>
            <a:chExt cx="4110183" cy="498292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AE0CDE5-C936-DCE3-1CFB-9075EDAE6612}"/>
                </a:ext>
              </a:extLst>
            </p:cNvPr>
            <p:cNvGrpSpPr/>
            <p:nvPr/>
          </p:nvGrpSpPr>
          <p:grpSpPr>
            <a:xfrm flipV="1">
              <a:off x="8238480" y="7273827"/>
              <a:ext cx="3955108" cy="2150996"/>
              <a:chOff x="4589543" y="4536831"/>
              <a:chExt cx="3955108" cy="1905339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E0870F0-1E2E-3A70-CC4E-C588FB8DE068}"/>
                  </a:ext>
                </a:extLst>
              </p:cNvPr>
              <p:cNvCxnSpPr/>
              <p:nvPr/>
            </p:nvCxnSpPr>
            <p:spPr>
              <a:xfrm flipV="1">
                <a:off x="8544651" y="4536831"/>
                <a:ext cx="0" cy="190533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CDB68BA-798E-54E4-F89B-6B61A43DA8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89543" y="4536831"/>
                <a:ext cx="39551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586D8E5-DE7B-41FD-4542-800D9061E575}"/>
                </a:ext>
              </a:extLst>
            </p:cNvPr>
            <p:cNvGrpSpPr/>
            <p:nvPr/>
          </p:nvGrpSpPr>
          <p:grpSpPr>
            <a:xfrm>
              <a:off x="8083405" y="8001438"/>
              <a:ext cx="4019281" cy="4255311"/>
              <a:chOff x="8083405" y="8001438"/>
              <a:chExt cx="4019281" cy="4255311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118915-4726-4CBE-D267-6D95D8C948B2}"/>
                  </a:ext>
                </a:extLst>
              </p:cNvPr>
              <p:cNvSpPr txBox="1"/>
              <p:nvPr/>
            </p:nvSpPr>
            <p:spPr>
              <a:xfrm>
                <a:off x="8111147" y="8001438"/>
                <a:ext cx="3396244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Infrastructure 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1FC1550-EEB1-07AE-B075-AB3A01C60EC9}"/>
                  </a:ext>
                </a:extLst>
              </p:cNvPr>
              <p:cNvSpPr txBox="1"/>
              <p:nvPr/>
            </p:nvSpPr>
            <p:spPr>
              <a:xfrm>
                <a:off x="8083405" y="9609527"/>
                <a:ext cx="4019281" cy="264722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Deploy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non-production environment using data extraction or snapshot of CRM system and Internal Chatbot</a:t>
                </a:r>
              </a:p>
              <a:p>
                <a:pPr marL="171450" indent="-171450" defTabSz="228554">
                  <a:buFont typeface="Arial" panose="020B0604020202020204" pitchFamily="34" charset="0"/>
                  <a:buChar char="•"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Create </a:t>
                </a:r>
                <a:r>
                  <a:rPr lang="en-US" sz="1000" dirty="0" err="1">
                    <a:solidFill>
                      <a:srgbClr val="FFFFFF"/>
                    </a:solidFill>
                    <a:latin typeface="Calibri"/>
                  </a:rPr>
                  <a:t>datasources</a:t>
                </a:r>
                <a:endParaRPr lang="en-US" sz="1000" dirty="0">
                  <a:solidFill>
                    <a:srgbClr val="FFFFFF"/>
                  </a:solidFill>
                  <a:latin typeface="Calibri"/>
                </a:endParaRP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Connectivity for collaborative development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Auth/n/z configuration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7A0ABC-9F0C-20E9-B960-4B411E9CF634}"/>
              </a:ext>
            </a:extLst>
          </p:cNvPr>
          <p:cNvGrpSpPr/>
          <p:nvPr/>
        </p:nvGrpSpPr>
        <p:grpSpPr>
          <a:xfrm>
            <a:off x="4616338" y="3427821"/>
            <a:ext cx="415775" cy="415775"/>
            <a:chOff x="8128822" y="6442170"/>
            <a:chExt cx="831659" cy="831659"/>
          </a:xfrm>
        </p:grpSpPr>
        <p:sp>
          <p:nvSpPr>
            <p:cNvPr id="39" name="Rectangle: Rounded Corners 78">
              <a:extLst>
                <a:ext uri="{FF2B5EF4-FFF2-40B4-BE49-F238E27FC236}">
                  <a16:creationId xmlns:a16="http://schemas.microsoft.com/office/drawing/2014/main" id="{94CAB48C-7A25-DB32-62F5-587F06DD1EF8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ED0E11F-0755-1A13-3BEC-C702B0BAC23A}"/>
                </a:ext>
              </a:extLst>
            </p:cNvPr>
            <p:cNvSpPr/>
            <p:nvPr/>
          </p:nvSpPr>
          <p:spPr>
            <a:xfrm>
              <a:off x="8202846" y="6627166"/>
              <a:ext cx="683612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A55A720-4FA5-2C62-24D2-3545CB1D7FEF}"/>
              </a:ext>
            </a:extLst>
          </p:cNvPr>
          <p:cNvGrpSpPr/>
          <p:nvPr/>
        </p:nvGrpSpPr>
        <p:grpSpPr>
          <a:xfrm>
            <a:off x="5594355" y="3427821"/>
            <a:ext cx="415775" cy="415775"/>
            <a:chOff x="8128822" y="6442170"/>
            <a:chExt cx="831659" cy="831659"/>
          </a:xfrm>
        </p:grpSpPr>
        <p:sp>
          <p:nvSpPr>
            <p:cNvPr id="42" name="Rectangle: Rounded Corners 81">
              <a:extLst>
                <a:ext uri="{FF2B5EF4-FFF2-40B4-BE49-F238E27FC236}">
                  <a16:creationId xmlns:a16="http://schemas.microsoft.com/office/drawing/2014/main" id="{64BC4CA1-5649-18EB-AF6A-29071359D9B6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A9FF054-62FA-2698-3C52-992EC6F0F68C}"/>
                </a:ext>
              </a:extLst>
            </p:cNvPr>
            <p:cNvSpPr/>
            <p:nvPr/>
          </p:nvSpPr>
          <p:spPr>
            <a:xfrm>
              <a:off x="8202846" y="6627166"/>
              <a:ext cx="683612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AD4108F-1937-1483-2589-176853208F87}"/>
              </a:ext>
            </a:extLst>
          </p:cNvPr>
          <p:cNvGrpSpPr/>
          <p:nvPr/>
        </p:nvGrpSpPr>
        <p:grpSpPr>
          <a:xfrm>
            <a:off x="2911875" y="1404456"/>
            <a:ext cx="1998015" cy="2000267"/>
            <a:chOff x="12010130" y="2887735"/>
            <a:chExt cx="3996550" cy="444997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4F218F2-F421-AE3F-C61E-0C63EDFE25B5}"/>
                </a:ext>
              </a:extLst>
            </p:cNvPr>
            <p:cNvGrpSpPr/>
            <p:nvPr/>
          </p:nvGrpSpPr>
          <p:grpSpPr>
            <a:xfrm>
              <a:off x="12010130" y="2887735"/>
              <a:ext cx="3996550" cy="3435516"/>
              <a:chOff x="12010130" y="2887735"/>
              <a:chExt cx="3996550" cy="3435516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91593D8-91A5-990D-D79A-4CD6C21B030F}"/>
                  </a:ext>
                </a:extLst>
              </p:cNvPr>
              <p:cNvSpPr txBox="1"/>
              <p:nvPr/>
            </p:nvSpPr>
            <p:spPr>
              <a:xfrm>
                <a:off x="12067800" y="2887735"/>
                <a:ext cx="2254757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Develop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A11DA5-FB4A-EFE4-2D62-FE1AF627DC5D}"/>
                  </a:ext>
                </a:extLst>
              </p:cNvPr>
              <p:cNvSpPr txBox="1"/>
              <p:nvPr/>
            </p:nvSpPr>
            <p:spPr>
              <a:xfrm>
                <a:off x="12010130" y="4748423"/>
                <a:ext cx="3996550" cy="15748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171450" indent="-171450" defTabSz="228554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Develop Indexing and Search API modules</a:t>
                </a:r>
              </a:p>
              <a:p>
                <a:pPr marL="171450" indent="-171450" defTabSz="228554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Integrate CRM and Chatbot API/webhooks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A5A5F5B-47BC-950C-1CC7-C2800EEB96AF}"/>
                </a:ext>
              </a:extLst>
            </p:cNvPr>
            <p:cNvGrpSpPr/>
            <p:nvPr/>
          </p:nvGrpSpPr>
          <p:grpSpPr>
            <a:xfrm>
              <a:off x="12234096" y="4446118"/>
              <a:ext cx="3601230" cy="2891593"/>
              <a:chOff x="4942305" y="5273225"/>
              <a:chExt cx="3601230" cy="169340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2040CA7-B430-1296-CEE7-D7F86E7744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35310" y="5273225"/>
                <a:ext cx="8225" cy="1693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348FD048-814B-F43E-CB7D-3F7C365527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42305" y="5273225"/>
                <a:ext cx="360122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07DFAC-90A8-64E1-A015-6F07AD4D3703}"/>
              </a:ext>
            </a:extLst>
          </p:cNvPr>
          <p:cNvGrpSpPr/>
          <p:nvPr/>
        </p:nvGrpSpPr>
        <p:grpSpPr>
          <a:xfrm>
            <a:off x="4031987" y="3857014"/>
            <a:ext cx="2250742" cy="1963685"/>
            <a:chOff x="15933657" y="7021077"/>
            <a:chExt cx="4502068" cy="392788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87E67B-D005-7F71-9B57-5C575BB7B2C4}"/>
                </a:ext>
              </a:extLst>
            </p:cNvPr>
            <p:cNvGrpSpPr/>
            <p:nvPr/>
          </p:nvGrpSpPr>
          <p:grpSpPr>
            <a:xfrm flipV="1">
              <a:off x="16103656" y="7021077"/>
              <a:ext cx="3369978" cy="1727287"/>
              <a:chOff x="5174673" y="5578638"/>
              <a:chExt cx="3369978" cy="1011548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08B52623-7481-6BD0-FCC8-01EAC94528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44651" y="5578638"/>
                <a:ext cx="0" cy="10115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76B8FD4-DF40-CE4B-2F70-ED3C4768AEDA}"/>
                  </a:ext>
                </a:extLst>
              </p:cNvPr>
              <p:cNvCxnSpPr/>
              <p:nvPr/>
            </p:nvCxnSpPr>
            <p:spPr>
              <a:xfrm flipH="1">
                <a:off x="5174673" y="5588743"/>
                <a:ext cx="33699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0D95AC6-156E-9214-DEE5-600783FD1FA1}"/>
                </a:ext>
              </a:extLst>
            </p:cNvPr>
            <p:cNvGrpSpPr/>
            <p:nvPr/>
          </p:nvGrpSpPr>
          <p:grpSpPr>
            <a:xfrm>
              <a:off x="15933657" y="7438286"/>
              <a:ext cx="4502068" cy="3510672"/>
              <a:chOff x="15933657" y="7438286"/>
              <a:chExt cx="4502068" cy="3510672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FAFB47-63FD-94AC-C65D-32D3F7E73B6D}"/>
                  </a:ext>
                </a:extLst>
              </p:cNvPr>
              <p:cNvSpPr txBox="1"/>
              <p:nvPr/>
            </p:nvSpPr>
            <p:spPr>
              <a:xfrm>
                <a:off x="15933657" y="7438286"/>
                <a:ext cx="1889223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>
                    <a:solidFill>
                      <a:srgbClr val="FFFFFF"/>
                    </a:solidFill>
                    <a:latin typeface="Century Gothic"/>
                  </a:rPr>
                  <a:t>Testing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A3CE882-9ABE-356E-13D5-EF58519926B3}"/>
                  </a:ext>
                </a:extLst>
              </p:cNvPr>
              <p:cNvSpPr txBox="1"/>
              <p:nvPr/>
            </p:nvSpPr>
            <p:spPr>
              <a:xfrm>
                <a:off x="15969872" y="8917368"/>
                <a:ext cx="4465853" cy="20315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R="0" lvl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Conduct multiple testing phases in parallel: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Unit testing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Scale testing </a:t>
                </a: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to support 5,000 users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Penetration testing (Auth/n/z)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UAT</a:t>
                </a: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CA277C4-DBAC-4955-3A9E-71592D654518}"/>
              </a:ext>
            </a:extLst>
          </p:cNvPr>
          <p:cNvGrpSpPr/>
          <p:nvPr/>
        </p:nvGrpSpPr>
        <p:grpSpPr>
          <a:xfrm>
            <a:off x="7380872" y="3454238"/>
            <a:ext cx="415775" cy="415775"/>
            <a:chOff x="8128822" y="6442170"/>
            <a:chExt cx="831659" cy="831659"/>
          </a:xfrm>
        </p:grpSpPr>
        <p:sp>
          <p:nvSpPr>
            <p:cNvPr id="59" name="Rectangle: Rounded Corners 78">
              <a:extLst>
                <a:ext uri="{FF2B5EF4-FFF2-40B4-BE49-F238E27FC236}">
                  <a16:creationId xmlns:a16="http://schemas.microsoft.com/office/drawing/2014/main" id="{B68419D1-1934-EE67-6B62-64CD8E2CE938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F8EC760-9876-D8CE-A603-684AF7C7E198}"/>
                </a:ext>
              </a:extLst>
            </p:cNvPr>
            <p:cNvSpPr/>
            <p:nvPr/>
          </p:nvSpPr>
          <p:spPr>
            <a:xfrm>
              <a:off x="8202848" y="6627166"/>
              <a:ext cx="683610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CEE68B2-E958-9453-C07A-96CAB83022C8}"/>
              </a:ext>
            </a:extLst>
          </p:cNvPr>
          <p:cNvGrpSpPr/>
          <p:nvPr/>
        </p:nvGrpSpPr>
        <p:grpSpPr>
          <a:xfrm>
            <a:off x="5359859" y="1593088"/>
            <a:ext cx="2228900" cy="1884420"/>
            <a:chOff x="11393252" y="3726168"/>
            <a:chExt cx="4458380" cy="376933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DF26469-988B-C629-1BA9-B38A83DC3A1B}"/>
                </a:ext>
              </a:extLst>
            </p:cNvPr>
            <p:cNvGrpSpPr/>
            <p:nvPr/>
          </p:nvGrpSpPr>
          <p:grpSpPr>
            <a:xfrm>
              <a:off x="11393252" y="3726168"/>
              <a:ext cx="4281713" cy="2708666"/>
              <a:chOff x="11393252" y="3726168"/>
              <a:chExt cx="4281713" cy="2708666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2525C3A-9659-F7DD-6F21-CDEE2D085310}"/>
                  </a:ext>
                </a:extLst>
              </p:cNvPr>
              <p:cNvSpPr txBox="1"/>
              <p:nvPr/>
            </p:nvSpPr>
            <p:spPr>
              <a:xfrm>
                <a:off x="11393252" y="3726168"/>
                <a:ext cx="3110873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Deployment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F5DA9C3-E525-9478-91E8-2DC4C13AB579}"/>
                  </a:ext>
                </a:extLst>
              </p:cNvPr>
              <p:cNvSpPr txBox="1"/>
              <p:nvPr/>
            </p:nvSpPr>
            <p:spPr>
              <a:xfrm>
                <a:off x="11476513" y="5326694"/>
                <a:ext cx="4198452" cy="11081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As progress is made with development a CI/CD pipeline should be established to deploy latest code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66C8F91-CE44-7E7D-C543-E854407F4FDB}"/>
                </a:ext>
              </a:extLst>
            </p:cNvPr>
            <p:cNvGrpSpPr/>
            <p:nvPr/>
          </p:nvGrpSpPr>
          <p:grpSpPr>
            <a:xfrm>
              <a:off x="11629769" y="5227537"/>
              <a:ext cx="4221863" cy="2267961"/>
              <a:chOff x="4337978" y="5730845"/>
              <a:chExt cx="4221863" cy="1328183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1F11B57-8382-1857-C545-7E05AE12A8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54528" y="5738416"/>
                <a:ext cx="5313" cy="13206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DDEC961F-6875-4A5B-91CC-001B2DF3B6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37978" y="5730845"/>
                <a:ext cx="422186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8756314-BE39-5141-B82F-D967C7996C6E}"/>
              </a:ext>
            </a:extLst>
          </p:cNvPr>
          <p:cNvGrpSpPr/>
          <p:nvPr/>
        </p:nvGrpSpPr>
        <p:grpSpPr>
          <a:xfrm>
            <a:off x="8555775" y="3441239"/>
            <a:ext cx="415775" cy="415775"/>
            <a:chOff x="8128822" y="6442170"/>
            <a:chExt cx="831659" cy="831659"/>
          </a:xfrm>
        </p:grpSpPr>
        <p:sp>
          <p:nvSpPr>
            <p:cNvPr id="69" name="Rectangle: Rounded Corners 59">
              <a:extLst>
                <a:ext uri="{FF2B5EF4-FFF2-40B4-BE49-F238E27FC236}">
                  <a16:creationId xmlns:a16="http://schemas.microsoft.com/office/drawing/2014/main" id="{F613F350-6D74-FE47-87AB-B05C4CC6E058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6CEE68E-2FA5-D617-3347-BE5F6E73DBD1}"/>
                </a:ext>
              </a:extLst>
            </p:cNvPr>
            <p:cNvSpPr/>
            <p:nvPr/>
          </p:nvSpPr>
          <p:spPr>
            <a:xfrm>
              <a:off x="8202848" y="6627166"/>
              <a:ext cx="683610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72C4C8C-D6A5-4B3C-4404-F63494EB9598}"/>
              </a:ext>
            </a:extLst>
          </p:cNvPr>
          <p:cNvGrpSpPr/>
          <p:nvPr/>
        </p:nvGrpSpPr>
        <p:grpSpPr>
          <a:xfrm>
            <a:off x="6422077" y="3865640"/>
            <a:ext cx="2342121" cy="2107817"/>
            <a:chOff x="8076288" y="7291081"/>
            <a:chExt cx="4684849" cy="4216183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F408544-F095-C0D6-FAE3-64CE544A8B89}"/>
                </a:ext>
              </a:extLst>
            </p:cNvPr>
            <p:cNvGrpSpPr/>
            <p:nvPr/>
          </p:nvGrpSpPr>
          <p:grpSpPr>
            <a:xfrm flipV="1">
              <a:off x="8413117" y="7291081"/>
              <a:ext cx="4344668" cy="1727287"/>
              <a:chOff x="4764180" y="4896866"/>
              <a:chExt cx="4344668" cy="1530020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647387C-C8F6-30F0-CA1C-47CF62425B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08848" y="4896866"/>
                <a:ext cx="0" cy="15300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21704F1-E310-8FE2-7ED3-B51367468D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64180" y="4912150"/>
                <a:ext cx="434466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F58366E-940E-3A6B-85E6-38F5B40CC422}"/>
                </a:ext>
              </a:extLst>
            </p:cNvPr>
            <p:cNvGrpSpPr/>
            <p:nvPr/>
          </p:nvGrpSpPr>
          <p:grpSpPr>
            <a:xfrm>
              <a:off x="8076288" y="7667011"/>
              <a:ext cx="4684849" cy="3840253"/>
              <a:chOff x="8076288" y="7667011"/>
              <a:chExt cx="4684849" cy="3840253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A4EC059-E382-D328-8026-B7934E313626}"/>
                  </a:ext>
                </a:extLst>
              </p:cNvPr>
              <p:cNvSpPr txBox="1"/>
              <p:nvPr/>
            </p:nvSpPr>
            <p:spPr>
              <a:xfrm>
                <a:off x="8076288" y="7667011"/>
                <a:ext cx="3480857" cy="73876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 Enablement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9FED5ED-D048-5CCF-1C42-DFFFF61DDE31}"/>
                  </a:ext>
                </a:extLst>
              </p:cNvPr>
              <p:cNvSpPr txBox="1"/>
              <p:nvPr/>
            </p:nvSpPr>
            <p:spPr>
              <a:xfrm>
                <a:off x="8246734" y="9167857"/>
                <a:ext cx="4514403" cy="23394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Deliver training series for end users.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Del</a:t>
                </a:r>
                <a:r>
                  <a:rPr lang="en-US" sz="1000" dirty="0" err="1">
                    <a:solidFill>
                      <a:srgbClr val="FFFFFF"/>
                    </a:solidFill>
                    <a:latin typeface="Calibri"/>
                  </a:rPr>
                  <a:t>iver</a:t>
                </a: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 training series to internal developers/power users on extensibility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Documentation. Code should be self-documented as much as possible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791553A-0F26-1EFD-6239-2A7D4BB7E024}"/>
              </a:ext>
            </a:extLst>
          </p:cNvPr>
          <p:cNvGrpSpPr/>
          <p:nvPr/>
        </p:nvGrpSpPr>
        <p:grpSpPr>
          <a:xfrm>
            <a:off x="10221572" y="3437295"/>
            <a:ext cx="415775" cy="415775"/>
            <a:chOff x="8128822" y="6442170"/>
            <a:chExt cx="831659" cy="831659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AFFE3761-32DC-B4D9-5933-7B6BA84AB3BE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523E9B3-2620-8D34-5482-1AF32809C957}"/>
                </a:ext>
              </a:extLst>
            </p:cNvPr>
            <p:cNvSpPr/>
            <p:nvPr/>
          </p:nvSpPr>
          <p:spPr>
            <a:xfrm>
              <a:off x="8202848" y="6627166"/>
              <a:ext cx="683610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8E0F44A-AC31-7749-EF38-9C9702D76D4A}"/>
              </a:ext>
            </a:extLst>
          </p:cNvPr>
          <p:cNvGrpSpPr/>
          <p:nvPr/>
        </p:nvGrpSpPr>
        <p:grpSpPr>
          <a:xfrm>
            <a:off x="8223472" y="1590852"/>
            <a:ext cx="2541080" cy="1833027"/>
            <a:chOff x="11422526" y="3704802"/>
            <a:chExt cx="5082821" cy="3666531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562BDF3-588C-BA04-0F99-F5986D488D5D}"/>
                </a:ext>
              </a:extLst>
            </p:cNvPr>
            <p:cNvGrpSpPr/>
            <p:nvPr/>
          </p:nvGrpSpPr>
          <p:grpSpPr>
            <a:xfrm>
              <a:off x="11422526" y="3704802"/>
              <a:ext cx="5082821" cy="2772592"/>
              <a:chOff x="11422526" y="3704802"/>
              <a:chExt cx="5082821" cy="2772592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F2CB7DF-CF7C-6E97-FFE6-4E6914261C9F}"/>
                  </a:ext>
                </a:extLst>
              </p:cNvPr>
              <p:cNvSpPr txBox="1"/>
              <p:nvPr/>
            </p:nvSpPr>
            <p:spPr>
              <a:xfrm>
                <a:off x="11422526" y="3704802"/>
                <a:ext cx="5082821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Monitoring &amp; Cutover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EC17B9C-15BE-6748-16BE-9F0C45B4F589}"/>
                  </a:ext>
                </a:extLst>
              </p:cNvPr>
              <p:cNvSpPr txBox="1"/>
              <p:nvPr/>
            </p:nvSpPr>
            <p:spPr>
              <a:xfrm>
                <a:off x="11515346" y="5369254"/>
                <a:ext cx="4061442" cy="11081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Defect management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Performance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Issue tracking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8DF6D64-06DC-EE7C-7F56-B861112956DA}"/>
                </a:ext>
              </a:extLst>
            </p:cNvPr>
            <p:cNvGrpSpPr/>
            <p:nvPr/>
          </p:nvGrpSpPr>
          <p:grpSpPr>
            <a:xfrm>
              <a:off x="11614569" y="5210642"/>
              <a:ext cx="4222715" cy="2160691"/>
              <a:chOff x="4322778" y="5720953"/>
              <a:chExt cx="4222715" cy="1265363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B4FBC962-999D-FCAB-2031-EDF3F8E5F9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43279" y="5728524"/>
                <a:ext cx="0" cy="12577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AE34025C-C5E5-945A-5E6B-19D32C0741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2778" y="5720953"/>
                <a:ext cx="422271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1FE2421-D309-91DA-3222-C566C3478B3F}"/>
              </a:ext>
            </a:extLst>
          </p:cNvPr>
          <p:cNvGrpSpPr/>
          <p:nvPr/>
        </p:nvGrpSpPr>
        <p:grpSpPr>
          <a:xfrm>
            <a:off x="11037784" y="3427824"/>
            <a:ext cx="415775" cy="415775"/>
            <a:chOff x="8128822" y="6442170"/>
            <a:chExt cx="831659" cy="831659"/>
          </a:xfrm>
        </p:grpSpPr>
        <p:sp>
          <p:nvSpPr>
            <p:cNvPr id="89" name="Rectangle: Rounded Corners 59">
              <a:extLst>
                <a:ext uri="{FF2B5EF4-FFF2-40B4-BE49-F238E27FC236}">
                  <a16:creationId xmlns:a16="http://schemas.microsoft.com/office/drawing/2014/main" id="{234FB6FC-A3E6-4914-8DE6-54E97A6503BF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6CDD7C6-220F-6C51-6731-ADD44A475EEE}"/>
                </a:ext>
              </a:extLst>
            </p:cNvPr>
            <p:cNvSpPr/>
            <p:nvPr/>
          </p:nvSpPr>
          <p:spPr>
            <a:xfrm>
              <a:off x="8202848" y="6627166"/>
              <a:ext cx="683610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769753D-7C29-0B5F-64E0-17EBDEE95A6B}"/>
              </a:ext>
            </a:extLst>
          </p:cNvPr>
          <p:cNvGrpSpPr/>
          <p:nvPr/>
        </p:nvGrpSpPr>
        <p:grpSpPr>
          <a:xfrm>
            <a:off x="9472745" y="3843596"/>
            <a:ext cx="1772923" cy="2173466"/>
            <a:chOff x="8647278" y="7273827"/>
            <a:chExt cx="3546310" cy="434749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07A7CF5-4355-08D1-BF9A-EA92B96183CA}"/>
                </a:ext>
              </a:extLst>
            </p:cNvPr>
            <p:cNvGrpSpPr/>
            <p:nvPr/>
          </p:nvGrpSpPr>
          <p:grpSpPr>
            <a:xfrm flipV="1">
              <a:off x="8823610" y="7273827"/>
              <a:ext cx="3369978" cy="2150996"/>
              <a:chOff x="5174673" y="4536831"/>
              <a:chExt cx="3369978" cy="1905339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4C59001-F9F8-F90C-9199-6CDC8F475C99}"/>
                  </a:ext>
                </a:extLst>
              </p:cNvPr>
              <p:cNvCxnSpPr/>
              <p:nvPr/>
            </p:nvCxnSpPr>
            <p:spPr>
              <a:xfrm flipV="1">
                <a:off x="8544651" y="4536831"/>
                <a:ext cx="0" cy="190533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217703DC-ABA7-1FFE-C1D5-3B0B652AA631}"/>
                  </a:ext>
                </a:extLst>
              </p:cNvPr>
              <p:cNvCxnSpPr/>
              <p:nvPr/>
            </p:nvCxnSpPr>
            <p:spPr>
              <a:xfrm flipH="1">
                <a:off x="5174673" y="4536831"/>
                <a:ext cx="33699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79A1795E-9864-9033-0D4F-70BE11882B05}"/>
                </a:ext>
              </a:extLst>
            </p:cNvPr>
            <p:cNvGrpSpPr/>
            <p:nvPr/>
          </p:nvGrpSpPr>
          <p:grpSpPr>
            <a:xfrm>
              <a:off x="8647278" y="7991813"/>
              <a:ext cx="3546304" cy="3629512"/>
              <a:chOff x="8647278" y="7991813"/>
              <a:chExt cx="3546304" cy="3629512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9C40493D-821E-89FD-F597-A26AFF2BF2F7}"/>
                  </a:ext>
                </a:extLst>
              </p:cNvPr>
              <p:cNvSpPr txBox="1"/>
              <p:nvPr/>
            </p:nvSpPr>
            <p:spPr>
              <a:xfrm>
                <a:off x="8647278" y="7991813"/>
                <a:ext cx="2168186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Runtime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478D047-DD1D-DD83-2570-D13ABC127105}"/>
                  </a:ext>
                </a:extLst>
              </p:cNvPr>
              <p:cNvSpPr txBox="1"/>
              <p:nvPr/>
            </p:nvSpPr>
            <p:spPr>
              <a:xfrm>
                <a:off x="8708448" y="9589735"/>
                <a:ext cx="3485134" cy="20315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Based on monitoring data determine: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U</a:t>
                </a:r>
                <a:r>
                  <a:rPr kumimoji="0" 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sability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improvements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Feature enhancements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Determine more data elements to expose</a:t>
                </a:r>
              </a:p>
            </p:txBody>
          </p:sp>
        </p:grp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B4AAA6E-979D-0438-B178-D17C3B5D0E2C}"/>
              </a:ext>
            </a:extLst>
          </p:cNvPr>
          <p:cNvCxnSpPr>
            <a:cxnSpLocks/>
          </p:cNvCxnSpPr>
          <p:nvPr/>
        </p:nvCxnSpPr>
        <p:spPr>
          <a:xfrm flipH="1">
            <a:off x="583197" y="6403355"/>
            <a:ext cx="11239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C54656-5636-3E65-C7B0-6D13F1B854E8}"/>
              </a:ext>
            </a:extLst>
          </p:cNvPr>
          <p:cNvCxnSpPr>
            <a:cxnSpLocks/>
          </p:cNvCxnSpPr>
          <p:nvPr/>
        </p:nvCxnSpPr>
        <p:spPr>
          <a:xfrm>
            <a:off x="11822869" y="3715148"/>
            <a:ext cx="0" cy="2688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5C2638F-EFC7-7019-C879-F50A0FD5DCD1}"/>
              </a:ext>
            </a:extLst>
          </p:cNvPr>
          <p:cNvCxnSpPr>
            <a:cxnSpLocks/>
          </p:cNvCxnSpPr>
          <p:nvPr/>
        </p:nvCxnSpPr>
        <p:spPr>
          <a:xfrm>
            <a:off x="583197" y="3715148"/>
            <a:ext cx="0" cy="2688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Notched Right Arrow 100">
            <a:extLst>
              <a:ext uri="{FF2B5EF4-FFF2-40B4-BE49-F238E27FC236}">
                <a16:creationId xmlns:a16="http://schemas.microsoft.com/office/drawing/2014/main" id="{0B504CFC-BD69-70C6-52A7-89796BBBADED}"/>
              </a:ext>
            </a:extLst>
          </p:cNvPr>
          <p:cNvSpPr/>
          <p:nvPr/>
        </p:nvSpPr>
        <p:spPr>
          <a:xfrm flipH="1">
            <a:off x="3851999" y="6126357"/>
            <a:ext cx="4371473" cy="553995"/>
          </a:xfrm>
          <a:prstGeom prst="notch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Continuous Improvement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7339B87-F593-9182-F241-DB4256A30E37}"/>
              </a:ext>
            </a:extLst>
          </p:cNvPr>
          <p:cNvGrpSpPr/>
          <p:nvPr/>
        </p:nvGrpSpPr>
        <p:grpSpPr>
          <a:xfrm>
            <a:off x="11609885" y="3395349"/>
            <a:ext cx="447558" cy="461665"/>
            <a:chOff x="8118627" y="6404053"/>
            <a:chExt cx="895233" cy="923451"/>
          </a:xfrm>
        </p:grpSpPr>
        <p:sp>
          <p:nvSpPr>
            <p:cNvPr id="103" name="Rectangle: Rounded Corners 59">
              <a:extLst>
                <a:ext uri="{FF2B5EF4-FFF2-40B4-BE49-F238E27FC236}">
                  <a16:creationId xmlns:a16="http://schemas.microsoft.com/office/drawing/2014/main" id="{6E437703-11B0-5623-9EEA-3650F130FAB6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2659E23-18B5-62C6-A297-A621EC8B4BAE}"/>
                </a:ext>
              </a:extLst>
            </p:cNvPr>
            <p:cNvSpPr/>
            <p:nvPr/>
          </p:nvSpPr>
          <p:spPr>
            <a:xfrm>
              <a:off x="8118627" y="6404053"/>
              <a:ext cx="895233" cy="9234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∞</a:t>
              </a: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9A9CD408-3131-9430-B23F-4D4ABCC1D508}"/>
              </a:ext>
            </a:extLst>
          </p:cNvPr>
          <p:cNvSpPr txBox="1"/>
          <p:nvPr/>
        </p:nvSpPr>
        <p:spPr>
          <a:xfrm>
            <a:off x="5398663" y="1948615"/>
            <a:ext cx="72808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CI/CD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B5DD463-F310-981D-0470-885D0FF61B8D}"/>
              </a:ext>
            </a:extLst>
          </p:cNvPr>
          <p:cNvSpPr txBox="1"/>
          <p:nvPr/>
        </p:nvSpPr>
        <p:spPr>
          <a:xfrm>
            <a:off x="9457771" y="4575282"/>
            <a:ext cx="116570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Continuous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B9E7A15-CE46-6F12-1AA5-A82DC3837E01}"/>
              </a:ext>
            </a:extLst>
          </p:cNvPr>
          <p:cNvSpPr txBox="1"/>
          <p:nvPr/>
        </p:nvSpPr>
        <p:spPr>
          <a:xfrm>
            <a:off x="8235776" y="1946599"/>
            <a:ext cx="116570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Continuous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6DE74D7-DCB4-5471-21B1-F57D33FC72E0}"/>
              </a:ext>
            </a:extLst>
          </p:cNvPr>
          <p:cNvSpPr txBox="1"/>
          <p:nvPr/>
        </p:nvSpPr>
        <p:spPr>
          <a:xfrm>
            <a:off x="6502814" y="4373510"/>
            <a:ext cx="74571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 days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ACDF2DB-0AA5-8098-3AF5-E9A5EEFDB051}"/>
              </a:ext>
            </a:extLst>
          </p:cNvPr>
          <p:cNvSpPr txBox="1"/>
          <p:nvPr/>
        </p:nvSpPr>
        <p:spPr>
          <a:xfrm>
            <a:off x="4014801" y="4384717"/>
            <a:ext cx="116570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Continuous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891BA23-19E7-742B-B2BC-8B33B449DD63}"/>
              </a:ext>
            </a:extLst>
          </p:cNvPr>
          <p:cNvSpPr txBox="1"/>
          <p:nvPr/>
        </p:nvSpPr>
        <p:spPr>
          <a:xfrm>
            <a:off x="1314593" y="4551002"/>
            <a:ext cx="103425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 – 3 days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0355D79-6CD9-5427-DB6F-1A61248D3CC4}"/>
              </a:ext>
            </a:extLst>
          </p:cNvPr>
          <p:cNvSpPr txBox="1"/>
          <p:nvPr/>
        </p:nvSpPr>
        <p:spPr>
          <a:xfrm>
            <a:off x="455668" y="1771635"/>
            <a:ext cx="103425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 – 3 days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0622068-4166-877B-647C-EF76D2109DA8}"/>
              </a:ext>
            </a:extLst>
          </p:cNvPr>
          <p:cNvSpPr txBox="1"/>
          <p:nvPr/>
        </p:nvSpPr>
        <p:spPr>
          <a:xfrm>
            <a:off x="2940707" y="1708991"/>
            <a:ext cx="80663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 week</a:t>
            </a:r>
          </a:p>
        </p:txBody>
      </p:sp>
    </p:spTree>
    <p:extLst>
      <p:ext uri="{BB962C8B-B14F-4D97-AF65-F5344CB8AC3E}">
        <p14:creationId xmlns:p14="http://schemas.microsoft.com/office/powerpoint/2010/main" val="1713360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2B8FE7-B937-4782-8228-2700BEF1265F}"/>
              </a:ext>
            </a:extLst>
          </p:cNvPr>
          <p:cNvCxnSpPr>
            <a:cxnSpLocks/>
          </p:cNvCxnSpPr>
          <p:nvPr/>
        </p:nvCxnSpPr>
        <p:spPr>
          <a:xfrm>
            <a:off x="6096000" y="447"/>
            <a:ext cx="0" cy="6857107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F30006-9807-4BAE-A2A2-D0C410A964AA}"/>
              </a:ext>
            </a:extLst>
          </p:cNvPr>
          <p:cNvSpPr/>
          <p:nvPr/>
        </p:nvSpPr>
        <p:spPr>
          <a:xfrm>
            <a:off x="5994705" y="-342409"/>
            <a:ext cx="202590" cy="7542818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02C158-B804-4FDB-B426-EA9428E80E14}"/>
              </a:ext>
            </a:extLst>
          </p:cNvPr>
          <p:cNvSpPr/>
          <p:nvPr/>
        </p:nvSpPr>
        <p:spPr>
          <a:xfrm>
            <a:off x="5994705" y="724281"/>
            <a:ext cx="202590" cy="54094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7832E2-B7DB-43E1-9235-B98579D5CAAD}"/>
              </a:ext>
            </a:extLst>
          </p:cNvPr>
          <p:cNvSpPr/>
          <p:nvPr/>
        </p:nvSpPr>
        <p:spPr>
          <a:xfrm>
            <a:off x="5994705" y="853077"/>
            <a:ext cx="202590" cy="515184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855F28-AE92-55AB-1C25-15F6D096F0CD}"/>
              </a:ext>
            </a:extLst>
          </p:cNvPr>
          <p:cNvSpPr/>
          <p:nvPr/>
        </p:nvSpPr>
        <p:spPr>
          <a:xfrm>
            <a:off x="5727448" y="1540197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E1BD15-B09E-B356-8D5B-F51710DC6568}"/>
              </a:ext>
            </a:extLst>
          </p:cNvPr>
          <p:cNvSpPr/>
          <p:nvPr/>
        </p:nvSpPr>
        <p:spPr>
          <a:xfrm>
            <a:off x="5760191" y="3578340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EDC79C-73A2-3015-3C42-5DA31529901F}"/>
              </a:ext>
            </a:extLst>
          </p:cNvPr>
          <p:cNvSpPr/>
          <p:nvPr/>
        </p:nvSpPr>
        <p:spPr>
          <a:xfrm>
            <a:off x="5651505" y="4488634"/>
            <a:ext cx="922480" cy="835372"/>
          </a:xfrm>
          <a:prstGeom prst="ellipse">
            <a:avLst/>
          </a:prstGeom>
          <a:solidFill>
            <a:schemeClr val="tx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04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5115ADE-38AF-3B86-453E-5A348D13AD12}"/>
              </a:ext>
            </a:extLst>
          </p:cNvPr>
          <p:cNvSpPr/>
          <p:nvPr/>
        </p:nvSpPr>
        <p:spPr>
          <a:xfrm>
            <a:off x="5743445" y="2593642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89EFB-83DA-2EA8-2B4F-25A706C428E9}"/>
              </a:ext>
            </a:extLst>
          </p:cNvPr>
          <p:cNvSpPr txBox="1"/>
          <p:nvPr/>
        </p:nvSpPr>
        <p:spPr>
          <a:xfrm>
            <a:off x="640161" y="270930"/>
            <a:ext cx="185817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CCF74B-B70A-1D21-5232-491F84EB4EDE}"/>
              </a:ext>
            </a:extLst>
          </p:cNvPr>
          <p:cNvSpPr txBox="1"/>
          <p:nvPr/>
        </p:nvSpPr>
        <p:spPr>
          <a:xfrm>
            <a:off x="3237191" y="2549269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Integration Plans</a:t>
            </a:r>
          </a:p>
          <a:p>
            <a:pPr marL="171450" marR="0" lvl="0" indent="-17145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 of architecture.</a:t>
            </a:r>
          </a:p>
          <a:p>
            <a:pPr marL="171450" marR="0" lvl="0" indent="-17145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methodology.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CA056-A197-B234-1955-4ECABCD89371}"/>
              </a:ext>
            </a:extLst>
          </p:cNvPr>
          <p:cNvSpPr txBox="1"/>
          <p:nvPr/>
        </p:nvSpPr>
        <p:spPr>
          <a:xfrm>
            <a:off x="6581883" y="3578340"/>
            <a:ext cx="37266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Resources &amp; Project Stages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Project resources to deliver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solution.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High-level project stages and tasks.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94F86-A211-6327-258A-0FB01BD1801A}"/>
              </a:ext>
            </a:extLst>
          </p:cNvPr>
          <p:cNvSpPr txBox="1"/>
          <p:nvPr/>
        </p:nvSpPr>
        <p:spPr>
          <a:xfrm>
            <a:off x="3061320" y="4540711"/>
            <a:ext cx="25307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Enablement Tools</a:t>
            </a:r>
          </a:p>
          <a:p>
            <a:pPr marR="0" lvl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Jupyter Notebook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Visual Studio Code examples.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19CE94-9632-5DF4-B713-31112BF44C52}"/>
              </a:ext>
            </a:extLst>
          </p:cNvPr>
          <p:cNvSpPr txBox="1"/>
          <p:nvPr/>
        </p:nvSpPr>
        <p:spPr>
          <a:xfrm>
            <a:off x="6667819" y="1453984"/>
            <a:ext cx="332183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Overview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are our objectives today and moving forward.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noProof="0" dirty="0">
                <a:solidFill>
                  <a:srgbClr val="FFFFFF"/>
                </a:solidFill>
                <a:latin typeface="Calibri"/>
              </a:rPr>
              <a:t>Technical assumptions &amp; questions.</a:t>
            </a:r>
          </a:p>
          <a:p>
            <a:pPr marL="171450" marR="0" lvl="0" indent="-17145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measure</a:t>
            </a:r>
            <a:r>
              <a:rPr kumimoji="0" lang="en-US" sz="900" b="0" i="0" u="none" strike="noStrike" kern="1200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success.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231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389EFB-83DA-2EA8-2B4F-25A706C428E9}"/>
              </a:ext>
            </a:extLst>
          </p:cNvPr>
          <p:cNvSpPr txBox="1"/>
          <p:nvPr/>
        </p:nvSpPr>
        <p:spPr>
          <a:xfrm>
            <a:off x="640161" y="270930"/>
            <a:ext cx="3760942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Enablement Tools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DFAE76B-76C5-DDD5-F58C-8464F378B479}"/>
              </a:ext>
            </a:extLst>
          </p:cNvPr>
          <p:cNvGrpSpPr/>
          <p:nvPr/>
        </p:nvGrpSpPr>
        <p:grpSpPr>
          <a:xfrm>
            <a:off x="2124029" y="1832160"/>
            <a:ext cx="3807592" cy="4051055"/>
            <a:chOff x="2822769" y="2913185"/>
            <a:chExt cx="3066015" cy="329719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6A66E0F-AD5F-5B33-99A2-50B7069779DF}"/>
                </a:ext>
              </a:extLst>
            </p:cNvPr>
            <p:cNvGrpSpPr/>
            <p:nvPr/>
          </p:nvGrpSpPr>
          <p:grpSpPr>
            <a:xfrm>
              <a:off x="2822769" y="2913185"/>
              <a:ext cx="3066015" cy="3297195"/>
              <a:chOff x="7433930" y="4817798"/>
              <a:chExt cx="4791330" cy="5299605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F9ACAC6-6A0D-FE71-3F8B-FEF430DD9078}"/>
                  </a:ext>
                </a:extLst>
              </p:cNvPr>
              <p:cNvGrpSpPr/>
              <p:nvPr/>
            </p:nvGrpSpPr>
            <p:grpSpPr>
              <a:xfrm>
                <a:off x="7433930" y="4817798"/>
                <a:ext cx="4791330" cy="5299605"/>
                <a:chOff x="8736553" y="3034235"/>
                <a:chExt cx="6914068" cy="7647530"/>
              </a:xfrm>
            </p:grpSpPr>
            <p:sp>
              <p:nvSpPr>
                <p:cNvPr id="16" name="Three">
                  <a:extLst>
                    <a:ext uri="{FF2B5EF4-FFF2-40B4-BE49-F238E27FC236}">
                      <a16:creationId xmlns:a16="http://schemas.microsoft.com/office/drawing/2014/main" id="{8AC07041-F31E-735E-8ED7-FFE799B95E19}"/>
                    </a:ext>
                  </a:extLst>
                </p:cNvPr>
                <p:cNvSpPr/>
                <p:nvPr/>
              </p:nvSpPr>
              <p:spPr>
                <a:xfrm>
                  <a:off x="8736553" y="3808607"/>
                  <a:ext cx="6914068" cy="6873158"/>
                </a:xfrm>
                <a:custGeom>
                  <a:avLst/>
                  <a:gdLst>
                    <a:gd name="connsiteX0" fmla="*/ 4831080 w 4829175"/>
                    <a:gd name="connsiteY0" fmla="*/ 2400300 h 4800600"/>
                    <a:gd name="connsiteX1" fmla="*/ 2415540 w 4829175"/>
                    <a:gd name="connsiteY1" fmla="*/ 4800600 h 4800600"/>
                    <a:gd name="connsiteX2" fmla="*/ 0 w 4829175"/>
                    <a:gd name="connsiteY2" fmla="*/ 2400300 h 4800600"/>
                    <a:gd name="connsiteX3" fmla="*/ 2415540 w 4829175"/>
                    <a:gd name="connsiteY3" fmla="*/ 0 h 4800600"/>
                    <a:gd name="connsiteX4" fmla="*/ 4831080 w 4829175"/>
                    <a:gd name="connsiteY4" fmla="*/ 2400300 h 4800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29175" h="4800600">
                      <a:moveTo>
                        <a:pt x="4831080" y="2400300"/>
                      </a:moveTo>
                      <a:cubicBezTo>
                        <a:pt x="4831080" y="3725949"/>
                        <a:pt x="3749606" y="4800600"/>
                        <a:pt x="2415540" y="4800600"/>
                      </a:cubicBezTo>
                      <a:cubicBezTo>
                        <a:pt x="1081474" y="4800600"/>
                        <a:pt x="0" y="3725949"/>
                        <a:pt x="0" y="2400300"/>
                      </a:cubicBezTo>
                      <a:cubicBezTo>
                        <a:pt x="0" y="1074651"/>
                        <a:pt x="1081474" y="0"/>
                        <a:pt x="2415540" y="0"/>
                      </a:cubicBezTo>
                      <a:cubicBezTo>
                        <a:pt x="3749606" y="0"/>
                        <a:pt x="4831080" y="1074651"/>
                        <a:pt x="4831080" y="2400300"/>
                      </a:cubicBezTo>
                      <a:close/>
                    </a:path>
                  </a:pathLst>
                </a:custGeom>
                <a:gradFill>
                  <a:gsLst>
                    <a:gs pos="98000">
                      <a:schemeClr val="tx1">
                        <a:lumMod val="75000"/>
                        <a:lumOff val="25000"/>
                      </a:schemeClr>
                    </a:gs>
                    <a:gs pos="30000">
                      <a:schemeClr val="tx1">
                        <a:lumMod val="90000"/>
                        <a:lumOff val="10000"/>
                      </a:schemeClr>
                    </a:gs>
                  </a:gsLst>
                  <a:lin ang="16200000" scaled="1"/>
                </a:gradFill>
                <a:ln w="9525" cap="flat">
                  <a:noFill/>
                  <a:prstDash val="solid"/>
                  <a:miter/>
                </a:ln>
                <a:effectLst>
                  <a:softEdge rad="1270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17" name="One">
                  <a:extLst>
                    <a:ext uri="{FF2B5EF4-FFF2-40B4-BE49-F238E27FC236}">
                      <a16:creationId xmlns:a16="http://schemas.microsoft.com/office/drawing/2014/main" id="{C82B7AB9-41E1-DDA3-B3F6-F58057B2D205}"/>
                    </a:ext>
                  </a:extLst>
                </p:cNvPr>
                <p:cNvSpPr/>
                <p:nvPr/>
              </p:nvSpPr>
              <p:spPr>
                <a:xfrm>
                  <a:off x="9395686" y="3326019"/>
                  <a:ext cx="5595802" cy="5560608"/>
                </a:xfrm>
                <a:custGeom>
                  <a:avLst/>
                  <a:gdLst>
                    <a:gd name="connsiteX0" fmla="*/ 6057900 w 6057900"/>
                    <a:gd name="connsiteY0" fmla="*/ 3009900 h 6019800"/>
                    <a:gd name="connsiteX1" fmla="*/ 3028950 w 6057900"/>
                    <a:gd name="connsiteY1" fmla="*/ 6019800 h 6019800"/>
                    <a:gd name="connsiteX2" fmla="*/ 0 w 6057900"/>
                    <a:gd name="connsiteY2" fmla="*/ 3009900 h 6019800"/>
                    <a:gd name="connsiteX3" fmla="*/ 3028950 w 6057900"/>
                    <a:gd name="connsiteY3" fmla="*/ 0 h 6019800"/>
                    <a:gd name="connsiteX4" fmla="*/ 6057900 w 6057900"/>
                    <a:gd name="connsiteY4" fmla="*/ 3009900 h 6019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57900" h="6019800">
                      <a:moveTo>
                        <a:pt x="6057900" y="3009900"/>
                      </a:moveTo>
                      <a:cubicBezTo>
                        <a:pt x="6057900" y="4672222"/>
                        <a:pt x="4701793" y="6019800"/>
                        <a:pt x="3028950" y="6019800"/>
                      </a:cubicBezTo>
                      <a:cubicBezTo>
                        <a:pt x="1356107" y="6019800"/>
                        <a:pt x="0" y="4672222"/>
                        <a:pt x="0" y="3009900"/>
                      </a:cubicBezTo>
                      <a:cubicBezTo>
                        <a:pt x="0" y="1347578"/>
                        <a:pt x="1356107" y="0"/>
                        <a:pt x="3028950" y="0"/>
                      </a:cubicBezTo>
                      <a:cubicBezTo>
                        <a:pt x="4701793" y="0"/>
                        <a:pt x="6057900" y="1347578"/>
                        <a:pt x="6057900" y="300990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  <a:effectLst>
                  <a:outerShdw blurRad="635000" sx="111000" sy="111000" algn="ctr" rotWithShape="0">
                    <a:schemeClr val="tx1">
                      <a:alpha val="35000"/>
                    </a:schemeClr>
                  </a:outerShdw>
                  <a:softEdge rad="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18" name="Two">
                  <a:extLst>
                    <a:ext uri="{FF2B5EF4-FFF2-40B4-BE49-F238E27FC236}">
                      <a16:creationId xmlns:a16="http://schemas.microsoft.com/office/drawing/2014/main" id="{08516A69-9AD2-781B-5F07-22EDC622B626}"/>
                    </a:ext>
                  </a:extLst>
                </p:cNvPr>
                <p:cNvSpPr/>
                <p:nvPr/>
              </p:nvSpPr>
              <p:spPr>
                <a:xfrm>
                  <a:off x="9312957" y="3453823"/>
                  <a:ext cx="5761261" cy="5731667"/>
                </a:xfrm>
                <a:custGeom>
                  <a:avLst/>
                  <a:gdLst>
                    <a:gd name="connsiteX0" fmla="*/ 5568315 w 5562600"/>
                    <a:gd name="connsiteY0" fmla="*/ 2767013 h 5534025"/>
                    <a:gd name="connsiteX1" fmla="*/ 2784158 w 5562600"/>
                    <a:gd name="connsiteY1" fmla="*/ 5534025 h 5534025"/>
                    <a:gd name="connsiteX2" fmla="*/ 0 w 5562600"/>
                    <a:gd name="connsiteY2" fmla="*/ 2767013 h 5534025"/>
                    <a:gd name="connsiteX3" fmla="*/ 2784158 w 5562600"/>
                    <a:gd name="connsiteY3" fmla="*/ 0 h 5534025"/>
                    <a:gd name="connsiteX4" fmla="*/ 5568315 w 5562600"/>
                    <a:gd name="connsiteY4" fmla="*/ 2767013 h 5534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62600" h="5534025">
                      <a:moveTo>
                        <a:pt x="5568315" y="2767013"/>
                      </a:moveTo>
                      <a:cubicBezTo>
                        <a:pt x="5568315" y="4295192"/>
                        <a:pt x="4321805" y="5534025"/>
                        <a:pt x="2784158" y="5534025"/>
                      </a:cubicBezTo>
                      <a:cubicBezTo>
                        <a:pt x="1246510" y="5534025"/>
                        <a:pt x="0" y="4295192"/>
                        <a:pt x="0" y="2767013"/>
                      </a:cubicBezTo>
                      <a:cubicBezTo>
                        <a:pt x="0" y="1238834"/>
                        <a:pt x="1246510" y="0"/>
                        <a:pt x="2784158" y="0"/>
                      </a:cubicBezTo>
                      <a:cubicBezTo>
                        <a:pt x="4321805" y="0"/>
                        <a:pt x="5568315" y="1238834"/>
                        <a:pt x="5568315" y="276701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tx1">
                        <a:lumMod val="75000"/>
                        <a:lumOff val="25000"/>
                        <a:alpha val="0"/>
                      </a:schemeClr>
                    </a:gs>
                    <a:gs pos="76000">
                      <a:schemeClr val="tx1"/>
                    </a:gs>
                  </a:gsLst>
                  <a:lin ang="16200000" scaled="1"/>
                  <a:tileRect/>
                </a:gradFill>
                <a:ln w="9525" cap="flat">
                  <a:noFill/>
                  <a:prstDash val="solid"/>
                  <a:miter/>
                </a:ln>
                <a:effectLst>
                  <a:softEdge rad="381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19" name="Four">
                  <a:extLst>
                    <a:ext uri="{FF2B5EF4-FFF2-40B4-BE49-F238E27FC236}">
                      <a16:creationId xmlns:a16="http://schemas.microsoft.com/office/drawing/2014/main" id="{AF744980-1F7A-0B4B-6070-17E391200762}"/>
                    </a:ext>
                  </a:extLst>
                </p:cNvPr>
                <p:cNvSpPr/>
                <p:nvPr/>
              </p:nvSpPr>
              <p:spPr>
                <a:xfrm>
                  <a:off x="9856768" y="3034235"/>
                  <a:ext cx="4673638" cy="4652347"/>
                </a:xfrm>
                <a:custGeom>
                  <a:avLst/>
                  <a:gdLst>
                    <a:gd name="connsiteX0" fmla="*/ 4189095 w 4181475"/>
                    <a:gd name="connsiteY0" fmla="*/ 2081213 h 4162425"/>
                    <a:gd name="connsiteX1" fmla="*/ 2094548 w 4181475"/>
                    <a:gd name="connsiteY1" fmla="*/ 4162425 h 4162425"/>
                    <a:gd name="connsiteX2" fmla="*/ 0 w 4181475"/>
                    <a:gd name="connsiteY2" fmla="*/ 2081213 h 4162425"/>
                    <a:gd name="connsiteX3" fmla="*/ 2094548 w 4181475"/>
                    <a:gd name="connsiteY3" fmla="*/ 0 h 4162425"/>
                    <a:gd name="connsiteX4" fmla="*/ 4189095 w 4181475"/>
                    <a:gd name="connsiteY4" fmla="*/ 2081213 h 416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81475" h="4162425">
                      <a:moveTo>
                        <a:pt x="4189095" y="2081213"/>
                      </a:moveTo>
                      <a:cubicBezTo>
                        <a:pt x="4189095" y="3230635"/>
                        <a:pt x="3251335" y="4162425"/>
                        <a:pt x="2094548" y="4162425"/>
                      </a:cubicBezTo>
                      <a:cubicBezTo>
                        <a:pt x="937761" y="4162425"/>
                        <a:pt x="0" y="3230635"/>
                        <a:pt x="0" y="2081213"/>
                      </a:cubicBezTo>
                      <a:cubicBezTo>
                        <a:pt x="0" y="931791"/>
                        <a:pt x="937761" y="0"/>
                        <a:pt x="2094548" y="0"/>
                      </a:cubicBezTo>
                      <a:cubicBezTo>
                        <a:pt x="3251335" y="0"/>
                        <a:pt x="4189095" y="931791"/>
                        <a:pt x="4189095" y="2081213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tx1">
                        <a:alpha val="0"/>
                      </a:schemeClr>
                    </a:gs>
                  </a:gsLst>
                  <a:lin ang="16200000" scaled="1"/>
                </a:gradFill>
                <a:ln w="9525" cap="flat">
                  <a:noFill/>
                  <a:prstDash val="solid"/>
                  <a:miter/>
                </a:ln>
                <a:effectLst>
                  <a:softEdge rad="508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B3A937-CD3C-1AFD-C5C7-307C03654A2B}"/>
                  </a:ext>
                </a:extLst>
              </p:cNvPr>
              <p:cNvSpPr txBox="1"/>
              <p:nvPr/>
            </p:nvSpPr>
            <p:spPr>
              <a:xfrm>
                <a:off x="8053544" y="6066124"/>
                <a:ext cx="3548345" cy="2621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228554">
                  <a:defRPr/>
                </a:pPr>
                <a:endParaRPr lang="en-US" sz="1600" b="1" dirty="0">
                  <a:solidFill>
                    <a:srgbClr val="172144"/>
                  </a:solidFill>
                  <a:latin typeface="Century Gothic"/>
                </a:endParaRPr>
              </a:p>
              <a:p>
                <a:pPr algn="ctr" defTabSz="228554">
                  <a:defRPr/>
                </a:pPr>
                <a:endParaRPr lang="en-US" sz="1600" b="1" dirty="0">
                  <a:solidFill>
                    <a:srgbClr val="172144"/>
                  </a:solidFill>
                  <a:latin typeface="Century Gothic"/>
                </a:endParaRPr>
              </a:p>
              <a:p>
                <a:pPr algn="ctr" defTabSz="228554">
                  <a:defRPr/>
                </a:pPr>
                <a:r>
                  <a:rPr lang="en-US" sz="1600" b="1" dirty="0">
                    <a:solidFill>
                      <a:srgbClr val="172144"/>
                    </a:solidFill>
                    <a:latin typeface="Century Gothic"/>
                  </a:rPr>
                  <a:t>Jupyter</a:t>
                </a:r>
              </a:p>
              <a:p>
                <a:pPr algn="ctr" defTabSz="228554">
                  <a:defRPr/>
                </a:pPr>
                <a:r>
                  <a:rPr lang="en-US" sz="1600" b="1" dirty="0">
                    <a:solidFill>
                      <a:srgbClr val="172144"/>
                    </a:solidFill>
                    <a:latin typeface="Century Gothic"/>
                  </a:rPr>
                  <a:t>Notebook</a:t>
                </a:r>
              </a:p>
              <a:p>
                <a:pPr algn="ctr" defTabSz="228554">
                  <a:defRPr/>
                </a:pPr>
                <a:r>
                  <a:rPr lang="en-US" sz="1200" b="0" i="0" dirty="0">
                    <a:solidFill>
                      <a:srgbClr val="333333"/>
                    </a:solidFill>
                    <a:effectLst/>
                    <a:latin typeface="Myriad Pro"/>
                  </a:rPr>
                  <a:t>Interactive development environment for notebooks, code, and data. </a:t>
                </a:r>
                <a:endParaRPr lang="en-US" sz="1200" dirty="0">
                  <a:solidFill>
                    <a:srgbClr val="172144"/>
                  </a:solidFill>
                  <a:latin typeface="Calibri"/>
                </a:endParaRPr>
              </a:p>
            </p:txBody>
          </p:sp>
        </p:grpSp>
        <p:pic>
          <p:nvPicPr>
            <p:cNvPr id="10" name="Picture 2" descr="Everything you need to know about Jupyter notebook">
              <a:extLst>
                <a:ext uri="{FF2B5EF4-FFF2-40B4-BE49-F238E27FC236}">
                  <a16:creationId xmlns:a16="http://schemas.microsoft.com/office/drawing/2014/main" id="{C50C74D1-334E-6F1A-C046-59B64671FC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5805" y="3120632"/>
              <a:ext cx="1727058" cy="971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FCFD28-5F3F-F66B-83FE-31FC4481F8FD}"/>
              </a:ext>
            </a:extLst>
          </p:cNvPr>
          <p:cNvGrpSpPr/>
          <p:nvPr/>
        </p:nvGrpSpPr>
        <p:grpSpPr>
          <a:xfrm>
            <a:off x="5822554" y="1832160"/>
            <a:ext cx="3892761" cy="4107878"/>
            <a:chOff x="5888784" y="2913185"/>
            <a:chExt cx="3058779" cy="329719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E85931B-8C78-1C2B-F72A-827B3B658D44}"/>
                </a:ext>
              </a:extLst>
            </p:cNvPr>
            <p:cNvGrpSpPr/>
            <p:nvPr/>
          </p:nvGrpSpPr>
          <p:grpSpPr>
            <a:xfrm>
              <a:off x="5888784" y="2913185"/>
              <a:ext cx="3058779" cy="3297195"/>
              <a:chOff x="12161915" y="4817798"/>
              <a:chExt cx="4791330" cy="529960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2DE85D0-A436-1C09-E3FD-6F77E9F35B01}"/>
                  </a:ext>
                </a:extLst>
              </p:cNvPr>
              <p:cNvGrpSpPr/>
              <p:nvPr/>
            </p:nvGrpSpPr>
            <p:grpSpPr>
              <a:xfrm>
                <a:off x="12161915" y="4817798"/>
                <a:ext cx="4791330" cy="5299605"/>
                <a:chOff x="8736553" y="3034235"/>
                <a:chExt cx="6914068" cy="7647530"/>
              </a:xfrm>
            </p:grpSpPr>
            <p:sp>
              <p:nvSpPr>
                <p:cNvPr id="29" name="Three">
                  <a:extLst>
                    <a:ext uri="{FF2B5EF4-FFF2-40B4-BE49-F238E27FC236}">
                      <a16:creationId xmlns:a16="http://schemas.microsoft.com/office/drawing/2014/main" id="{C4AE786D-67E0-7B8D-102D-10BAF2B55A63}"/>
                    </a:ext>
                  </a:extLst>
                </p:cNvPr>
                <p:cNvSpPr/>
                <p:nvPr/>
              </p:nvSpPr>
              <p:spPr>
                <a:xfrm>
                  <a:off x="8736553" y="3808607"/>
                  <a:ext cx="6914068" cy="6873158"/>
                </a:xfrm>
                <a:custGeom>
                  <a:avLst/>
                  <a:gdLst>
                    <a:gd name="connsiteX0" fmla="*/ 4831080 w 4829175"/>
                    <a:gd name="connsiteY0" fmla="*/ 2400300 h 4800600"/>
                    <a:gd name="connsiteX1" fmla="*/ 2415540 w 4829175"/>
                    <a:gd name="connsiteY1" fmla="*/ 4800600 h 4800600"/>
                    <a:gd name="connsiteX2" fmla="*/ 0 w 4829175"/>
                    <a:gd name="connsiteY2" fmla="*/ 2400300 h 4800600"/>
                    <a:gd name="connsiteX3" fmla="*/ 2415540 w 4829175"/>
                    <a:gd name="connsiteY3" fmla="*/ 0 h 4800600"/>
                    <a:gd name="connsiteX4" fmla="*/ 4831080 w 4829175"/>
                    <a:gd name="connsiteY4" fmla="*/ 2400300 h 4800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29175" h="4800600">
                      <a:moveTo>
                        <a:pt x="4831080" y="2400300"/>
                      </a:moveTo>
                      <a:cubicBezTo>
                        <a:pt x="4831080" y="3725949"/>
                        <a:pt x="3749606" y="4800600"/>
                        <a:pt x="2415540" y="4800600"/>
                      </a:cubicBezTo>
                      <a:cubicBezTo>
                        <a:pt x="1081474" y="4800600"/>
                        <a:pt x="0" y="3725949"/>
                        <a:pt x="0" y="2400300"/>
                      </a:cubicBezTo>
                      <a:cubicBezTo>
                        <a:pt x="0" y="1074651"/>
                        <a:pt x="1081474" y="0"/>
                        <a:pt x="2415540" y="0"/>
                      </a:cubicBezTo>
                      <a:cubicBezTo>
                        <a:pt x="3749606" y="0"/>
                        <a:pt x="4831080" y="1074651"/>
                        <a:pt x="4831080" y="2400300"/>
                      </a:cubicBezTo>
                      <a:close/>
                    </a:path>
                  </a:pathLst>
                </a:custGeom>
                <a:gradFill>
                  <a:gsLst>
                    <a:gs pos="98000">
                      <a:schemeClr val="tx1">
                        <a:lumMod val="75000"/>
                        <a:lumOff val="25000"/>
                      </a:schemeClr>
                    </a:gs>
                    <a:gs pos="30000">
                      <a:schemeClr val="tx1">
                        <a:lumMod val="90000"/>
                        <a:lumOff val="10000"/>
                      </a:schemeClr>
                    </a:gs>
                  </a:gsLst>
                  <a:lin ang="16200000" scaled="1"/>
                </a:gradFill>
                <a:ln w="9525" cap="flat">
                  <a:noFill/>
                  <a:prstDash val="solid"/>
                  <a:miter/>
                </a:ln>
                <a:effectLst>
                  <a:softEdge rad="1270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30" name="One">
                  <a:extLst>
                    <a:ext uri="{FF2B5EF4-FFF2-40B4-BE49-F238E27FC236}">
                      <a16:creationId xmlns:a16="http://schemas.microsoft.com/office/drawing/2014/main" id="{A2A4EEF9-0187-FB27-E5F5-F25D7C534C7E}"/>
                    </a:ext>
                  </a:extLst>
                </p:cNvPr>
                <p:cNvSpPr/>
                <p:nvPr/>
              </p:nvSpPr>
              <p:spPr>
                <a:xfrm>
                  <a:off x="9395686" y="3326019"/>
                  <a:ext cx="5595802" cy="5560608"/>
                </a:xfrm>
                <a:custGeom>
                  <a:avLst/>
                  <a:gdLst>
                    <a:gd name="connsiteX0" fmla="*/ 6057900 w 6057900"/>
                    <a:gd name="connsiteY0" fmla="*/ 3009900 h 6019800"/>
                    <a:gd name="connsiteX1" fmla="*/ 3028950 w 6057900"/>
                    <a:gd name="connsiteY1" fmla="*/ 6019800 h 6019800"/>
                    <a:gd name="connsiteX2" fmla="*/ 0 w 6057900"/>
                    <a:gd name="connsiteY2" fmla="*/ 3009900 h 6019800"/>
                    <a:gd name="connsiteX3" fmla="*/ 3028950 w 6057900"/>
                    <a:gd name="connsiteY3" fmla="*/ 0 h 6019800"/>
                    <a:gd name="connsiteX4" fmla="*/ 6057900 w 6057900"/>
                    <a:gd name="connsiteY4" fmla="*/ 3009900 h 6019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57900" h="6019800">
                      <a:moveTo>
                        <a:pt x="6057900" y="3009900"/>
                      </a:moveTo>
                      <a:cubicBezTo>
                        <a:pt x="6057900" y="4672222"/>
                        <a:pt x="4701793" y="6019800"/>
                        <a:pt x="3028950" y="6019800"/>
                      </a:cubicBezTo>
                      <a:cubicBezTo>
                        <a:pt x="1356107" y="6019800"/>
                        <a:pt x="0" y="4672222"/>
                        <a:pt x="0" y="3009900"/>
                      </a:cubicBezTo>
                      <a:cubicBezTo>
                        <a:pt x="0" y="1347578"/>
                        <a:pt x="1356107" y="0"/>
                        <a:pt x="3028950" y="0"/>
                      </a:cubicBezTo>
                      <a:cubicBezTo>
                        <a:pt x="4701793" y="0"/>
                        <a:pt x="6057900" y="1347578"/>
                        <a:pt x="6057900" y="300990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  <a:effectLst>
                  <a:outerShdw blurRad="635000" sx="111000" sy="111000" algn="ctr" rotWithShape="0">
                    <a:schemeClr val="tx1">
                      <a:alpha val="35000"/>
                    </a:schemeClr>
                  </a:outerShdw>
                  <a:softEdge rad="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31" name="Two">
                  <a:extLst>
                    <a:ext uri="{FF2B5EF4-FFF2-40B4-BE49-F238E27FC236}">
                      <a16:creationId xmlns:a16="http://schemas.microsoft.com/office/drawing/2014/main" id="{26B75C43-1F96-BD6E-771A-D87995A873F3}"/>
                    </a:ext>
                  </a:extLst>
                </p:cNvPr>
                <p:cNvSpPr/>
                <p:nvPr/>
              </p:nvSpPr>
              <p:spPr>
                <a:xfrm>
                  <a:off x="9312957" y="3453823"/>
                  <a:ext cx="5761261" cy="5731667"/>
                </a:xfrm>
                <a:custGeom>
                  <a:avLst/>
                  <a:gdLst>
                    <a:gd name="connsiteX0" fmla="*/ 5568315 w 5562600"/>
                    <a:gd name="connsiteY0" fmla="*/ 2767013 h 5534025"/>
                    <a:gd name="connsiteX1" fmla="*/ 2784158 w 5562600"/>
                    <a:gd name="connsiteY1" fmla="*/ 5534025 h 5534025"/>
                    <a:gd name="connsiteX2" fmla="*/ 0 w 5562600"/>
                    <a:gd name="connsiteY2" fmla="*/ 2767013 h 5534025"/>
                    <a:gd name="connsiteX3" fmla="*/ 2784158 w 5562600"/>
                    <a:gd name="connsiteY3" fmla="*/ 0 h 5534025"/>
                    <a:gd name="connsiteX4" fmla="*/ 5568315 w 5562600"/>
                    <a:gd name="connsiteY4" fmla="*/ 2767013 h 5534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62600" h="5534025">
                      <a:moveTo>
                        <a:pt x="5568315" y="2767013"/>
                      </a:moveTo>
                      <a:cubicBezTo>
                        <a:pt x="5568315" y="4295192"/>
                        <a:pt x="4321805" y="5534025"/>
                        <a:pt x="2784158" y="5534025"/>
                      </a:cubicBezTo>
                      <a:cubicBezTo>
                        <a:pt x="1246510" y="5534025"/>
                        <a:pt x="0" y="4295192"/>
                        <a:pt x="0" y="2767013"/>
                      </a:cubicBezTo>
                      <a:cubicBezTo>
                        <a:pt x="0" y="1238834"/>
                        <a:pt x="1246510" y="0"/>
                        <a:pt x="2784158" y="0"/>
                      </a:cubicBezTo>
                      <a:cubicBezTo>
                        <a:pt x="4321805" y="0"/>
                        <a:pt x="5568315" y="1238834"/>
                        <a:pt x="5568315" y="276701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tx1">
                        <a:lumMod val="75000"/>
                        <a:lumOff val="25000"/>
                        <a:alpha val="0"/>
                      </a:schemeClr>
                    </a:gs>
                    <a:gs pos="76000">
                      <a:schemeClr val="tx1"/>
                    </a:gs>
                  </a:gsLst>
                  <a:lin ang="16200000" scaled="1"/>
                  <a:tileRect/>
                </a:gradFill>
                <a:ln w="9525" cap="flat">
                  <a:noFill/>
                  <a:prstDash val="solid"/>
                  <a:miter/>
                </a:ln>
                <a:effectLst>
                  <a:softEdge rad="381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32" name="Two">
                  <a:extLst>
                    <a:ext uri="{FF2B5EF4-FFF2-40B4-BE49-F238E27FC236}">
                      <a16:creationId xmlns:a16="http://schemas.microsoft.com/office/drawing/2014/main" id="{1A1D5CAA-7C0D-0CC1-A8DF-094A9BDE1A95}"/>
                    </a:ext>
                  </a:extLst>
                </p:cNvPr>
                <p:cNvSpPr/>
                <p:nvPr/>
              </p:nvSpPr>
              <p:spPr>
                <a:xfrm>
                  <a:off x="9245023" y="3453822"/>
                  <a:ext cx="5761261" cy="5063713"/>
                </a:xfrm>
                <a:custGeom>
                  <a:avLst/>
                  <a:gdLst>
                    <a:gd name="connsiteX0" fmla="*/ 5568315 w 5562600"/>
                    <a:gd name="connsiteY0" fmla="*/ 2767013 h 5534025"/>
                    <a:gd name="connsiteX1" fmla="*/ 2784158 w 5562600"/>
                    <a:gd name="connsiteY1" fmla="*/ 5534025 h 5534025"/>
                    <a:gd name="connsiteX2" fmla="*/ 0 w 5562600"/>
                    <a:gd name="connsiteY2" fmla="*/ 2767013 h 5534025"/>
                    <a:gd name="connsiteX3" fmla="*/ 2784158 w 5562600"/>
                    <a:gd name="connsiteY3" fmla="*/ 0 h 5534025"/>
                    <a:gd name="connsiteX4" fmla="*/ 5568315 w 5562600"/>
                    <a:gd name="connsiteY4" fmla="*/ 2767013 h 5534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62600" h="5534025">
                      <a:moveTo>
                        <a:pt x="5568315" y="2767013"/>
                      </a:moveTo>
                      <a:cubicBezTo>
                        <a:pt x="5568315" y="4295192"/>
                        <a:pt x="4321805" y="5534025"/>
                        <a:pt x="2784158" y="5534025"/>
                      </a:cubicBezTo>
                      <a:cubicBezTo>
                        <a:pt x="1246510" y="5534025"/>
                        <a:pt x="0" y="4295192"/>
                        <a:pt x="0" y="2767013"/>
                      </a:cubicBezTo>
                      <a:cubicBezTo>
                        <a:pt x="0" y="1238834"/>
                        <a:pt x="1246510" y="0"/>
                        <a:pt x="2784158" y="0"/>
                      </a:cubicBezTo>
                      <a:cubicBezTo>
                        <a:pt x="4321805" y="0"/>
                        <a:pt x="5568315" y="1238834"/>
                        <a:pt x="5568315" y="276701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tx1">
                        <a:lumMod val="75000"/>
                        <a:lumOff val="25000"/>
                        <a:alpha val="0"/>
                      </a:schemeClr>
                    </a:gs>
                    <a:gs pos="76000">
                      <a:schemeClr val="tx1"/>
                    </a:gs>
                  </a:gsLst>
                  <a:lin ang="16200000" scaled="1"/>
                  <a:tileRect/>
                </a:gradFill>
                <a:ln w="9525" cap="flat">
                  <a:noFill/>
                  <a:prstDash val="solid"/>
                  <a:miter/>
                </a:ln>
                <a:effectLst>
                  <a:softEdge rad="381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33" name="Four">
                  <a:extLst>
                    <a:ext uri="{FF2B5EF4-FFF2-40B4-BE49-F238E27FC236}">
                      <a16:creationId xmlns:a16="http://schemas.microsoft.com/office/drawing/2014/main" id="{81F9B089-4782-02CD-D3D1-E498CA12A736}"/>
                    </a:ext>
                  </a:extLst>
                </p:cNvPr>
                <p:cNvSpPr/>
                <p:nvPr/>
              </p:nvSpPr>
              <p:spPr>
                <a:xfrm>
                  <a:off x="9856768" y="3034235"/>
                  <a:ext cx="4673638" cy="4652347"/>
                </a:xfrm>
                <a:custGeom>
                  <a:avLst/>
                  <a:gdLst>
                    <a:gd name="connsiteX0" fmla="*/ 4189095 w 4181475"/>
                    <a:gd name="connsiteY0" fmla="*/ 2081213 h 4162425"/>
                    <a:gd name="connsiteX1" fmla="*/ 2094548 w 4181475"/>
                    <a:gd name="connsiteY1" fmla="*/ 4162425 h 4162425"/>
                    <a:gd name="connsiteX2" fmla="*/ 0 w 4181475"/>
                    <a:gd name="connsiteY2" fmla="*/ 2081213 h 4162425"/>
                    <a:gd name="connsiteX3" fmla="*/ 2094548 w 4181475"/>
                    <a:gd name="connsiteY3" fmla="*/ 0 h 4162425"/>
                    <a:gd name="connsiteX4" fmla="*/ 4189095 w 4181475"/>
                    <a:gd name="connsiteY4" fmla="*/ 2081213 h 416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81475" h="4162425">
                      <a:moveTo>
                        <a:pt x="4189095" y="2081213"/>
                      </a:moveTo>
                      <a:cubicBezTo>
                        <a:pt x="4189095" y="3230635"/>
                        <a:pt x="3251335" y="4162425"/>
                        <a:pt x="2094548" y="4162425"/>
                      </a:cubicBezTo>
                      <a:cubicBezTo>
                        <a:pt x="937761" y="4162425"/>
                        <a:pt x="0" y="3230635"/>
                        <a:pt x="0" y="2081213"/>
                      </a:cubicBezTo>
                      <a:cubicBezTo>
                        <a:pt x="0" y="931791"/>
                        <a:pt x="937761" y="0"/>
                        <a:pt x="2094548" y="0"/>
                      </a:cubicBezTo>
                      <a:cubicBezTo>
                        <a:pt x="3251335" y="0"/>
                        <a:pt x="4189095" y="931791"/>
                        <a:pt x="4189095" y="2081213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tx1">
                        <a:alpha val="0"/>
                      </a:schemeClr>
                    </a:gs>
                  </a:gsLst>
                  <a:lin ang="16200000" scaled="1"/>
                </a:gradFill>
                <a:ln w="9525" cap="flat">
                  <a:noFill/>
                  <a:prstDash val="solid"/>
                  <a:miter/>
                </a:ln>
                <a:effectLst>
                  <a:softEdge rad="508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1190D5-F768-F01B-BBA4-4C3E9FA6878F}"/>
                  </a:ext>
                </a:extLst>
              </p:cNvPr>
              <p:cNvSpPr txBox="1"/>
              <p:nvPr/>
            </p:nvSpPr>
            <p:spPr>
              <a:xfrm>
                <a:off x="13027697" y="6301477"/>
                <a:ext cx="3061413" cy="2028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228554">
                  <a:defRPr/>
                </a:pPr>
                <a:endParaRPr lang="en-US" sz="1600" b="1" dirty="0">
                  <a:solidFill>
                    <a:srgbClr val="172144"/>
                  </a:solidFill>
                  <a:latin typeface="Century Gothic"/>
                </a:endParaRPr>
              </a:p>
              <a:p>
                <a:pPr algn="ctr" defTabSz="228554">
                  <a:defRPr/>
                </a:pPr>
                <a:endParaRPr lang="en-US" sz="1600" b="1" dirty="0">
                  <a:solidFill>
                    <a:srgbClr val="172144"/>
                  </a:solidFill>
                  <a:latin typeface="Century Gothic"/>
                </a:endParaRPr>
              </a:p>
              <a:p>
                <a:pPr algn="ctr" defTabSz="228554">
                  <a:defRPr/>
                </a:pPr>
                <a:r>
                  <a:rPr lang="en-US" sz="1600" b="1" dirty="0">
                    <a:solidFill>
                      <a:srgbClr val="172144"/>
                    </a:solidFill>
                    <a:latin typeface="Century Gothic"/>
                  </a:rPr>
                  <a:t>Visual Studio Code</a:t>
                </a:r>
              </a:p>
              <a:p>
                <a:pPr algn="ctr" defTabSz="228554">
                  <a:defRPr/>
                </a:pPr>
                <a:r>
                  <a:rPr lang="en-US" sz="1200" dirty="0">
                    <a:solidFill>
                      <a:srgbClr val="172144"/>
                    </a:solidFill>
                    <a:latin typeface="Calibri"/>
                  </a:rPr>
                  <a:t>Contextual Coding Assistant</a:t>
                </a:r>
              </a:p>
            </p:txBody>
          </p:sp>
        </p:grpSp>
        <p:pic>
          <p:nvPicPr>
            <p:cNvPr id="26" name="Picture 2" descr="Visual Studio Code Logo PNG vector in SVG, PDF, AI, CDR format">
              <a:extLst>
                <a:ext uri="{FF2B5EF4-FFF2-40B4-BE49-F238E27FC236}">
                  <a16:creationId xmlns:a16="http://schemas.microsoft.com/office/drawing/2014/main" id="{0E352872-97E4-E1CE-5D38-13542C409F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9106" y="3357614"/>
              <a:ext cx="978235" cy="734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48208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40F3B9-921D-3678-72F6-106545D97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76602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172357D-2CFA-77F0-9F76-9D6468303DBC}"/>
              </a:ext>
            </a:extLst>
          </p:cNvPr>
          <p:cNvGrpSpPr/>
          <p:nvPr/>
        </p:nvGrpSpPr>
        <p:grpSpPr>
          <a:xfrm>
            <a:off x="10964985" y="5595815"/>
            <a:ext cx="1078716" cy="1047261"/>
            <a:chOff x="9222154" y="1703754"/>
            <a:chExt cx="1078716" cy="104726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5DCD7B7-3B04-6B92-E4AB-63A27B70277E}"/>
                </a:ext>
              </a:extLst>
            </p:cNvPr>
            <p:cNvSpPr/>
            <p:nvPr/>
          </p:nvSpPr>
          <p:spPr>
            <a:xfrm>
              <a:off x="9222154" y="1703754"/>
              <a:ext cx="1078716" cy="10472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" descr="Visual Studio Code Logo PNG vector in SVG, PDF, AI, CDR format">
              <a:extLst>
                <a:ext uri="{FF2B5EF4-FFF2-40B4-BE49-F238E27FC236}">
                  <a16:creationId xmlns:a16="http://schemas.microsoft.com/office/drawing/2014/main" id="{34211AAB-6A0C-372E-260A-D19F1AC9F5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029" y="1938071"/>
              <a:ext cx="770966" cy="57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37855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645037-145A-22C3-4577-D197334C3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140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02F066D-DD3C-A8A8-7E9B-D6745750584D}"/>
              </a:ext>
            </a:extLst>
          </p:cNvPr>
          <p:cNvSpPr/>
          <p:nvPr/>
        </p:nvSpPr>
        <p:spPr>
          <a:xfrm>
            <a:off x="78154" y="5556738"/>
            <a:ext cx="1078716" cy="10472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Everything you need to know about Jupyter notebook">
            <a:extLst>
              <a:ext uri="{FF2B5EF4-FFF2-40B4-BE49-F238E27FC236}">
                <a16:creationId xmlns:a16="http://schemas.microsoft.com/office/drawing/2014/main" id="{08F5D55D-B4D4-33CE-95F7-308FC2FF0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6017" y="5594745"/>
            <a:ext cx="1727058" cy="97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914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F10CC3A-E59E-4EAD-AACD-C986D905B48F}"/>
              </a:ext>
            </a:extLst>
          </p:cNvPr>
          <p:cNvSpPr/>
          <p:nvPr/>
        </p:nvSpPr>
        <p:spPr>
          <a:xfrm>
            <a:off x="-108889" y="-4449196"/>
            <a:ext cx="12409778" cy="1240977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AI to work.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 work.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enterprise AI platform for all your company’s data.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5407B82-4C27-477A-93A6-771594C2C6E4}"/>
              </a:ext>
            </a:extLst>
          </p:cNvPr>
          <p:cNvSpPr/>
          <p:nvPr/>
        </p:nvSpPr>
        <p:spPr>
          <a:xfrm>
            <a:off x="967993" y="-3591921"/>
            <a:ext cx="10256015" cy="102560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EA95376-3F58-41C5-8C96-50F2895DB0DB}"/>
              </a:ext>
            </a:extLst>
          </p:cNvPr>
          <p:cNvSpPr/>
          <p:nvPr/>
        </p:nvSpPr>
        <p:spPr>
          <a:xfrm>
            <a:off x="1857978" y="-3284565"/>
            <a:ext cx="8476045" cy="847604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98080BC-FE5B-4D69-A7E9-2C92D549B0B7}"/>
              </a:ext>
            </a:extLst>
          </p:cNvPr>
          <p:cNvSpPr/>
          <p:nvPr/>
        </p:nvSpPr>
        <p:spPr>
          <a:xfrm>
            <a:off x="2593502" y="-3158561"/>
            <a:ext cx="7004996" cy="700499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24EC4A-5BD7-4DB4-8A30-43575F574825}"/>
              </a:ext>
            </a:extLst>
          </p:cNvPr>
          <p:cNvSpPr/>
          <p:nvPr/>
        </p:nvSpPr>
        <p:spPr>
          <a:xfrm>
            <a:off x="3464522" y="-2314856"/>
            <a:ext cx="5262957" cy="526295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3842D3-CEBB-4274-9C9F-76A4A99B5789}"/>
              </a:ext>
            </a:extLst>
          </p:cNvPr>
          <p:cNvSpPr txBox="1"/>
          <p:nvPr/>
        </p:nvSpPr>
        <p:spPr>
          <a:xfrm>
            <a:off x="1742830" y="4464579"/>
            <a:ext cx="8706339" cy="1200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99" b="0" i="0" u="none" strike="noStrike" kern="1200" cap="none" spc="0" normalizeH="0" baseline="0" noProof="0" dirty="0">
                <a:ln>
                  <a:noFill/>
                </a:ln>
                <a:solidFill>
                  <a:srgbClr val="FA3585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The enterprise AI platform for all your company’s data.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17A56-C42B-470C-9710-2F3D4900FB16}"/>
              </a:ext>
            </a:extLst>
          </p:cNvPr>
          <p:cNvSpPr txBox="1"/>
          <p:nvPr/>
        </p:nvSpPr>
        <p:spPr>
          <a:xfrm>
            <a:off x="2593502" y="1074553"/>
            <a:ext cx="676704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Thank you!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Put AI to work.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At work.</a:t>
            </a: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EBB460-1CA3-24BD-B31F-18E68DA024A4}"/>
              </a:ext>
            </a:extLst>
          </p:cNvPr>
          <p:cNvSpPr/>
          <p:nvPr/>
        </p:nvSpPr>
        <p:spPr>
          <a:xfrm>
            <a:off x="-1743" y="5434837"/>
            <a:ext cx="1453558" cy="1423163"/>
          </a:xfrm>
          <a:prstGeom prst="rt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0" descr="‎Glean Work on the App Store">
            <a:extLst>
              <a:ext uri="{FF2B5EF4-FFF2-40B4-BE49-F238E27FC236}">
                <a16:creationId xmlns:a16="http://schemas.microsoft.com/office/drawing/2014/main" id="{381B5B54-4A18-798F-567C-C1A6A4A4B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1" t="12170" r="29863" b="12724"/>
          <a:stretch/>
        </p:blipFill>
        <p:spPr bwMode="auto">
          <a:xfrm>
            <a:off x="71401" y="6151382"/>
            <a:ext cx="627015" cy="615225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159742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Nova">
      <a:dk1>
        <a:srgbClr val="172144"/>
      </a:dk1>
      <a:lt1>
        <a:srgbClr val="FFFFFF"/>
      </a:lt1>
      <a:dk2>
        <a:srgbClr val="D4F579"/>
      </a:dk2>
      <a:lt2>
        <a:srgbClr val="40D492"/>
      </a:lt2>
      <a:accent1>
        <a:srgbClr val="3BC8F1"/>
      </a:accent1>
      <a:accent2>
        <a:srgbClr val="6070FF"/>
      </a:accent2>
      <a:accent3>
        <a:srgbClr val="FA3585"/>
      </a:accent3>
      <a:accent4>
        <a:srgbClr val="E9474E"/>
      </a:accent4>
      <a:accent5>
        <a:srgbClr val="F7C83B"/>
      </a:accent5>
      <a:accent6>
        <a:srgbClr val="FF8E38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Office Theme">
  <a:themeElements>
    <a:clrScheme name="Nova">
      <a:dk1>
        <a:srgbClr val="172144"/>
      </a:dk1>
      <a:lt1>
        <a:srgbClr val="FFFFFF"/>
      </a:lt1>
      <a:dk2>
        <a:srgbClr val="D4F579"/>
      </a:dk2>
      <a:lt2>
        <a:srgbClr val="40D492"/>
      </a:lt2>
      <a:accent1>
        <a:srgbClr val="3BC8F1"/>
      </a:accent1>
      <a:accent2>
        <a:srgbClr val="6070FF"/>
      </a:accent2>
      <a:accent3>
        <a:srgbClr val="FA3585"/>
      </a:accent3>
      <a:accent4>
        <a:srgbClr val="E9474E"/>
      </a:accent4>
      <a:accent5>
        <a:srgbClr val="F7C83B"/>
      </a:accent5>
      <a:accent6>
        <a:srgbClr val="FF8E38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Office Theme">
  <a:themeElements>
    <a:clrScheme name="Nova">
      <a:dk1>
        <a:srgbClr val="172144"/>
      </a:dk1>
      <a:lt1>
        <a:srgbClr val="FFFFFF"/>
      </a:lt1>
      <a:dk2>
        <a:srgbClr val="D4F579"/>
      </a:dk2>
      <a:lt2>
        <a:srgbClr val="40D492"/>
      </a:lt2>
      <a:accent1>
        <a:srgbClr val="3BC8F1"/>
      </a:accent1>
      <a:accent2>
        <a:srgbClr val="6070FF"/>
      </a:accent2>
      <a:accent3>
        <a:srgbClr val="FA3585"/>
      </a:accent3>
      <a:accent4>
        <a:srgbClr val="E9474E"/>
      </a:accent4>
      <a:accent5>
        <a:srgbClr val="F7C83B"/>
      </a:accent5>
      <a:accent6>
        <a:srgbClr val="FF8E38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2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3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4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5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6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7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8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9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10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11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12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13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20796</TotalTime>
  <Words>1575</Words>
  <Application>Microsoft Macintosh PowerPoint</Application>
  <PresentationFormat>Widescreen</PresentationFormat>
  <Paragraphs>411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Century Gothic</vt:lpstr>
      <vt:lpstr>Designball-Charts-01</vt:lpstr>
      <vt:lpstr>Designball-Social-01</vt:lpstr>
      <vt:lpstr>Helvetica</vt:lpstr>
      <vt:lpstr>Helvetica Neue</vt:lpstr>
      <vt:lpstr>Inter</vt:lpstr>
      <vt:lpstr>Inter ExtraBold</vt:lpstr>
      <vt:lpstr>Myriad Pro</vt:lpstr>
      <vt:lpstr>Proxima Nova</vt:lpstr>
      <vt:lpstr>Proxima Nova Black</vt:lpstr>
      <vt:lpstr>Proxima Nova Extrabold</vt:lpstr>
      <vt:lpstr>Space Mono</vt:lpstr>
      <vt:lpstr>Wingdings</vt:lpstr>
      <vt:lpstr>Office Theme</vt:lpstr>
      <vt:lpstr>2_Office Theme</vt:lpstr>
      <vt:lpstr>4_Office Theme</vt:lpstr>
      <vt:lpstr>7_Office Theme</vt:lpstr>
      <vt:lpstr>1_Office Theme</vt:lpstr>
      <vt:lpstr>3_Office Theme</vt:lpstr>
      <vt:lpstr>5_Office Theme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L Barker Jr</dc:creator>
  <cp:lastModifiedBy>Robert L Barker Jr</cp:lastModifiedBy>
  <cp:revision>60</cp:revision>
  <cp:lastPrinted>2024-09-06T19:16:22Z</cp:lastPrinted>
  <dcterms:created xsi:type="dcterms:W3CDTF">2024-08-22T16:17:47Z</dcterms:created>
  <dcterms:modified xsi:type="dcterms:W3CDTF">2024-09-06T21:40:54Z</dcterms:modified>
</cp:coreProperties>
</file>