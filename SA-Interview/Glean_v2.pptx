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6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7" r:id="rId2"/>
    <p:sldMasterId id="2147483713" r:id="rId3"/>
    <p:sldMasterId id="2147483723" r:id="rId4"/>
    <p:sldMasterId id="2147483759" r:id="rId5"/>
    <p:sldMasterId id="2147483765" r:id="rId6"/>
    <p:sldMasterId id="2147483769" r:id="rId7"/>
  </p:sldMasterIdLst>
  <p:notesMasterIdLst>
    <p:notesMasterId r:id="rId31"/>
  </p:notesMasterIdLst>
  <p:sldIdLst>
    <p:sldId id="1018" r:id="rId8"/>
    <p:sldId id="951" r:id="rId9"/>
    <p:sldId id="955" r:id="rId10"/>
    <p:sldId id="1842" r:id="rId11"/>
    <p:sldId id="1845" r:id="rId12"/>
    <p:sldId id="1853" r:id="rId13"/>
    <p:sldId id="1854" r:id="rId14"/>
    <p:sldId id="1843" r:id="rId15"/>
    <p:sldId id="1840" r:id="rId16"/>
    <p:sldId id="1855" r:id="rId17"/>
    <p:sldId id="1848" r:id="rId18"/>
    <p:sldId id="1760" r:id="rId19"/>
    <p:sldId id="1851" r:id="rId20"/>
    <p:sldId id="959" r:id="rId21"/>
    <p:sldId id="960" r:id="rId22"/>
    <p:sldId id="1852" r:id="rId23"/>
    <p:sldId id="1839" r:id="rId24"/>
    <p:sldId id="313" r:id="rId25"/>
    <p:sldId id="1781" r:id="rId26"/>
    <p:sldId id="323" r:id="rId27"/>
    <p:sldId id="257" r:id="rId28"/>
    <p:sldId id="267" r:id="rId29"/>
    <p:sldId id="32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FD8D8BD-7EC6-A244-B667-8FEA4E94F1C6}">
          <p14:sldIdLst>
            <p14:sldId id="1018"/>
            <p14:sldId id="951"/>
            <p14:sldId id="955"/>
            <p14:sldId id="1842"/>
            <p14:sldId id="1845"/>
            <p14:sldId id="1853"/>
            <p14:sldId id="1854"/>
            <p14:sldId id="1843"/>
            <p14:sldId id="1840"/>
            <p14:sldId id="1855"/>
            <p14:sldId id="1848"/>
            <p14:sldId id="1760"/>
          </p14:sldIdLst>
        </p14:section>
        <p14:section name="Project Plan &amp; Resources" id="{0962C8A6-922C-024E-ABDB-3EFE5FF51252}">
          <p14:sldIdLst>
            <p14:sldId id="1851"/>
            <p14:sldId id="959"/>
            <p14:sldId id="960"/>
          </p14:sldIdLst>
        </p14:section>
        <p14:section name="Demonstrations" id="{6DF76C9A-C17C-224D-BDF2-95AA4E28B5A0}">
          <p14:sldIdLst>
            <p14:sldId id="1852"/>
            <p14:sldId id="1839"/>
            <p14:sldId id="313"/>
          </p14:sldIdLst>
        </p14:section>
        <p14:section name="Closing" id="{BCC28AF5-24F4-2E4F-9482-CD95E562A2CF}">
          <p14:sldIdLst>
            <p14:sldId id="1781"/>
          </p14:sldIdLst>
        </p14:section>
        <p14:section name="Backup" id="{52481EA5-F4EE-E140-8FF9-1477AF73471A}">
          <p14:sldIdLst>
            <p14:sldId id="323"/>
            <p14:sldId id="257"/>
            <p14:sldId id="267"/>
            <p14:sldId id="32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75"/>
    <p:restoredTop sz="61634"/>
  </p:normalViewPr>
  <p:slideViewPr>
    <p:cSldViewPr snapToGrid="0">
      <p:cViewPr varScale="1">
        <p:scale>
          <a:sx n="177" d="100"/>
          <a:sy n="177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1" d="100"/>
        <a:sy n="121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4DE4B-9E81-A142-B61B-6C7ED9CC6013}" type="datetimeFigureOut">
              <a:rPr lang="en-US" smtClean="0"/>
              <a:t>8/27/24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68079-5396-0D4D-BB0B-E1CABC482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34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glean.com/docs/browser_api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04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402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30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130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FFFFFF"/>
                </a:solidFill>
              </a:rPr>
              <a:t>Add new custom Sales CRM </a:t>
            </a:r>
            <a:r>
              <a:rPr lang="en-US" dirty="0" err="1">
                <a:solidFill>
                  <a:srgbClr val="FFFFFF"/>
                </a:solidFill>
              </a:rPr>
              <a:t>datasource</a:t>
            </a: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Questions: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CRM system is this for? We may have a Connector built for it today.</a:t>
            </a:r>
          </a:p>
          <a:p>
            <a:pPr marL="171450" lvl="0" indent="-171450">
              <a:lnSpc>
                <a:spcPct val="150000"/>
              </a:lnSpc>
              <a:buFont typeface="Wingdings" pitchFamily="2" charset="2"/>
              <a:buChar char="n"/>
            </a:pPr>
            <a:r>
              <a:rPr lang="en-US" dirty="0">
                <a:solidFill>
                  <a:srgbClr val="FFFFFF"/>
                </a:solidFill>
              </a:rPr>
              <a:t>What functionality 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FFFFFF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2534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diagram</a:t>
            </a:r>
          </a:p>
          <a:p>
            <a:r>
              <a:rPr lang="en-US" dirty="0"/>
              <a:t>Glean Web SDK</a:t>
            </a:r>
          </a:p>
          <a:p>
            <a:r>
              <a:rPr lang="en-US" dirty="0"/>
              <a:t>Jupyter</a:t>
            </a:r>
          </a:p>
          <a:p>
            <a:r>
              <a:rPr lang="en-US" dirty="0">
                <a:hlinkClick r:id="rId3"/>
              </a:rPr>
              <a:t>Glean Web SDK</a:t>
            </a:r>
          </a:p>
          <a:p>
            <a:r>
              <a:rPr lang="en-US" dirty="0">
                <a:hlinkClick r:id="rId3"/>
              </a:rPr>
              <a:t>https://developers.glean.com/docs/browser_api/</a:t>
            </a:r>
            <a:r>
              <a:rPr lang="en-US" dirty="0"/>
              <a:t> </a:t>
            </a:r>
          </a:p>
          <a:p>
            <a:r>
              <a:rPr lang="en-US" dirty="0"/>
              <a:t>Glean Chat</a:t>
            </a:r>
          </a:p>
          <a:p>
            <a:r>
              <a:rPr lang="en-US" dirty="0"/>
              <a:t>REST API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725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effectLst/>
                <a:latin typeface="Helvetica" pitchFamily="2" charset="0"/>
              </a:rPr>
              <a:t>Resources required on both sides of the integration: technical and people (list of</a:t>
            </a:r>
            <a:r>
              <a:rPr lang="en-US" dirty="0">
                <a:latin typeface="Helvetica" pitchFamily="2" charset="0"/>
              </a:rPr>
              <a:t> </a:t>
            </a:r>
            <a:r>
              <a:rPr lang="en-US" i="1" dirty="0">
                <a:effectLst/>
                <a:latin typeface="Helvetica" pitchFamily="2" charset="0"/>
              </a:rPr>
              <a:t>resources and what they would be used for)</a:t>
            </a:r>
            <a:endParaRPr lang="en-US" i="1" dirty="0"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Project Manager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Define project plan, accountability, tracking, comms, team mgmt.</a:t>
            </a:r>
          </a:p>
          <a:p>
            <a:r>
              <a:rPr lang="en-US" i="1" dirty="0">
                <a:effectLst/>
                <a:latin typeface="Helvetica" pitchFamily="2" charset="0"/>
              </a:rPr>
              <a:t>Executive sponsors</a:t>
            </a:r>
          </a:p>
          <a:p>
            <a:pPr lvl="1"/>
            <a:r>
              <a:rPr lang="en-US" i="1" dirty="0">
                <a:latin typeface="Helvetica" pitchFamily="2" charset="0"/>
              </a:rPr>
              <a:t>Glean and Customer</a:t>
            </a:r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latin typeface="Helvetica" pitchFamily="2" charset="0"/>
              </a:rPr>
              <a:t>Business/Application Stakeholders</a:t>
            </a:r>
          </a:p>
          <a:p>
            <a:pPr lvl="1"/>
            <a:r>
              <a:rPr lang="en-US" i="1" dirty="0">
                <a:latin typeface="Helvetica" pitchFamily="2" charset="0"/>
              </a:rPr>
              <a:t>Role</a:t>
            </a:r>
          </a:p>
          <a:p>
            <a:pPr lvl="1"/>
            <a:r>
              <a:rPr lang="en-US" i="1" dirty="0">
                <a:latin typeface="Helvetica" pitchFamily="2" charset="0"/>
              </a:rPr>
              <a:t>From customer</a:t>
            </a:r>
          </a:p>
          <a:p>
            <a:r>
              <a:rPr lang="en-US" i="1" dirty="0">
                <a:effectLst/>
                <a:latin typeface="Helvetica" pitchFamily="2" charset="0"/>
              </a:rPr>
              <a:t>Engineering/Technical Services</a:t>
            </a:r>
          </a:p>
          <a:p>
            <a:pPr lvl="1"/>
            <a:r>
              <a:rPr lang="en-US" i="1" dirty="0">
                <a:latin typeface="Helvetica" pitchFamily="2" charset="0"/>
              </a:rPr>
              <a:t>Role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From customer and Glean</a:t>
            </a:r>
          </a:p>
          <a:p>
            <a:r>
              <a:rPr lang="en-US" i="1" dirty="0">
                <a:effectLst/>
                <a:latin typeface="Helvetica" pitchFamily="2" charset="0"/>
              </a:rPr>
              <a:t>Infrastructure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Role</a:t>
            </a:r>
          </a:p>
          <a:p>
            <a:pPr lvl="2"/>
            <a:r>
              <a:rPr lang="en-US" i="1" dirty="0">
                <a:latin typeface="Helvetica" pitchFamily="2" charset="0"/>
              </a:rPr>
              <a:t>Systems access (JIRA, Git, </a:t>
            </a:r>
            <a:endParaRPr lang="en-US" i="1" dirty="0">
              <a:effectLst/>
              <a:latin typeface="Helvetica" pitchFamily="2" charset="0"/>
            </a:endParaRP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From customer</a:t>
            </a:r>
          </a:p>
          <a:p>
            <a:r>
              <a:rPr lang="en-US" i="1" dirty="0" err="1">
                <a:effectLst/>
                <a:latin typeface="Helvetica" pitchFamily="2" charset="0"/>
              </a:rPr>
              <a:t>Securitty</a:t>
            </a:r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IT</a:t>
            </a:r>
          </a:p>
          <a:p>
            <a:r>
              <a:rPr lang="en-US" i="1" dirty="0">
                <a:latin typeface="Helvetica" pitchFamily="2" charset="0"/>
              </a:rPr>
              <a:t>Customer support team</a:t>
            </a:r>
            <a:endParaRPr lang="en-US" i="1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Test/UAT</a:t>
            </a:r>
          </a:p>
          <a:p>
            <a:pPr lvl="1"/>
            <a:r>
              <a:rPr lang="en-US" i="1" dirty="0">
                <a:latin typeface="Helvetica" pitchFamily="2" charset="0"/>
              </a:rPr>
              <a:t>Role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From customer and Glean</a:t>
            </a:r>
          </a:p>
          <a:p>
            <a:r>
              <a:rPr lang="en-US" i="1" dirty="0">
                <a:latin typeface="Helvetica" pitchFamily="2" charset="0"/>
              </a:rPr>
              <a:t>Solutions Architect</a:t>
            </a:r>
          </a:p>
          <a:p>
            <a:pPr lvl="1"/>
            <a:r>
              <a:rPr lang="en-US" i="1" dirty="0">
                <a:effectLst/>
                <a:latin typeface="Helvetica" pitchFamily="2" charset="0"/>
              </a:rPr>
              <a:t>Role</a:t>
            </a:r>
          </a:p>
          <a:p>
            <a:r>
              <a:rPr lang="en-US" dirty="0">
                <a:effectLst/>
                <a:latin typeface="Helvetica" pitchFamily="2" charset="0"/>
              </a:rPr>
              <a:t>Glean Technical Services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>
              <a:effectLst/>
              <a:latin typeface="Helvetica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Technical Resources: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Backend developers to implement the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Frontend developers to integrate search results into the chatbot UI.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DevOps engineers for deployment and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People Resources: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Project manager to coordinate tasks.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Business analysts to gather requirements.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Security experts to ensure data privacy.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20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b="1" dirty="0">
                <a:latin typeface="Helvetica Neue" panose="02000503000000020004" pitchFamily="2" charset="0"/>
              </a:rPr>
              <a:t>Rough Project Plan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Design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Define data mapping between systems.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Design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 schema.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Plan chatbot integration.</a:t>
            </a: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Build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Develop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 code.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Implement search integration.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Set up authentication.</a:t>
            </a: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Test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Unit testing for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Integration testing with chatbot.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Security testing.</a:t>
            </a:r>
          </a:p>
          <a:p>
            <a:pPr marL="742950" lvl="1" indent="-285750"/>
            <a:r>
              <a:rPr lang="en-US" sz="1800" b="1" dirty="0">
                <a:latin typeface="Helvetica Neue" panose="02000503000000020004" pitchFamily="2" charset="0"/>
              </a:rPr>
              <a:t>Implement Phase:</a:t>
            </a:r>
            <a:endParaRPr lang="en-US" sz="1800" dirty="0">
              <a:latin typeface="Helvetica Neue" panose="02000503000000020004" pitchFamily="2" charset="0"/>
            </a:endParaRP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Deploy custom </a:t>
            </a:r>
            <a:r>
              <a:rPr lang="en-US" sz="1800" dirty="0" err="1">
                <a:latin typeface="Helvetica Neue" panose="02000503000000020004" pitchFamily="2" charset="0"/>
              </a:rPr>
              <a:t>datasource</a:t>
            </a:r>
            <a:r>
              <a:rPr lang="en-US" sz="1800" dirty="0">
                <a:latin typeface="Helvetica Neue" panose="02000503000000020004" pitchFamily="2" charset="0"/>
              </a:rPr>
              <a:t>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Enable search integration.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Train support team.</a:t>
            </a:r>
          </a:p>
          <a:p>
            <a:pPr marL="1143000" lvl="2" indent="-228600"/>
            <a:r>
              <a:rPr lang="en-US" sz="1800" dirty="0">
                <a:latin typeface="Helvetica Neue" panose="02000503000000020004" pitchFamily="2" charset="0"/>
              </a:rPr>
              <a:t>Monitor performance.</a:t>
            </a:r>
          </a:p>
          <a:p>
            <a:pPr marL="1143000" lvl="2" indent="-228600"/>
            <a:endParaRPr lang="en-US" sz="1800" dirty="0">
              <a:latin typeface="Helvetica Neue" panose="02000503000000020004" pitchFamily="2" charset="0"/>
            </a:endParaRPr>
          </a:p>
          <a:p>
            <a:r>
              <a:rPr lang="en-US" sz="1800" b="1" dirty="0">
                <a:sym typeface="Proxima Nova Extrabold"/>
              </a:rPr>
              <a:t>Design &amp; Build</a:t>
            </a:r>
          </a:p>
          <a:p>
            <a:r>
              <a:rPr lang="en-US" sz="1800" b="0" dirty="0">
                <a:sym typeface="Proxima Nova Extrabold"/>
              </a:rPr>
              <a:t>Semantics, Style, Language, Actions, Behaviors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Create Technical Contracts  –   Formal interface specifications</a:t>
            </a:r>
            <a:endParaRPr lang="en-US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Define Nontechnical Contracts - Service level, access rules, usage policies</a:t>
            </a:r>
            <a:endParaRPr lang="en-US" sz="1800" b="0" dirty="0">
              <a:effectLst/>
            </a:endParaRP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Generate Effective API Documentation - Auto generation of documentation</a:t>
            </a:r>
            <a:endParaRPr lang="en-US" sz="1800" b="0" dirty="0">
              <a:sym typeface="Proxima Nova Extrabold"/>
            </a:endParaRPr>
          </a:p>
          <a:p>
            <a:endParaRPr lang="en-US" sz="1800" b="1" dirty="0">
              <a:sym typeface="Proxima Nova Extrabold"/>
            </a:endParaRPr>
          </a:p>
          <a:p>
            <a:r>
              <a:rPr lang="en-US" sz="1800" b="1" dirty="0">
                <a:sym typeface="Proxima Nova Extrabold"/>
              </a:rPr>
              <a:t>Deploy &amp; Document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Extrabold"/>
                <a:sym typeface="Proxima Nova Extrabold"/>
              </a:rPr>
              <a:t>Continuous build, deploy &amp; operate with security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Extrabold"/>
              <a:sym typeface="Proxima Nova Extrabold"/>
            </a:endParaRPr>
          </a:p>
          <a:p>
            <a:endParaRPr lang="en-US" sz="1800" b="1" dirty="0">
              <a:sym typeface="Proxima Nova Extrabold"/>
            </a:endParaRPr>
          </a:p>
          <a:p>
            <a:r>
              <a:rPr lang="en-US" sz="1800" b="1" dirty="0">
                <a:sym typeface="Proxima Nova Extrabold"/>
              </a:rPr>
              <a:t>Security</a:t>
            </a:r>
          </a:p>
          <a:p>
            <a:r>
              <a:rPr lang="en-US" sz="1800" b="0" dirty="0">
                <a:sym typeface="Proxima Nova Extrabold"/>
              </a:rPr>
              <a:t>Threat modeling, continuous scanning, test beds</a:t>
            </a:r>
          </a:p>
          <a:p>
            <a:endParaRPr lang="en-US" sz="1800" b="0" dirty="0">
              <a:sym typeface="Proxima Nova Extrabold"/>
            </a:endParaRPr>
          </a:p>
          <a:p>
            <a:r>
              <a:rPr lang="en-US" sz="1800" b="0" dirty="0">
                <a:sym typeface="Proxima Nova Extrabold"/>
              </a:rPr>
              <a:t>Auth/n/z</a:t>
            </a:r>
          </a:p>
          <a:p>
            <a:r>
              <a:rPr lang="en-US" sz="1800" b="0" dirty="0">
                <a:sym typeface="Proxima Nova Extrabold"/>
              </a:rPr>
              <a:t>Audit</a:t>
            </a:r>
          </a:p>
          <a:p>
            <a:endParaRPr lang="en-US" sz="1800" dirty="0">
              <a:sym typeface="Arial"/>
            </a:endParaRPr>
          </a:p>
          <a:p>
            <a:endParaRPr lang="en-US" sz="1800" b="0" dirty="0"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oxima Nova Extrabold"/>
                <a:sym typeface="Proxima Nova Extrabold"/>
              </a:rPr>
              <a:t>Manage API lifecycle for continuous improvements using telemetry and community 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oxima Nova Extrabold"/>
              <a:sym typeface="Arial"/>
            </a:endParaRPr>
          </a:p>
          <a:p>
            <a:endParaRPr lang="en-US" sz="1800" dirty="0">
              <a:sym typeface="Arial"/>
            </a:endParaRPr>
          </a:p>
          <a:p>
            <a:endParaRPr lang="en-US" sz="1800" b="0" dirty="0">
              <a:sym typeface="Arial"/>
            </a:endParaRPr>
          </a:p>
          <a:p>
            <a:pPr marL="1143000" lvl="2" indent="-228600"/>
            <a:endParaRPr lang="en-US" sz="1800" dirty="0">
              <a:latin typeface="Helvetica Neue" panose="02000503000000020004" pitchFamily="2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499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01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8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886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68079-5396-0D4D-BB0B-E1CABC482B5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76900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68079-5396-0D4D-BB0B-E1CABC482B5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366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752C-8839-CC33-405E-7904D96A7E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EFD2E-FD06-DE11-8119-49F06106D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E735D-09EE-5DF5-D66F-AF09130B4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74446-D99F-8C6C-6D67-153B34DC0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5D7FB-1749-9425-0111-4D1556D9D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27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F6856-4325-1D79-3947-97A14E0FD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D317-4E3F-7213-0FCA-CC6E1B27F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A171-F0BF-295D-B6D7-5D98EB18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13FC8-9D82-6316-BB9F-607448505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140F4-A058-C3F1-CD27-90F0E500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852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5B8D-CB8D-B0CD-6768-6E67B18ED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E8243-01F0-171E-3887-04F10986C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0ED23-8CA5-8670-3CA8-6A492D71C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75458-2744-0239-F7C4-E79C77188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FE4D8-9BF7-C839-23EF-C81227E92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2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C942A-DC3E-2AD2-7C85-5688EB22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D4935-FE82-AD6F-AACE-7EE9C5B92E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D29FC-0C54-1332-B0E0-ED0A7C284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ABA87-770B-5F9B-2F9B-BAB688E9F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7390-F0FD-D74C-68BB-5AE3EE7F0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87310-7F42-1AE8-9A89-49CDAA34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3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9003-92EC-0644-8392-DB74A4829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79F76-A4C9-0D73-5406-C38FEDB9E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4A8379-73F2-81EE-7C59-EAE9DED3C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E3E2E8-E869-EF9F-FEA1-63DEFBC02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A3CE8-DCC9-41C3-9524-7303806C4B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AB6A98-CB9C-20C9-986E-C903AC4BD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C7661C-0223-9F4F-BF34-D227A200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48AABD-5F2C-D906-5F7C-22ACAF372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71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106C4-C3D6-1658-BDC5-D8DE87FD2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30D67-A22C-F538-ECA4-4CE8B1663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5D9C2-C8C6-E43B-E07A-C48A1142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CF671-1B24-74A0-D3C4-7360D8AB5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94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C197C-07DF-F8E8-4442-390F3798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ECDF46-1AC3-C16B-9A6B-0429004D2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CD8EF-A53A-DDBB-106E-79BEA8EC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33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1437-2E93-4437-E26B-388C98F52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480F4-39B0-C7C8-EEF4-5B306676D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207FC9-F61B-0E4D-3B9E-A69F14464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D7001-CAB1-8E3C-750E-2201574E4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6DD7F-471C-BBA8-B390-350508DF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88628-8624-ADC5-D975-E02C0A82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7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FBA2-0F6D-A6EF-BC03-262B6D5D3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0A5302-57AF-AD89-FFDB-667F89C1D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6CAC7-9A47-857A-3B97-B78BBE8F2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70241F-B9E5-E295-DC28-E8E880020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7ED38-E6EF-456A-37E7-5EFDA8F55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77414-0666-BC80-0465-3B94623F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B855D-B43E-9082-DAF9-B9154E253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8C10A-FE50-2643-480A-4F49A7A9F3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B0B5-ED1B-67A8-46DB-E9AAB8867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D1164-15F0-90ED-AB0E-9DCB8B0E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82-C330-0371-E9B8-042A8FA4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2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3B019-F1BA-3273-8483-151FC8DBD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61218-F30C-B9CD-AEE7-AF26B7CAA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EB56-13A1-2DE4-AE93-7EAB4A5AA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C477C-A53A-271D-0EBA-7FFC181B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C7D40-3E56-DB9A-A1DE-477678C5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23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 hasCustomPrompt="1"/>
          </p:nvPr>
        </p:nvSpPr>
        <p:spPr>
          <a:xfrm>
            <a:off x="838200" y="688579"/>
            <a:ext cx="10515600" cy="5334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Black" charset="0"/>
                <a:ea typeface="Proxima Nova Black" charset="0"/>
                <a:cs typeface="Proxima Nova Black" charset="0"/>
              </a:defRPr>
            </a:lvl1pPr>
          </a:lstStyle>
          <a:p>
            <a:r>
              <a:rPr lang="en-US" dirty="0"/>
              <a:t>PLACEHOLDER TITLE</a:t>
            </a: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7407" y="1221979"/>
            <a:ext cx="10515600" cy="266700"/>
          </a:xfrm>
          <a:prstGeom prst="rect">
            <a:avLst/>
          </a:prstGeom>
        </p:spPr>
        <p:txBody>
          <a:bodyPr lIns="0" rIns="0">
            <a:normAutofit/>
          </a:bodyPr>
          <a:lstStyle>
            <a:lvl1pPr>
              <a:buNone/>
              <a:defRPr sz="1800" b="0" i="0">
                <a:solidFill>
                  <a:srgbClr val="2D2D2D"/>
                </a:solidFill>
                <a:latin typeface="Proxima Nova" charset="0"/>
                <a:ea typeface="Proxima Nova" charset="0"/>
                <a:cs typeface="Proxima Nova" charset="0"/>
              </a:defRPr>
            </a:lvl1pPr>
            <a:lvl2pPr marL="171446" indent="0">
              <a:buNone/>
              <a:defRPr/>
            </a:lvl2pPr>
            <a:lvl3pPr marL="171446" indent="0">
              <a:buNone/>
              <a:defRPr/>
            </a:lvl3pPr>
            <a:lvl4pPr marL="342891" indent="0">
              <a:buNone/>
              <a:defRPr/>
            </a:lvl4pPr>
            <a:lvl5pPr marL="342891" indent="0">
              <a:buNone/>
              <a:defRPr/>
            </a:lvl5pPr>
          </a:lstStyle>
          <a:p>
            <a:pPr lvl="0"/>
            <a:r>
              <a:rPr lang="en-US" dirty="0"/>
              <a:t>SUBHEAD GOES HERE + LOOKS LIKE THIS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189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751">
                <a:solidFill>
                  <a:srgbClr val="9D9FA1"/>
                </a:solidFill>
                <a:sym typeface="Proxima Nova" charset="0"/>
              </a:rPr>
              <a:t>CONFIDENTIAL DOCUMENT, DO NOT SHARE 2 OR DISTRIBUTE.</a:t>
            </a:r>
          </a:p>
          <a:p>
            <a:endParaRPr lang="en-US" dirty="0">
              <a:solidFill>
                <a:srgbClr val="222222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9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1403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483D13-6DD3-40B5-B94A-22A72B88E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8960" y="3617088"/>
            <a:ext cx="1281061" cy="1542737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23C6C0-40B2-4B91-8B1C-E3376A7BC5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49199" y="503585"/>
            <a:ext cx="1869580" cy="1855686"/>
          </a:xfrm>
          <a:custGeom>
            <a:avLst/>
            <a:gdLst>
              <a:gd name="connsiteX0" fmla="*/ 0 w 3739647"/>
              <a:gd name="connsiteY0" fmla="*/ 0 h 3711371"/>
              <a:gd name="connsiteX1" fmla="*/ 3739647 w 3739647"/>
              <a:gd name="connsiteY1" fmla="*/ 0 h 3711371"/>
              <a:gd name="connsiteX2" fmla="*/ 3739647 w 3739647"/>
              <a:gd name="connsiteY2" fmla="*/ 3711371 h 3711371"/>
              <a:gd name="connsiteX3" fmla="*/ 0 w 3739647"/>
              <a:gd name="connsiteY3" fmla="*/ 3711371 h 3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3711371">
                <a:moveTo>
                  <a:pt x="0" y="0"/>
                </a:moveTo>
                <a:lnTo>
                  <a:pt x="3739647" y="0"/>
                </a:lnTo>
                <a:lnTo>
                  <a:pt x="3739647" y="3711371"/>
                </a:lnTo>
                <a:lnTo>
                  <a:pt x="0" y="3711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AAA611-0D8A-4CBD-84B9-375447BB51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0055" y="4461938"/>
            <a:ext cx="1869580" cy="1084781"/>
          </a:xfrm>
          <a:custGeom>
            <a:avLst/>
            <a:gdLst>
              <a:gd name="connsiteX0" fmla="*/ 0 w 3739647"/>
              <a:gd name="connsiteY0" fmla="*/ 0 h 2169562"/>
              <a:gd name="connsiteX1" fmla="*/ 3739647 w 3739647"/>
              <a:gd name="connsiteY1" fmla="*/ 0 h 2169562"/>
              <a:gd name="connsiteX2" fmla="*/ 3739647 w 3739647"/>
              <a:gd name="connsiteY2" fmla="*/ 2169562 h 2169562"/>
              <a:gd name="connsiteX3" fmla="*/ 0 w 3739647"/>
              <a:gd name="connsiteY3" fmla="*/ 2169562 h 216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2169562">
                <a:moveTo>
                  <a:pt x="0" y="0"/>
                </a:moveTo>
                <a:lnTo>
                  <a:pt x="3739647" y="0"/>
                </a:lnTo>
                <a:lnTo>
                  <a:pt x="3739647" y="2169562"/>
                </a:lnTo>
                <a:lnTo>
                  <a:pt x="0" y="216956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E5DA75-D57A-445B-800D-4D886BEE4E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14024" y="3731007"/>
            <a:ext cx="1231893" cy="1205416"/>
          </a:xfrm>
          <a:custGeom>
            <a:avLst/>
            <a:gdLst>
              <a:gd name="connsiteX0" fmla="*/ 0 w 2464106"/>
              <a:gd name="connsiteY0" fmla="*/ 0 h 2410831"/>
              <a:gd name="connsiteX1" fmla="*/ 2464106 w 2464106"/>
              <a:gd name="connsiteY1" fmla="*/ 0 h 2410831"/>
              <a:gd name="connsiteX2" fmla="*/ 2464106 w 2464106"/>
              <a:gd name="connsiteY2" fmla="*/ 2410831 h 2410831"/>
              <a:gd name="connsiteX3" fmla="*/ 0 w 2464106"/>
              <a:gd name="connsiteY3" fmla="*/ 2410831 h 241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4106" h="2410831">
                <a:moveTo>
                  <a:pt x="0" y="0"/>
                </a:moveTo>
                <a:lnTo>
                  <a:pt x="2464106" y="0"/>
                </a:lnTo>
                <a:lnTo>
                  <a:pt x="2464106" y="2410831"/>
                </a:lnTo>
                <a:lnTo>
                  <a:pt x="0" y="24108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1E21332-A97F-43A7-8DF8-072F9064A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16525" y="5170141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5AD58F5-2ECB-43D8-994C-B84B1B33D3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7185" y="1041102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D9641E-A634-4742-98B2-F131FBB94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3598" y="3608296"/>
            <a:ext cx="1995716" cy="1360940"/>
          </a:xfrm>
          <a:custGeom>
            <a:avLst/>
            <a:gdLst>
              <a:gd name="connsiteX0" fmla="*/ 0 w 3991951"/>
              <a:gd name="connsiteY0" fmla="*/ 0 h 2721879"/>
              <a:gd name="connsiteX1" fmla="*/ 3991951 w 3991951"/>
              <a:gd name="connsiteY1" fmla="*/ 0 h 2721879"/>
              <a:gd name="connsiteX2" fmla="*/ 3991951 w 3991951"/>
              <a:gd name="connsiteY2" fmla="*/ 2721879 h 2721879"/>
              <a:gd name="connsiteX3" fmla="*/ 0 w 3991951"/>
              <a:gd name="connsiteY3" fmla="*/ 2721879 h 27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721879">
                <a:moveTo>
                  <a:pt x="0" y="0"/>
                </a:moveTo>
                <a:lnTo>
                  <a:pt x="3991951" y="0"/>
                </a:lnTo>
                <a:lnTo>
                  <a:pt x="3991951" y="2721879"/>
                </a:lnTo>
                <a:lnTo>
                  <a:pt x="0" y="272187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9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29ECCF-26E4-460B-B63D-0178A5C20500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tx1">
              <a:lumMod val="90000"/>
              <a:lumOff val="1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330907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4867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93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09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960575" y="251257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" name="Picture Placeholder 75">
            <a:extLst>
              <a:ext uri="{FF2B5EF4-FFF2-40B4-BE49-F238E27FC236}">
                <a16:creationId xmlns:a16="http://schemas.microsoft.com/office/drawing/2014/main" id="{B73DCDD3-849B-48E9-9914-DC8C6C49302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-177423" y="284578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8083A199-38E5-4ACB-BD72-CEC6E71018D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480191" y="4288872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30F15E57-04C6-4909-ACB4-7ACAA591DE3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-3446134" y="308710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86FBEEA4-D851-4A6C-878E-E42016D4A5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-805022" y="455708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04CD476-3BC2-488C-9229-A7DD254475E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840192" y="599542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763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6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451805" y="1941447"/>
            <a:ext cx="5288390" cy="2975107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accent3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896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DE1F0CA1-994C-4B15-BD61-C1FC8BE244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795324" y="-2019910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CCDC6E92-1B4E-4F2A-BD85-917834D7D1BF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98700" y="-5940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60FE58BF-2882-4922-8BE2-DC5C806999A3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1002077" y="831779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DFC0A416-BD43-4889-A746-153B68F952A1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092594" y="-147069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0B4C680D-3D96-4F02-8FDE-6C344B4EA949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695970" y="-4485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75">
            <a:extLst>
              <a:ext uri="{FF2B5EF4-FFF2-40B4-BE49-F238E27FC236}">
                <a16:creationId xmlns:a16="http://schemas.microsoft.com/office/drawing/2014/main" id="{0136ECC1-14F7-404A-BB65-765B022634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307095" y="1365493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1F32264-5F7E-4A46-97AB-AABAB86F1EA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911794" y="2784466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51309" y="-1058251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65B77482-57E1-46FD-913A-0092573AC5F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754685" y="367594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9" name="Picture Placeholder 75">
            <a:extLst>
              <a:ext uri="{FF2B5EF4-FFF2-40B4-BE49-F238E27FC236}">
                <a16:creationId xmlns:a16="http://schemas.microsoft.com/office/drawing/2014/main" id="{B37A391A-9563-4D8D-9F81-AF2A558906B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358062" y="179343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905913FF-40D6-422E-AE96-62587D32CE1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69186" y="3203785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139B3716-743D-4E4C-8E9E-28622348549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10573886" y="4622758"/>
            <a:ext cx="3973245" cy="2235242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tx1">
              <a:alpha val="4000"/>
            </a:schemeClr>
          </a:solidFill>
          <a:effectLst>
            <a:outerShdw blurRad="876300" dist="787400" dir="2400000" algn="ctr" rotWithShape="0">
              <a:schemeClr val="tx1">
                <a:alpha val="34000"/>
              </a:schemeClr>
            </a:outerShdw>
            <a:reflection blurRad="76200" stA="48000" endPos="98000" dir="5400000" sy="-100000" algn="bl" rotWithShape="0"/>
          </a:effectLst>
          <a:scene3d>
            <a:camera prst="orthographicFront">
              <a:rot lat="19848000" lon="3234000" rev="17862000"/>
            </a:camera>
            <a:lightRig rig="soft" dir="t"/>
          </a:scene3d>
          <a:sp3d extrusionH="95250" prstMaterial="plastic"/>
        </p:spPr>
        <p:txBody>
          <a:bodyPr wrap="square" anchor="ctr">
            <a:noAutofit/>
          </a:bodyPr>
          <a:lstStyle>
            <a:lvl1pPr algn="ctr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4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3" grpId="0" animBg="1"/>
      <p:bldP spid="14" grpId="0" animBg="1"/>
      <p:bldP spid="15" grpId="0" animBg="1"/>
      <p:bldP spid="16" grpId="0" animBg="1"/>
      <p:bldP spid="2" grpId="0" animBg="1"/>
      <p:bldP spid="8" grpId="0" animBg="1"/>
      <p:bldP spid="9" grpId="0" animBg="1"/>
      <p:bldP spid="10" grpId="0" animBg="1"/>
      <p:bldP spid="11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icture Placeholder 75">
            <a:extLst>
              <a:ext uri="{FF2B5EF4-FFF2-40B4-BE49-F238E27FC236}">
                <a16:creationId xmlns:a16="http://schemas.microsoft.com/office/drawing/2014/main" id="{E663C24A-6D61-4CE5-B812-FEFFD014239B}"/>
              </a:ext>
            </a:extLst>
          </p:cNvPr>
          <p:cNvSpPr>
            <a:spLocks noGrp="1" noChangeAspect="1"/>
          </p:cNvSpPr>
          <p:nvPr>
            <p:ph type="pic" sz="quarter" idx="57"/>
          </p:nvPr>
        </p:nvSpPr>
        <p:spPr>
          <a:xfrm>
            <a:off x="-657118" y="-149065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9" name="Picture Placeholder 75">
            <a:extLst>
              <a:ext uri="{FF2B5EF4-FFF2-40B4-BE49-F238E27FC236}">
                <a16:creationId xmlns:a16="http://schemas.microsoft.com/office/drawing/2014/main" id="{FC0F3EFD-29EA-4CF3-945D-F2BDFE1089BA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>
          <a:xfrm>
            <a:off x="-2891069" y="-23119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1" name="Picture Placeholder 75">
            <a:extLst>
              <a:ext uri="{FF2B5EF4-FFF2-40B4-BE49-F238E27FC236}">
                <a16:creationId xmlns:a16="http://schemas.microsoft.com/office/drawing/2014/main" id="{03EDB8AD-F804-43C3-A0D1-C12D7225E290}"/>
              </a:ext>
            </a:extLst>
          </p:cNvPr>
          <p:cNvSpPr>
            <a:spLocks noGrp="1" noChangeAspect="1"/>
          </p:cNvSpPr>
          <p:nvPr>
            <p:ph type="pic" sz="quarter" idx="50"/>
          </p:nvPr>
        </p:nvSpPr>
        <p:spPr>
          <a:xfrm>
            <a:off x="1728774" y="-113977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2" name="Picture Placeholder 75">
            <a:extLst>
              <a:ext uri="{FF2B5EF4-FFF2-40B4-BE49-F238E27FC236}">
                <a16:creationId xmlns:a16="http://schemas.microsoft.com/office/drawing/2014/main" id="{C5D21686-787F-4D1D-8E80-E2508F394D2B}"/>
              </a:ext>
            </a:extLst>
          </p:cNvPr>
          <p:cNvSpPr>
            <a:spLocks noGrp="1" noChangeAspect="1"/>
          </p:cNvSpPr>
          <p:nvPr>
            <p:ph type="pic" sz="quarter" idx="51"/>
          </p:nvPr>
        </p:nvSpPr>
        <p:spPr>
          <a:xfrm>
            <a:off x="-505177" y="11968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3" name="Picture Placeholder 75">
            <a:extLst>
              <a:ext uri="{FF2B5EF4-FFF2-40B4-BE49-F238E27FC236}">
                <a16:creationId xmlns:a16="http://schemas.microsoft.com/office/drawing/2014/main" id="{A4D6FD94-3DFB-4DD1-A3E1-05F00BC1540C}"/>
              </a:ext>
            </a:extLst>
          </p:cNvPr>
          <p:cNvSpPr>
            <a:spLocks noGrp="1" noChangeAspect="1"/>
          </p:cNvSpPr>
          <p:nvPr>
            <p:ph type="pic" sz="quarter" idx="52"/>
          </p:nvPr>
        </p:nvSpPr>
        <p:spPr>
          <a:xfrm>
            <a:off x="-2739128" y="137914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8" name="Picture Placeholder 75">
            <a:extLst>
              <a:ext uri="{FF2B5EF4-FFF2-40B4-BE49-F238E27FC236}">
                <a16:creationId xmlns:a16="http://schemas.microsoft.com/office/drawing/2014/main" id="{6CAD025C-A654-4C88-A249-7079110D412A}"/>
              </a:ext>
            </a:extLst>
          </p:cNvPr>
          <p:cNvSpPr>
            <a:spLocks noGrp="1" noChangeAspect="1"/>
          </p:cNvSpPr>
          <p:nvPr>
            <p:ph type="pic" sz="quarter" idx="43"/>
          </p:nvPr>
        </p:nvSpPr>
        <p:spPr>
          <a:xfrm>
            <a:off x="3949279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9" name="Picture Placeholder 75">
            <a:extLst>
              <a:ext uri="{FF2B5EF4-FFF2-40B4-BE49-F238E27FC236}">
                <a16:creationId xmlns:a16="http://schemas.microsoft.com/office/drawing/2014/main" id="{7D2A6AB2-B1B6-4E6E-A516-1624DC823BCE}"/>
              </a:ext>
            </a:extLst>
          </p:cNvPr>
          <p:cNvSpPr>
            <a:spLocks noGrp="1" noChangeAspect="1"/>
          </p:cNvSpPr>
          <p:nvPr>
            <p:ph type="pic" sz="quarter" idx="44"/>
          </p:nvPr>
        </p:nvSpPr>
        <p:spPr>
          <a:xfrm>
            <a:off x="1715328" y="57285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0" name="Picture Placeholder 75">
            <a:extLst>
              <a:ext uri="{FF2B5EF4-FFF2-40B4-BE49-F238E27FC236}">
                <a16:creationId xmlns:a16="http://schemas.microsoft.com/office/drawing/2014/main" id="{9DD0859E-1EE8-4927-8BB2-F5754D3BD7BB}"/>
              </a:ext>
            </a:extLst>
          </p:cNvPr>
          <p:cNvSpPr>
            <a:spLocks noGrp="1" noChangeAspect="1"/>
          </p:cNvSpPr>
          <p:nvPr>
            <p:ph type="pic" sz="quarter" idx="45"/>
          </p:nvPr>
        </p:nvSpPr>
        <p:spPr>
          <a:xfrm>
            <a:off x="-518622" y="1832311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31" name="Picture Placeholder 75">
            <a:extLst>
              <a:ext uri="{FF2B5EF4-FFF2-40B4-BE49-F238E27FC236}">
                <a16:creationId xmlns:a16="http://schemas.microsoft.com/office/drawing/2014/main" id="{F9FC8C08-0383-4EC2-82BB-1133D3D229E0}"/>
              </a:ext>
            </a:extLst>
          </p:cNvPr>
          <p:cNvSpPr>
            <a:spLocks noGrp="1" noChangeAspect="1"/>
          </p:cNvSpPr>
          <p:nvPr>
            <p:ph type="pic" sz="quarter" idx="46"/>
          </p:nvPr>
        </p:nvSpPr>
        <p:spPr>
          <a:xfrm>
            <a:off x="-2752573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6" name="Picture Placeholder 75">
            <a:extLst>
              <a:ext uri="{FF2B5EF4-FFF2-40B4-BE49-F238E27FC236}">
                <a16:creationId xmlns:a16="http://schemas.microsoft.com/office/drawing/2014/main" id="{607EBF97-CA98-44E9-938D-F451E62350C1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942516" y="-68660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7" name="Picture Placeholder 75">
            <a:extLst>
              <a:ext uri="{FF2B5EF4-FFF2-40B4-BE49-F238E27FC236}">
                <a16:creationId xmlns:a16="http://schemas.microsoft.com/office/drawing/2014/main" id="{3D16D7ED-FD8B-4316-A459-2B2FB95393A8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4708566" y="57285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8" name="Picture Placeholder 75">
            <a:extLst>
              <a:ext uri="{FF2B5EF4-FFF2-40B4-BE49-F238E27FC236}">
                <a16:creationId xmlns:a16="http://schemas.microsoft.com/office/drawing/2014/main" id="{0CDD9022-DE91-4943-A173-2B143DF81A30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2474615" y="1832311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9" name="Picture Placeholder 75">
            <a:extLst>
              <a:ext uri="{FF2B5EF4-FFF2-40B4-BE49-F238E27FC236}">
                <a16:creationId xmlns:a16="http://schemas.microsoft.com/office/drawing/2014/main" id="{ABE95176-571E-450E-92C4-6C81EA4C7A3E}"/>
              </a:ext>
            </a:extLst>
          </p:cNvPr>
          <p:cNvSpPr>
            <a:spLocks noGrp="1" noChangeAspect="1"/>
          </p:cNvSpPr>
          <p:nvPr>
            <p:ph type="pic" sz="quarter" idx="40"/>
          </p:nvPr>
        </p:nvSpPr>
        <p:spPr>
          <a:xfrm>
            <a:off x="240664" y="309176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0" name="Picture Placeholder 75">
            <a:extLst>
              <a:ext uri="{FF2B5EF4-FFF2-40B4-BE49-F238E27FC236}">
                <a16:creationId xmlns:a16="http://schemas.microsoft.com/office/drawing/2014/main" id="{3EFAEF24-F8F9-40CF-94FB-D6695C184868}"/>
              </a:ext>
            </a:extLst>
          </p:cNvPr>
          <p:cNvSpPr>
            <a:spLocks noGrp="1" noChangeAspect="1"/>
          </p:cNvSpPr>
          <p:nvPr>
            <p:ph type="pic" sz="quarter" idx="41"/>
          </p:nvPr>
        </p:nvSpPr>
        <p:spPr>
          <a:xfrm>
            <a:off x="-1993286" y="435122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2" name="Picture Placeholder 75">
            <a:extLst>
              <a:ext uri="{FF2B5EF4-FFF2-40B4-BE49-F238E27FC236}">
                <a16:creationId xmlns:a16="http://schemas.microsoft.com/office/drawing/2014/main" id="{35C81404-E27E-4F36-A623-E57FC83C04C2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672465" y="-53115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4" name="Picture Placeholder 75">
            <a:extLst>
              <a:ext uri="{FF2B5EF4-FFF2-40B4-BE49-F238E27FC236}">
                <a16:creationId xmlns:a16="http://schemas.microsoft.com/office/drawing/2014/main" id="{FEAB132E-72A8-4AAE-84A4-48B1A95CEE6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7438514" y="7283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" name="Picture Placeholder 75">
            <a:extLst>
              <a:ext uri="{FF2B5EF4-FFF2-40B4-BE49-F238E27FC236}">
                <a16:creationId xmlns:a16="http://schemas.microsoft.com/office/drawing/2014/main" id="{243FAE32-B9F4-4AE7-AE82-22570A22956A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5204564" y="19877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" name="Picture Placeholder 75">
            <a:extLst>
              <a:ext uri="{FF2B5EF4-FFF2-40B4-BE49-F238E27FC236}">
                <a16:creationId xmlns:a16="http://schemas.microsoft.com/office/drawing/2014/main" id="{22DB54D1-378A-4542-9D02-E25B5BADC362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2970613" y="32472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7" name="Picture Placeholder 75">
            <a:extLst>
              <a:ext uri="{FF2B5EF4-FFF2-40B4-BE49-F238E27FC236}">
                <a16:creationId xmlns:a16="http://schemas.microsoft.com/office/drawing/2014/main" id="{8FFD3707-289A-4097-A634-5DFE56AC06FE}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36662" y="45066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8" name="Picture Placeholder 75">
            <a:extLst>
              <a:ext uri="{FF2B5EF4-FFF2-40B4-BE49-F238E27FC236}">
                <a16:creationId xmlns:a16="http://schemas.microsoft.com/office/drawing/2014/main" id="{54A7639C-C713-48A6-BCBD-272206505DD0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-1497288" y="5766134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" name="Picture Placeholder 75">
            <a:extLst>
              <a:ext uri="{FF2B5EF4-FFF2-40B4-BE49-F238E27FC236}">
                <a16:creationId xmlns:a16="http://schemas.microsoft.com/office/drawing/2014/main" id="{EADC1BA6-7445-4738-896F-F25E3B51C12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10280074" y="81369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1" name="Picture Placeholder 75">
            <a:extLst>
              <a:ext uri="{FF2B5EF4-FFF2-40B4-BE49-F238E27FC236}">
                <a16:creationId xmlns:a16="http://schemas.microsoft.com/office/drawing/2014/main" id="{C2B339F4-9FE6-4B11-BADC-2E50B1ADD1F5}"/>
              </a:ext>
            </a:extLst>
          </p:cNvPr>
          <p:cNvSpPr>
            <a:spLocks noGrp="1" noChangeAspect="1"/>
          </p:cNvSpPr>
          <p:nvPr>
            <p:ph type="pic" sz="quarter" idx="32"/>
          </p:nvPr>
        </p:nvSpPr>
        <p:spPr>
          <a:xfrm>
            <a:off x="8046124" y="207314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2" name="Picture Placeholder 75">
            <a:extLst>
              <a:ext uri="{FF2B5EF4-FFF2-40B4-BE49-F238E27FC236}">
                <a16:creationId xmlns:a16="http://schemas.microsoft.com/office/drawing/2014/main" id="{FFE71006-16E5-457F-9B4E-4C8C74041CF2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5812173" y="3332606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3" name="Picture Placeholder 75">
            <a:extLst>
              <a:ext uri="{FF2B5EF4-FFF2-40B4-BE49-F238E27FC236}">
                <a16:creationId xmlns:a16="http://schemas.microsoft.com/office/drawing/2014/main" id="{6DDB9485-9DF7-49C5-ADFC-F845200EBD64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3578222" y="459206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4" name="Picture Placeholder 75">
            <a:extLst>
              <a:ext uri="{FF2B5EF4-FFF2-40B4-BE49-F238E27FC236}">
                <a16:creationId xmlns:a16="http://schemas.microsoft.com/office/drawing/2014/main" id="{C2FEBF29-F3C4-44EB-A394-6B97F83C159B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1344272" y="58515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3" name="Picture Placeholder 75">
            <a:extLst>
              <a:ext uri="{FF2B5EF4-FFF2-40B4-BE49-F238E27FC236}">
                <a16:creationId xmlns:a16="http://schemas.microsoft.com/office/drawing/2014/main" id="{2F015E8F-22EA-4453-8367-140895DC3255}"/>
              </a:ext>
            </a:extLst>
          </p:cNvPr>
          <p:cNvSpPr>
            <a:spLocks noGrp="1" noChangeAspect="1"/>
          </p:cNvSpPr>
          <p:nvPr>
            <p:ph type="pic" sz="quarter" idx="62"/>
          </p:nvPr>
        </p:nvSpPr>
        <p:spPr>
          <a:xfrm>
            <a:off x="10348604" y="245607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4" name="Picture Placeholder 75">
            <a:extLst>
              <a:ext uri="{FF2B5EF4-FFF2-40B4-BE49-F238E27FC236}">
                <a16:creationId xmlns:a16="http://schemas.microsoft.com/office/drawing/2014/main" id="{38BD2839-9FD8-4A47-8C6C-BA555D30B060}"/>
              </a:ext>
            </a:extLst>
          </p:cNvPr>
          <p:cNvSpPr>
            <a:spLocks noGrp="1" noChangeAspect="1"/>
          </p:cNvSpPr>
          <p:nvPr>
            <p:ph type="pic" sz="quarter" idx="63"/>
          </p:nvPr>
        </p:nvSpPr>
        <p:spPr>
          <a:xfrm>
            <a:off x="8114654" y="3715532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5" name="Picture Placeholder 75">
            <a:extLst>
              <a:ext uri="{FF2B5EF4-FFF2-40B4-BE49-F238E27FC236}">
                <a16:creationId xmlns:a16="http://schemas.microsoft.com/office/drawing/2014/main" id="{36034C35-1CBE-46E5-9904-EDC510CB644A}"/>
              </a:ext>
            </a:extLst>
          </p:cNvPr>
          <p:cNvSpPr>
            <a:spLocks noGrp="1" noChangeAspect="1"/>
          </p:cNvSpPr>
          <p:nvPr>
            <p:ph type="pic" sz="quarter" idx="64"/>
          </p:nvPr>
        </p:nvSpPr>
        <p:spPr>
          <a:xfrm>
            <a:off x="5880703" y="4974989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6" name="Picture Placeholder 75">
            <a:extLst>
              <a:ext uri="{FF2B5EF4-FFF2-40B4-BE49-F238E27FC236}">
                <a16:creationId xmlns:a16="http://schemas.microsoft.com/office/drawing/2014/main" id="{507BEDBC-9F75-40C5-8467-AA2A8746E709}"/>
              </a:ext>
            </a:extLst>
          </p:cNvPr>
          <p:cNvSpPr>
            <a:spLocks noGrp="1" noChangeAspect="1"/>
          </p:cNvSpPr>
          <p:nvPr>
            <p:ph type="pic" sz="quarter" idx="65"/>
          </p:nvPr>
        </p:nvSpPr>
        <p:spPr>
          <a:xfrm>
            <a:off x="3646752" y="6234445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59" name="Picture Placeholder 75">
            <a:extLst>
              <a:ext uri="{FF2B5EF4-FFF2-40B4-BE49-F238E27FC236}">
                <a16:creationId xmlns:a16="http://schemas.microsoft.com/office/drawing/2014/main" id="{AECDF11A-996B-4276-B504-5061846D8626}"/>
              </a:ext>
            </a:extLst>
          </p:cNvPr>
          <p:cNvSpPr>
            <a:spLocks noGrp="1" noChangeAspect="1"/>
          </p:cNvSpPr>
          <p:nvPr>
            <p:ph type="pic" sz="quarter" idx="68"/>
          </p:nvPr>
        </p:nvSpPr>
        <p:spPr>
          <a:xfrm>
            <a:off x="10536718" y="4037823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0" name="Picture Placeholder 75">
            <a:extLst>
              <a:ext uri="{FF2B5EF4-FFF2-40B4-BE49-F238E27FC236}">
                <a16:creationId xmlns:a16="http://schemas.microsoft.com/office/drawing/2014/main" id="{18FFBB60-78C0-41D6-B988-AE90BC50278F}"/>
              </a:ext>
            </a:extLst>
          </p:cNvPr>
          <p:cNvSpPr>
            <a:spLocks noGrp="1" noChangeAspect="1"/>
          </p:cNvSpPr>
          <p:nvPr>
            <p:ph type="pic" sz="quarter" idx="69"/>
          </p:nvPr>
        </p:nvSpPr>
        <p:spPr>
          <a:xfrm>
            <a:off x="8302767" y="529728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1" name="Picture Placeholder 75">
            <a:extLst>
              <a:ext uri="{FF2B5EF4-FFF2-40B4-BE49-F238E27FC236}">
                <a16:creationId xmlns:a16="http://schemas.microsoft.com/office/drawing/2014/main" id="{157843DF-2840-468E-B1B3-C729FF5281C6}"/>
              </a:ext>
            </a:extLst>
          </p:cNvPr>
          <p:cNvSpPr>
            <a:spLocks noGrp="1" noChangeAspect="1"/>
          </p:cNvSpPr>
          <p:nvPr>
            <p:ph type="pic" sz="quarter" idx="70"/>
          </p:nvPr>
        </p:nvSpPr>
        <p:spPr>
          <a:xfrm>
            <a:off x="6068817" y="655673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5" name="Picture Placeholder 75">
            <a:extLst>
              <a:ext uri="{FF2B5EF4-FFF2-40B4-BE49-F238E27FC236}">
                <a16:creationId xmlns:a16="http://schemas.microsoft.com/office/drawing/2014/main" id="{8DF2D5D1-AC63-4DDD-BF20-41ACF22FCE4B}"/>
              </a:ext>
            </a:extLst>
          </p:cNvPr>
          <p:cNvSpPr>
            <a:spLocks noGrp="1" noChangeAspect="1"/>
          </p:cNvSpPr>
          <p:nvPr>
            <p:ph type="pic" sz="quarter" idx="74"/>
          </p:nvPr>
        </p:nvSpPr>
        <p:spPr>
          <a:xfrm>
            <a:off x="11051634" y="5464020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66" name="Picture Placeholder 75">
            <a:extLst>
              <a:ext uri="{FF2B5EF4-FFF2-40B4-BE49-F238E27FC236}">
                <a16:creationId xmlns:a16="http://schemas.microsoft.com/office/drawing/2014/main" id="{3932DA6D-A9C7-4444-87EB-1B1FFD57213B}"/>
              </a:ext>
            </a:extLst>
          </p:cNvPr>
          <p:cNvSpPr>
            <a:spLocks noGrp="1" noChangeAspect="1"/>
          </p:cNvSpPr>
          <p:nvPr>
            <p:ph type="pic" sz="quarter" idx="75"/>
          </p:nvPr>
        </p:nvSpPr>
        <p:spPr>
          <a:xfrm>
            <a:off x="8817684" y="6723477"/>
            <a:ext cx="3283674" cy="1847308"/>
          </a:xfrm>
          <a:custGeom>
            <a:avLst/>
            <a:gdLst>
              <a:gd name="connsiteX0" fmla="*/ 215874 w 10578156"/>
              <a:gd name="connsiteY0" fmla="*/ 0 h 5950214"/>
              <a:gd name="connsiteX1" fmla="*/ 10362282 w 10578156"/>
              <a:gd name="connsiteY1" fmla="*/ 0 h 5950214"/>
              <a:gd name="connsiteX2" fmla="*/ 10578156 w 10578156"/>
              <a:gd name="connsiteY2" fmla="*/ 215874 h 5950214"/>
              <a:gd name="connsiteX3" fmla="*/ 10578156 w 10578156"/>
              <a:gd name="connsiteY3" fmla="*/ 5734340 h 5950214"/>
              <a:gd name="connsiteX4" fmla="*/ 10362282 w 10578156"/>
              <a:gd name="connsiteY4" fmla="*/ 5950214 h 5950214"/>
              <a:gd name="connsiteX5" fmla="*/ 215874 w 10578156"/>
              <a:gd name="connsiteY5" fmla="*/ 5950214 h 5950214"/>
              <a:gd name="connsiteX6" fmla="*/ 0 w 10578156"/>
              <a:gd name="connsiteY6" fmla="*/ 5734340 h 5950214"/>
              <a:gd name="connsiteX7" fmla="*/ 0 w 10578156"/>
              <a:gd name="connsiteY7" fmla="*/ 215874 h 5950214"/>
              <a:gd name="connsiteX8" fmla="*/ 215874 w 10578156"/>
              <a:gd name="connsiteY8" fmla="*/ 0 h 5950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78156" h="5950214">
                <a:moveTo>
                  <a:pt x="215874" y="0"/>
                </a:moveTo>
                <a:lnTo>
                  <a:pt x="10362282" y="0"/>
                </a:lnTo>
                <a:cubicBezTo>
                  <a:pt x="10481506" y="0"/>
                  <a:pt x="10578156" y="96650"/>
                  <a:pt x="10578156" y="215874"/>
                </a:cubicBezTo>
                <a:lnTo>
                  <a:pt x="10578156" y="5734340"/>
                </a:lnTo>
                <a:cubicBezTo>
                  <a:pt x="10578156" y="5853564"/>
                  <a:pt x="10481506" y="5950214"/>
                  <a:pt x="10362282" y="5950214"/>
                </a:cubicBezTo>
                <a:lnTo>
                  <a:pt x="215874" y="5950214"/>
                </a:lnTo>
                <a:cubicBezTo>
                  <a:pt x="96650" y="5950214"/>
                  <a:pt x="0" y="5853564"/>
                  <a:pt x="0" y="5734340"/>
                </a:cubicBezTo>
                <a:lnTo>
                  <a:pt x="0" y="215874"/>
                </a:lnTo>
                <a:cubicBezTo>
                  <a:pt x="0" y="96650"/>
                  <a:pt x="96650" y="0"/>
                  <a:pt x="215874" y="0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914400" dist="495300" dir="8100000" algn="ctr" rotWithShape="0">
              <a:schemeClr val="tx1">
                <a:lumMod val="75000"/>
                <a:lumOff val="25000"/>
                <a:alpha val="14000"/>
              </a:schemeClr>
            </a:outerShdw>
          </a:effectLst>
          <a:scene3d>
            <a:camera prst="orthographicFront">
              <a:rot lat="19800000" lon="18600000" rev="3600000"/>
            </a:camera>
            <a:lightRig rig="chilly" dir="t"/>
          </a:scene3d>
          <a:sp3d extrusionH="31750" prstMaterial="plastic"/>
        </p:spPr>
        <p:txBody>
          <a:bodyPr wrap="square" anchor="ctr">
            <a:noAutofit/>
          </a:bodyPr>
          <a:lstStyle>
            <a:lvl1pPr algn="ctr">
              <a:defRPr sz="14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6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3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3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3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3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3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3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3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3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  <p:bldP spid="41" grpId="0" animBg="1"/>
      <p:bldP spid="42" grpId="0" animBg="1"/>
      <p:bldP spid="43" grpId="0" animBg="1"/>
      <p:bldP spid="28" grpId="0" animBg="1"/>
      <p:bldP spid="29" grpId="0" animBg="1"/>
      <p:bldP spid="30" grpId="0" animBg="1"/>
      <p:bldP spid="3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53" grpId="0" animBg="1"/>
      <p:bldP spid="54" grpId="0" animBg="1"/>
      <p:bldP spid="55" grpId="0" animBg="1"/>
      <p:bldP spid="56" grpId="0" animBg="1"/>
      <p:bldP spid="59" grpId="0" animBg="1"/>
      <p:bldP spid="60" grpId="0" animBg="1"/>
      <p:bldP spid="61" grpId="0" animBg="1"/>
      <p:bldP spid="65" grpId="0" animBg="1"/>
      <p:bldP spid="66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7"/>
          <p:cNvSpPr txBox="1">
            <a:spLocks noGrp="1"/>
          </p:cNvSpPr>
          <p:nvPr>
            <p:ph type="title"/>
          </p:nvPr>
        </p:nvSpPr>
        <p:spPr>
          <a:xfrm>
            <a:off x="495300" y="549415"/>
            <a:ext cx="11187112" cy="455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7"/>
          <p:cNvSpPr txBox="1">
            <a:spLocks noGrp="1"/>
          </p:cNvSpPr>
          <p:nvPr>
            <p:ph type="body" idx="1"/>
          </p:nvPr>
        </p:nvSpPr>
        <p:spPr>
          <a:xfrm>
            <a:off x="495299" y="1719072"/>
            <a:ext cx="5466587" cy="467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6000"/>
              </a:lnSpc>
              <a:spcBef>
                <a:spcPts val="1800"/>
              </a:spcBef>
              <a:spcAft>
                <a:spcPts val="0"/>
              </a:spcAft>
              <a:buSzPts val="1800"/>
              <a:buChar char="​"/>
              <a:defRPr/>
            </a:lvl5pPr>
            <a:lvl6pPr marL="2743200" lvl="5" indent="-3429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marL="4114800" lvl="8" indent="-2286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7"/>
          <p:cNvSpPr txBox="1">
            <a:spLocks noGrp="1"/>
          </p:cNvSpPr>
          <p:nvPr>
            <p:ph type="body" idx="2"/>
          </p:nvPr>
        </p:nvSpPr>
        <p:spPr>
          <a:xfrm>
            <a:off x="6215825" y="1719072"/>
            <a:ext cx="5466587" cy="4672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6000"/>
              </a:lnSpc>
              <a:spcBef>
                <a:spcPts val="1800"/>
              </a:spcBef>
              <a:spcAft>
                <a:spcPts val="0"/>
              </a:spcAft>
              <a:buSzPts val="1800"/>
              <a:buChar char="​"/>
              <a:defRPr/>
            </a:lvl5pPr>
            <a:lvl6pPr marL="2743200" lvl="5" indent="-34290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6pPr>
            <a:lvl7pPr marL="3200400" lvl="6" indent="-342900" algn="l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7pPr>
            <a:lvl8pPr marL="3657600" lvl="7" indent="-3429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​"/>
              <a:defRPr/>
            </a:lvl8pPr>
            <a:lvl9pPr marL="4114800" lvl="8" indent="-228600" algn="l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7"/>
          <p:cNvSpPr txBox="1">
            <a:spLocks noGrp="1"/>
          </p:cNvSpPr>
          <p:nvPr>
            <p:ph type="subTitle" idx="3"/>
          </p:nvPr>
        </p:nvSpPr>
        <p:spPr>
          <a:xfrm>
            <a:off x="494189" y="1088136"/>
            <a:ext cx="11188223" cy="26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6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96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87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1" name="Google Shape;61;p77"/>
          <p:cNvSpPr txBox="1">
            <a:spLocks noGrp="1"/>
          </p:cNvSpPr>
          <p:nvPr>
            <p:ph type="ftr" idx="11"/>
          </p:nvPr>
        </p:nvSpPr>
        <p:spPr>
          <a:xfrm>
            <a:off x="495299" y="6391291"/>
            <a:ext cx="6597895" cy="118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3DC"/>
              </a:buClr>
              <a:buSzPts val="800"/>
              <a:buFont typeface="Arial"/>
              <a:buNone/>
              <a:defRPr sz="800">
                <a:solidFill>
                  <a:srgbClr val="A5A5A5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19263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674231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647700"/>
            <a:ext cx="10628516" cy="6210300"/>
          </a:xfrm>
          <a:prstGeom prst="round2SameRect">
            <a:avLst>
              <a:gd name="adj1" fmla="val 241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66493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278041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B5C310A-868F-4549-AAED-53A84764F0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1832" y="647699"/>
            <a:ext cx="3396103" cy="5524501"/>
          </a:xfrm>
          <a:custGeom>
            <a:avLst/>
            <a:gdLst>
              <a:gd name="connsiteX0" fmla="*/ 195574 w 6793091"/>
              <a:gd name="connsiteY0" fmla="*/ 0 h 11049001"/>
              <a:gd name="connsiteX1" fmla="*/ 6793091 w 6793091"/>
              <a:gd name="connsiteY1" fmla="*/ 0 h 11049001"/>
              <a:gd name="connsiteX2" fmla="*/ 6793091 w 6793091"/>
              <a:gd name="connsiteY2" fmla="*/ 11049000 h 11049001"/>
              <a:gd name="connsiteX3" fmla="*/ 195574 w 6793091"/>
              <a:gd name="connsiteY3" fmla="*/ 11049001 h 11049001"/>
              <a:gd name="connsiteX4" fmla="*/ 0 w 6793091"/>
              <a:gd name="connsiteY4" fmla="*/ 10853427 h 11049001"/>
              <a:gd name="connsiteX5" fmla="*/ 0 w 6793091"/>
              <a:gd name="connsiteY5" fmla="*/ 195573 h 11049001"/>
              <a:gd name="connsiteX6" fmla="*/ 195574 w 6793091"/>
              <a:gd name="connsiteY6" fmla="*/ 0 h 11049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3091" h="11049001">
                <a:moveTo>
                  <a:pt x="195574" y="0"/>
                </a:moveTo>
                <a:lnTo>
                  <a:pt x="6793091" y="0"/>
                </a:lnTo>
                <a:lnTo>
                  <a:pt x="6793091" y="11049000"/>
                </a:lnTo>
                <a:lnTo>
                  <a:pt x="195574" y="11049001"/>
                </a:lnTo>
                <a:cubicBezTo>
                  <a:pt x="87561" y="11049001"/>
                  <a:pt x="0" y="10961439"/>
                  <a:pt x="0" y="10853427"/>
                </a:cubicBezTo>
                <a:lnTo>
                  <a:pt x="0" y="195573"/>
                </a:lnTo>
                <a:cubicBezTo>
                  <a:pt x="0" y="87561"/>
                  <a:pt x="87561" y="0"/>
                  <a:pt x="19557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marR="0" indent="0" algn="ctr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99"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ctr" defTabSz="91421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898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" grpId="0" animBg="1"/>
        </p:bldLst>
      </p:timing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D89274D-46F1-404F-9A1F-832329A5BA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32603" y="1045578"/>
            <a:ext cx="4363397" cy="4766844"/>
          </a:xfrm>
          <a:custGeom>
            <a:avLst/>
            <a:gdLst>
              <a:gd name="connsiteX0" fmla="*/ 251277 w 8727931"/>
              <a:gd name="connsiteY0" fmla="*/ 0 h 9533687"/>
              <a:gd name="connsiteX1" fmla="*/ 8727931 w 8727931"/>
              <a:gd name="connsiteY1" fmla="*/ 0 h 9533687"/>
              <a:gd name="connsiteX2" fmla="*/ 8727931 w 8727931"/>
              <a:gd name="connsiteY2" fmla="*/ 9533687 h 9533687"/>
              <a:gd name="connsiteX3" fmla="*/ 251277 w 8727931"/>
              <a:gd name="connsiteY3" fmla="*/ 9533687 h 9533687"/>
              <a:gd name="connsiteX4" fmla="*/ 0 w 8727931"/>
              <a:gd name="connsiteY4" fmla="*/ 9282410 h 9533687"/>
              <a:gd name="connsiteX5" fmla="*/ 0 w 8727931"/>
              <a:gd name="connsiteY5" fmla="*/ 251277 h 9533687"/>
              <a:gd name="connsiteX6" fmla="*/ 251277 w 8727931"/>
              <a:gd name="connsiteY6" fmla="*/ 0 h 953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27931" h="9533687">
                <a:moveTo>
                  <a:pt x="251277" y="0"/>
                </a:moveTo>
                <a:lnTo>
                  <a:pt x="8727931" y="0"/>
                </a:lnTo>
                <a:lnTo>
                  <a:pt x="8727931" y="9533687"/>
                </a:lnTo>
                <a:lnTo>
                  <a:pt x="251277" y="9533687"/>
                </a:lnTo>
                <a:cubicBezTo>
                  <a:pt x="112501" y="9533687"/>
                  <a:pt x="0" y="9421186"/>
                  <a:pt x="0" y="9282410"/>
                </a:cubicBezTo>
                <a:lnTo>
                  <a:pt x="0" y="251277"/>
                </a:lnTo>
                <a:cubicBezTo>
                  <a:pt x="0" y="112501"/>
                  <a:pt x="112501" y="0"/>
                  <a:pt x="251277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538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12FE6D-78FE-4F42-A970-BF00C9D8BA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045578"/>
            <a:ext cx="4363397" cy="4766844"/>
          </a:xfrm>
          <a:custGeom>
            <a:avLst/>
            <a:gdLst>
              <a:gd name="connsiteX0" fmla="*/ 0 w 8727931"/>
              <a:gd name="connsiteY0" fmla="*/ 0 h 9533687"/>
              <a:gd name="connsiteX1" fmla="*/ 8476653 w 8727931"/>
              <a:gd name="connsiteY1" fmla="*/ 0 h 9533687"/>
              <a:gd name="connsiteX2" fmla="*/ 8727931 w 8727931"/>
              <a:gd name="connsiteY2" fmla="*/ 251277 h 9533687"/>
              <a:gd name="connsiteX3" fmla="*/ 8727931 w 8727931"/>
              <a:gd name="connsiteY3" fmla="*/ 9282410 h 9533687"/>
              <a:gd name="connsiteX4" fmla="*/ 8476653 w 8727931"/>
              <a:gd name="connsiteY4" fmla="*/ 9533687 h 9533687"/>
              <a:gd name="connsiteX5" fmla="*/ 0 w 8727931"/>
              <a:gd name="connsiteY5" fmla="*/ 9533687 h 953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727931" h="9533687">
                <a:moveTo>
                  <a:pt x="0" y="0"/>
                </a:moveTo>
                <a:lnTo>
                  <a:pt x="8476653" y="0"/>
                </a:lnTo>
                <a:cubicBezTo>
                  <a:pt x="8615429" y="0"/>
                  <a:pt x="8727931" y="112501"/>
                  <a:pt x="8727931" y="251277"/>
                </a:cubicBezTo>
                <a:lnTo>
                  <a:pt x="8727931" y="9282410"/>
                </a:lnTo>
                <a:cubicBezTo>
                  <a:pt x="8727931" y="9421186"/>
                  <a:pt x="8615429" y="9533687"/>
                  <a:pt x="8476653" y="9533687"/>
                </a:cubicBezTo>
                <a:lnTo>
                  <a:pt x="0" y="953368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1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03FC9EE-4B68-4F52-9EE6-F0F1AA1A4C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701841" y="1789462"/>
            <a:ext cx="1962946" cy="2832335"/>
          </a:xfrm>
          <a:custGeom>
            <a:avLst/>
            <a:gdLst>
              <a:gd name="connsiteX0" fmla="*/ 102872 w 3926403"/>
              <a:gd name="connsiteY0" fmla="*/ 0 h 5664669"/>
              <a:gd name="connsiteX1" fmla="*/ 3823531 w 3926403"/>
              <a:gd name="connsiteY1" fmla="*/ 0 h 5664669"/>
              <a:gd name="connsiteX2" fmla="*/ 3926403 w 3926403"/>
              <a:gd name="connsiteY2" fmla="*/ 102872 h 5664669"/>
              <a:gd name="connsiteX3" fmla="*/ 3926403 w 3926403"/>
              <a:gd name="connsiteY3" fmla="*/ 5561797 h 5664669"/>
              <a:gd name="connsiteX4" fmla="*/ 3823531 w 3926403"/>
              <a:gd name="connsiteY4" fmla="*/ 5664669 h 5664669"/>
              <a:gd name="connsiteX5" fmla="*/ 102872 w 3926403"/>
              <a:gd name="connsiteY5" fmla="*/ 5664669 h 5664669"/>
              <a:gd name="connsiteX6" fmla="*/ 0 w 3926403"/>
              <a:gd name="connsiteY6" fmla="*/ 5561797 h 5664669"/>
              <a:gd name="connsiteX7" fmla="*/ 0 w 3926403"/>
              <a:gd name="connsiteY7" fmla="*/ 102872 h 5664669"/>
              <a:gd name="connsiteX8" fmla="*/ 102872 w 3926403"/>
              <a:gd name="connsiteY8" fmla="*/ 0 h 5664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5664669">
                <a:moveTo>
                  <a:pt x="102872" y="0"/>
                </a:moveTo>
                <a:lnTo>
                  <a:pt x="3823531" y="0"/>
                </a:lnTo>
                <a:cubicBezTo>
                  <a:pt x="3880346" y="0"/>
                  <a:pt x="3926403" y="46057"/>
                  <a:pt x="3926403" y="102872"/>
                </a:cubicBezTo>
                <a:lnTo>
                  <a:pt x="3926403" y="5561797"/>
                </a:lnTo>
                <a:cubicBezTo>
                  <a:pt x="3926403" y="5618612"/>
                  <a:pt x="3880346" y="5664669"/>
                  <a:pt x="3823531" y="5664669"/>
                </a:cubicBezTo>
                <a:lnTo>
                  <a:pt x="102872" y="5664669"/>
                </a:lnTo>
                <a:cubicBezTo>
                  <a:pt x="46057" y="5664669"/>
                  <a:pt x="0" y="5618612"/>
                  <a:pt x="0" y="5561797"/>
                </a:cubicBezTo>
                <a:lnTo>
                  <a:pt x="0" y="102872"/>
                </a:lnTo>
                <a:cubicBezTo>
                  <a:pt x="0" y="46057"/>
                  <a:pt x="46057" y="0"/>
                  <a:pt x="1028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A49D040-7743-4D16-B377-5B78AF4A7E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85957" y="300007"/>
            <a:ext cx="1962946" cy="2426865"/>
          </a:xfrm>
          <a:custGeom>
            <a:avLst/>
            <a:gdLst>
              <a:gd name="connsiteX0" fmla="*/ 102872 w 3926403"/>
              <a:gd name="connsiteY0" fmla="*/ 0 h 4853729"/>
              <a:gd name="connsiteX1" fmla="*/ 3823531 w 3926403"/>
              <a:gd name="connsiteY1" fmla="*/ 0 h 4853729"/>
              <a:gd name="connsiteX2" fmla="*/ 3926403 w 3926403"/>
              <a:gd name="connsiteY2" fmla="*/ 102872 h 4853729"/>
              <a:gd name="connsiteX3" fmla="*/ 3926403 w 3926403"/>
              <a:gd name="connsiteY3" fmla="*/ 4750857 h 4853729"/>
              <a:gd name="connsiteX4" fmla="*/ 3823531 w 3926403"/>
              <a:gd name="connsiteY4" fmla="*/ 4853729 h 4853729"/>
              <a:gd name="connsiteX5" fmla="*/ 102872 w 3926403"/>
              <a:gd name="connsiteY5" fmla="*/ 4853729 h 4853729"/>
              <a:gd name="connsiteX6" fmla="*/ 0 w 3926403"/>
              <a:gd name="connsiteY6" fmla="*/ 4750857 h 4853729"/>
              <a:gd name="connsiteX7" fmla="*/ 0 w 3926403"/>
              <a:gd name="connsiteY7" fmla="*/ 102872 h 4853729"/>
              <a:gd name="connsiteX8" fmla="*/ 102872 w 3926403"/>
              <a:gd name="connsiteY8" fmla="*/ 0 h 4853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4853729">
                <a:moveTo>
                  <a:pt x="102872" y="0"/>
                </a:moveTo>
                <a:lnTo>
                  <a:pt x="3823531" y="0"/>
                </a:lnTo>
                <a:cubicBezTo>
                  <a:pt x="3880346" y="0"/>
                  <a:pt x="3926403" y="46057"/>
                  <a:pt x="3926403" y="102872"/>
                </a:cubicBezTo>
                <a:lnTo>
                  <a:pt x="3926403" y="4750857"/>
                </a:lnTo>
                <a:cubicBezTo>
                  <a:pt x="3926403" y="4807672"/>
                  <a:pt x="3880346" y="4853729"/>
                  <a:pt x="3823531" y="4853729"/>
                </a:cubicBezTo>
                <a:lnTo>
                  <a:pt x="102872" y="4853729"/>
                </a:lnTo>
                <a:cubicBezTo>
                  <a:pt x="46057" y="4853729"/>
                  <a:pt x="0" y="4807672"/>
                  <a:pt x="0" y="4750857"/>
                </a:cubicBezTo>
                <a:lnTo>
                  <a:pt x="0" y="102872"/>
                </a:lnTo>
                <a:cubicBezTo>
                  <a:pt x="0" y="46057"/>
                  <a:pt x="46057" y="0"/>
                  <a:pt x="10287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9DC3289-DAAE-42C2-B177-1F3B4B3B04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70073" y="1312314"/>
            <a:ext cx="1962946" cy="1943046"/>
          </a:xfrm>
          <a:custGeom>
            <a:avLst/>
            <a:gdLst>
              <a:gd name="connsiteX0" fmla="*/ 101816 w 3926403"/>
              <a:gd name="connsiteY0" fmla="*/ 0 h 3886092"/>
              <a:gd name="connsiteX1" fmla="*/ 3824587 w 3926403"/>
              <a:gd name="connsiteY1" fmla="*/ 0 h 3886092"/>
              <a:gd name="connsiteX2" fmla="*/ 3926403 w 3926403"/>
              <a:gd name="connsiteY2" fmla="*/ 101816 h 3886092"/>
              <a:gd name="connsiteX3" fmla="*/ 3926403 w 3926403"/>
              <a:gd name="connsiteY3" fmla="*/ 3784276 h 3886092"/>
              <a:gd name="connsiteX4" fmla="*/ 3824587 w 3926403"/>
              <a:gd name="connsiteY4" fmla="*/ 3886092 h 3886092"/>
              <a:gd name="connsiteX5" fmla="*/ 101816 w 3926403"/>
              <a:gd name="connsiteY5" fmla="*/ 3886092 h 3886092"/>
              <a:gd name="connsiteX6" fmla="*/ 0 w 3926403"/>
              <a:gd name="connsiteY6" fmla="*/ 3784276 h 3886092"/>
              <a:gd name="connsiteX7" fmla="*/ 0 w 3926403"/>
              <a:gd name="connsiteY7" fmla="*/ 101816 h 3886092"/>
              <a:gd name="connsiteX8" fmla="*/ 101816 w 3926403"/>
              <a:gd name="connsiteY8" fmla="*/ 0 h 388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3886092">
                <a:moveTo>
                  <a:pt x="101816" y="0"/>
                </a:moveTo>
                <a:lnTo>
                  <a:pt x="3824587" y="0"/>
                </a:lnTo>
                <a:cubicBezTo>
                  <a:pt x="3880817" y="0"/>
                  <a:pt x="3926403" y="45585"/>
                  <a:pt x="3926403" y="101816"/>
                </a:cubicBezTo>
                <a:lnTo>
                  <a:pt x="3926403" y="3784276"/>
                </a:lnTo>
                <a:cubicBezTo>
                  <a:pt x="3926403" y="3840507"/>
                  <a:pt x="3880817" y="3886092"/>
                  <a:pt x="3824587" y="3886092"/>
                </a:cubicBezTo>
                <a:lnTo>
                  <a:pt x="101816" y="3886092"/>
                </a:lnTo>
                <a:cubicBezTo>
                  <a:pt x="45585" y="3886092"/>
                  <a:pt x="0" y="3840507"/>
                  <a:pt x="0" y="3784276"/>
                </a:cubicBezTo>
                <a:lnTo>
                  <a:pt x="0" y="101816"/>
                </a:lnTo>
                <a:cubicBezTo>
                  <a:pt x="0" y="45585"/>
                  <a:pt x="45585" y="0"/>
                  <a:pt x="10181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824DCF8-6488-4312-B93E-BDAE05E1B6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70073" y="4192885"/>
            <a:ext cx="1962946" cy="1362246"/>
          </a:xfrm>
          <a:custGeom>
            <a:avLst/>
            <a:gdLst>
              <a:gd name="connsiteX0" fmla="*/ 71382 w 3926403"/>
              <a:gd name="connsiteY0" fmla="*/ 0 h 2724492"/>
              <a:gd name="connsiteX1" fmla="*/ 3855021 w 3926403"/>
              <a:gd name="connsiteY1" fmla="*/ 0 h 2724492"/>
              <a:gd name="connsiteX2" fmla="*/ 3926403 w 3926403"/>
              <a:gd name="connsiteY2" fmla="*/ 71382 h 2724492"/>
              <a:gd name="connsiteX3" fmla="*/ 3926403 w 3926403"/>
              <a:gd name="connsiteY3" fmla="*/ 2653110 h 2724492"/>
              <a:gd name="connsiteX4" fmla="*/ 3855021 w 3926403"/>
              <a:gd name="connsiteY4" fmla="*/ 2724492 h 2724492"/>
              <a:gd name="connsiteX5" fmla="*/ 71382 w 3926403"/>
              <a:gd name="connsiteY5" fmla="*/ 2724492 h 2724492"/>
              <a:gd name="connsiteX6" fmla="*/ 0 w 3926403"/>
              <a:gd name="connsiteY6" fmla="*/ 2653110 h 2724492"/>
              <a:gd name="connsiteX7" fmla="*/ 0 w 3926403"/>
              <a:gd name="connsiteY7" fmla="*/ 71382 h 2724492"/>
              <a:gd name="connsiteX8" fmla="*/ 71382 w 3926403"/>
              <a:gd name="connsiteY8" fmla="*/ 0 h 27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2724492">
                <a:moveTo>
                  <a:pt x="71382" y="0"/>
                </a:moveTo>
                <a:lnTo>
                  <a:pt x="3855021" y="0"/>
                </a:lnTo>
                <a:cubicBezTo>
                  <a:pt x="3894445" y="0"/>
                  <a:pt x="3926403" y="31959"/>
                  <a:pt x="3926403" y="71382"/>
                </a:cubicBezTo>
                <a:lnTo>
                  <a:pt x="3926403" y="2653110"/>
                </a:lnTo>
                <a:cubicBezTo>
                  <a:pt x="3926403" y="2692533"/>
                  <a:pt x="3894445" y="2724492"/>
                  <a:pt x="3855021" y="2724492"/>
                </a:cubicBezTo>
                <a:lnTo>
                  <a:pt x="71382" y="2724492"/>
                </a:lnTo>
                <a:cubicBezTo>
                  <a:pt x="31959" y="2724492"/>
                  <a:pt x="0" y="2692533"/>
                  <a:pt x="0" y="2653110"/>
                </a:cubicBezTo>
                <a:lnTo>
                  <a:pt x="0" y="71382"/>
                </a:lnTo>
                <a:cubicBezTo>
                  <a:pt x="0" y="31959"/>
                  <a:pt x="31959" y="0"/>
                  <a:pt x="7138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40DCED3-97B9-4FB2-980E-F7701E11352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85957" y="3570754"/>
            <a:ext cx="1962946" cy="1635794"/>
          </a:xfrm>
          <a:custGeom>
            <a:avLst/>
            <a:gdLst>
              <a:gd name="connsiteX0" fmla="*/ 85716 w 3926403"/>
              <a:gd name="connsiteY0" fmla="*/ 0 h 3271587"/>
              <a:gd name="connsiteX1" fmla="*/ 3840687 w 3926403"/>
              <a:gd name="connsiteY1" fmla="*/ 0 h 3271587"/>
              <a:gd name="connsiteX2" fmla="*/ 3926403 w 3926403"/>
              <a:gd name="connsiteY2" fmla="*/ 85716 h 3271587"/>
              <a:gd name="connsiteX3" fmla="*/ 3926403 w 3926403"/>
              <a:gd name="connsiteY3" fmla="*/ 3185871 h 3271587"/>
              <a:gd name="connsiteX4" fmla="*/ 3840687 w 3926403"/>
              <a:gd name="connsiteY4" fmla="*/ 3271587 h 3271587"/>
              <a:gd name="connsiteX5" fmla="*/ 85716 w 3926403"/>
              <a:gd name="connsiteY5" fmla="*/ 3271587 h 3271587"/>
              <a:gd name="connsiteX6" fmla="*/ 0 w 3926403"/>
              <a:gd name="connsiteY6" fmla="*/ 3185871 h 3271587"/>
              <a:gd name="connsiteX7" fmla="*/ 0 w 3926403"/>
              <a:gd name="connsiteY7" fmla="*/ 85716 h 3271587"/>
              <a:gd name="connsiteX8" fmla="*/ 85716 w 3926403"/>
              <a:gd name="connsiteY8" fmla="*/ 0 h 3271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26403" h="3271587">
                <a:moveTo>
                  <a:pt x="85716" y="0"/>
                </a:moveTo>
                <a:lnTo>
                  <a:pt x="3840687" y="0"/>
                </a:lnTo>
                <a:cubicBezTo>
                  <a:pt x="3888027" y="0"/>
                  <a:pt x="3926403" y="38376"/>
                  <a:pt x="3926403" y="85716"/>
                </a:cubicBezTo>
                <a:lnTo>
                  <a:pt x="3926403" y="3185871"/>
                </a:lnTo>
                <a:cubicBezTo>
                  <a:pt x="3926403" y="3233211"/>
                  <a:pt x="3888027" y="3271587"/>
                  <a:pt x="3840687" y="3271587"/>
                </a:cubicBezTo>
                <a:lnTo>
                  <a:pt x="85716" y="3271587"/>
                </a:lnTo>
                <a:cubicBezTo>
                  <a:pt x="38376" y="3271587"/>
                  <a:pt x="0" y="3233211"/>
                  <a:pt x="0" y="3185871"/>
                </a:cubicBezTo>
                <a:lnTo>
                  <a:pt x="0" y="85716"/>
                </a:lnTo>
                <a:cubicBezTo>
                  <a:pt x="0" y="38376"/>
                  <a:pt x="38376" y="0"/>
                  <a:pt x="85716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4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7" grpId="0" animBg="1"/>
          <p:bldP spid="18" grpId="0" animBg="1"/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15" grpId="0" animBg="1"/>
          <p:bldP spid="17" grpId="0" animBg="1"/>
          <p:bldP spid="18" grpId="0" animBg="1"/>
          <p:bldP spid="16" grpId="0" animBg="1"/>
        </p:bldLst>
      </p:timing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DD3870-C715-4C53-9585-F741A2C71E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38264" y="240572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747441 w 3938333"/>
              <a:gd name="connsiteY1" fmla="*/ 0 h 4179264"/>
              <a:gd name="connsiteX2" fmla="*/ 3938333 w 3938333"/>
              <a:gd name="connsiteY2" fmla="*/ 190891 h 4179264"/>
              <a:gd name="connsiteX3" fmla="*/ 3938333 w 3938333"/>
              <a:gd name="connsiteY3" fmla="*/ 4179264 h 4179264"/>
              <a:gd name="connsiteX4" fmla="*/ 0 w 3938333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747441" y="0"/>
                </a:lnTo>
                <a:cubicBezTo>
                  <a:pt x="3852869" y="0"/>
                  <a:pt x="3938333" y="85465"/>
                  <a:pt x="3938333" y="190891"/>
                </a:cubicBezTo>
                <a:lnTo>
                  <a:pt x="393833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64FBAD0B-42CC-4583-8C90-F737428277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4110" y="240572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AB92AA44-3056-4640-AE83-0BC4C1BCB8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7707" y="2384184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16F2E8-B18C-43CB-A260-74ED835B6F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84826" y="2384184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4179264 h 4179264"/>
              <a:gd name="connsiteX3" fmla="*/ 0 w 393833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938333" y="0"/>
                </a:lnTo>
                <a:lnTo>
                  <a:pt x="393833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A3784B9-508A-4B75-9D7E-381A78C381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4110" y="4527795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A9F0F9EF-53B4-4A2C-B472-A90B22C56F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138264" y="4527795"/>
            <a:ext cx="1968910" cy="2089632"/>
          </a:xfrm>
          <a:custGeom>
            <a:avLst/>
            <a:gdLst>
              <a:gd name="connsiteX0" fmla="*/ 0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3988373 h 4179264"/>
              <a:gd name="connsiteX3" fmla="*/ 3747441 w 3938333"/>
              <a:gd name="connsiteY3" fmla="*/ 4179264 h 4179264"/>
              <a:gd name="connsiteX4" fmla="*/ 0 w 3938333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3" h="4179264">
                <a:moveTo>
                  <a:pt x="0" y="0"/>
                </a:moveTo>
                <a:lnTo>
                  <a:pt x="3938333" y="0"/>
                </a:lnTo>
                <a:lnTo>
                  <a:pt x="3938333" y="3988373"/>
                </a:lnTo>
                <a:cubicBezTo>
                  <a:pt x="3938333" y="4093799"/>
                  <a:pt x="3852869" y="4179264"/>
                  <a:pt x="3747441" y="4179264"/>
                </a:cubicBez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27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9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0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 p14:presetBounceEnd="72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3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4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 p14:presetBounceEnd="72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27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28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2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4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2500" fill="hold"/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9" grpId="0" animBg="1"/>
          <p:bldP spid="20" grpId="0" animBg="1"/>
          <p:bldP spid="21" grpId="0" animBg="1"/>
          <p:bldP spid="22" grpId="0" animBg="1"/>
          <p:bldP spid="23" grpId="0" animBg="1"/>
          <p:bldP spid="24" grpId="0" animBg="1"/>
        </p:bldLst>
      </p:timing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B1939E0-D85C-4041-A6CB-C8E42A6813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87808" y="1312379"/>
            <a:ext cx="1968910" cy="2089632"/>
          </a:xfrm>
          <a:custGeom>
            <a:avLst/>
            <a:gdLst>
              <a:gd name="connsiteX0" fmla="*/ 190891 w 3938333"/>
              <a:gd name="connsiteY0" fmla="*/ 0 h 4179264"/>
              <a:gd name="connsiteX1" fmla="*/ 3938333 w 3938333"/>
              <a:gd name="connsiteY1" fmla="*/ 0 h 4179264"/>
              <a:gd name="connsiteX2" fmla="*/ 3938333 w 3938333"/>
              <a:gd name="connsiteY2" fmla="*/ 4179264 h 4179264"/>
              <a:gd name="connsiteX3" fmla="*/ 0 w 3938333"/>
              <a:gd name="connsiteY3" fmla="*/ 4179264 h 4179264"/>
              <a:gd name="connsiteX4" fmla="*/ 0 w 3938333"/>
              <a:gd name="connsiteY4" fmla="*/ 190891 h 4179264"/>
              <a:gd name="connsiteX5" fmla="*/ 190891 w 3938333"/>
              <a:gd name="connsiteY5" fmla="*/ 0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38333" h="4179264">
                <a:moveTo>
                  <a:pt x="190891" y="0"/>
                </a:moveTo>
                <a:lnTo>
                  <a:pt x="3938333" y="0"/>
                </a:lnTo>
                <a:lnTo>
                  <a:pt x="3938333" y="4179264"/>
                </a:lnTo>
                <a:lnTo>
                  <a:pt x="0" y="4179264"/>
                </a:lnTo>
                <a:lnTo>
                  <a:pt x="0" y="190891"/>
                </a:lnTo>
                <a:cubicBezTo>
                  <a:pt x="0" y="85465"/>
                  <a:pt x="85465" y="0"/>
                  <a:pt x="19089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20C1A15-ACE5-49D1-A3F6-63C8F5FF1E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10689" y="3455990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56C758D-179E-4D6D-A1BC-2C48452E9B4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27092" y="1312379"/>
            <a:ext cx="1962946" cy="2089632"/>
          </a:xfrm>
          <a:custGeom>
            <a:avLst/>
            <a:gdLst>
              <a:gd name="connsiteX0" fmla="*/ 0 w 3926403"/>
              <a:gd name="connsiteY0" fmla="*/ 0 h 4179264"/>
              <a:gd name="connsiteX1" fmla="*/ 3926403 w 3926403"/>
              <a:gd name="connsiteY1" fmla="*/ 0 h 4179264"/>
              <a:gd name="connsiteX2" fmla="*/ 3926403 w 3926403"/>
              <a:gd name="connsiteY2" fmla="*/ 4179264 h 4179264"/>
              <a:gd name="connsiteX3" fmla="*/ 0 w 3926403"/>
              <a:gd name="connsiteY3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6403" h="4179264">
                <a:moveTo>
                  <a:pt x="0" y="0"/>
                </a:moveTo>
                <a:lnTo>
                  <a:pt x="3926403" y="0"/>
                </a:lnTo>
                <a:lnTo>
                  <a:pt x="3926403" y="4179264"/>
                </a:ln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98BD8D6-CA9B-4100-B7C2-C1BF996853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41246" y="3455990"/>
            <a:ext cx="1968910" cy="2089632"/>
          </a:xfrm>
          <a:custGeom>
            <a:avLst/>
            <a:gdLst>
              <a:gd name="connsiteX0" fmla="*/ 0 w 3938332"/>
              <a:gd name="connsiteY0" fmla="*/ 0 h 4179264"/>
              <a:gd name="connsiteX1" fmla="*/ 3938332 w 3938332"/>
              <a:gd name="connsiteY1" fmla="*/ 0 h 4179264"/>
              <a:gd name="connsiteX2" fmla="*/ 3938332 w 3938332"/>
              <a:gd name="connsiteY2" fmla="*/ 3988373 h 4179264"/>
              <a:gd name="connsiteX3" fmla="*/ 3747442 w 3938332"/>
              <a:gd name="connsiteY3" fmla="*/ 4179264 h 4179264"/>
              <a:gd name="connsiteX4" fmla="*/ 0 w 3938332"/>
              <a:gd name="connsiteY4" fmla="*/ 4179264 h 417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38332" h="4179264">
                <a:moveTo>
                  <a:pt x="0" y="0"/>
                </a:moveTo>
                <a:lnTo>
                  <a:pt x="3938332" y="0"/>
                </a:lnTo>
                <a:lnTo>
                  <a:pt x="3938332" y="3988373"/>
                </a:lnTo>
                <a:cubicBezTo>
                  <a:pt x="3938332" y="4093799"/>
                  <a:pt x="3852868" y="4179264"/>
                  <a:pt x="3747442" y="4179264"/>
                </a:cubicBezTo>
                <a:lnTo>
                  <a:pt x="0" y="417926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73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6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1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12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6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5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16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 p14:presetBounceEnd="76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6000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6000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3" grpId="0" animBg="1"/>
          <p:bldP spid="14" grpId="0" animBg="1"/>
          <p:bldP spid="1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4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2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3" grpId="0" animBg="1"/>
          <p:bldP spid="14" grpId="0" animBg="1"/>
          <p:bldP spid="16" grpId="0" animBg="1"/>
        </p:bldLst>
      </p:timing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45E64E0-0597-4664-9648-1BD35C5B2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312739" y="971550"/>
            <a:ext cx="2479794" cy="1210578"/>
          </a:xfrm>
          <a:custGeom>
            <a:avLst/>
            <a:gdLst>
              <a:gd name="connsiteX0" fmla="*/ 173670 w 4960234"/>
              <a:gd name="connsiteY0" fmla="*/ 0 h 2421156"/>
              <a:gd name="connsiteX1" fmla="*/ 4786564 w 4960234"/>
              <a:gd name="connsiteY1" fmla="*/ 0 h 2421156"/>
              <a:gd name="connsiteX2" fmla="*/ 4960234 w 4960234"/>
              <a:gd name="connsiteY2" fmla="*/ 173670 h 2421156"/>
              <a:gd name="connsiteX3" fmla="*/ 4960234 w 4960234"/>
              <a:gd name="connsiteY3" fmla="*/ 2247486 h 2421156"/>
              <a:gd name="connsiteX4" fmla="*/ 4786564 w 4960234"/>
              <a:gd name="connsiteY4" fmla="*/ 2421156 h 2421156"/>
              <a:gd name="connsiteX5" fmla="*/ 173670 w 4960234"/>
              <a:gd name="connsiteY5" fmla="*/ 2421156 h 2421156"/>
              <a:gd name="connsiteX6" fmla="*/ 0 w 4960234"/>
              <a:gd name="connsiteY6" fmla="*/ 2247486 h 2421156"/>
              <a:gd name="connsiteX7" fmla="*/ 0 w 4960234"/>
              <a:gd name="connsiteY7" fmla="*/ 173670 h 2421156"/>
              <a:gd name="connsiteX8" fmla="*/ 173670 w 4960234"/>
              <a:gd name="connsiteY8" fmla="*/ 0 h 2421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2421156">
                <a:moveTo>
                  <a:pt x="173670" y="0"/>
                </a:moveTo>
                <a:lnTo>
                  <a:pt x="4786564" y="0"/>
                </a:lnTo>
                <a:cubicBezTo>
                  <a:pt x="4882479" y="0"/>
                  <a:pt x="4960234" y="77755"/>
                  <a:pt x="4960234" y="173670"/>
                </a:cubicBezTo>
                <a:lnTo>
                  <a:pt x="4960234" y="2247486"/>
                </a:lnTo>
                <a:cubicBezTo>
                  <a:pt x="4960234" y="2343401"/>
                  <a:pt x="4882479" y="2421156"/>
                  <a:pt x="4786564" y="2421156"/>
                </a:cubicBezTo>
                <a:lnTo>
                  <a:pt x="173670" y="2421156"/>
                </a:lnTo>
                <a:cubicBezTo>
                  <a:pt x="77755" y="2421156"/>
                  <a:pt x="0" y="2343401"/>
                  <a:pt x="0" y="2247486"/>
                </a:cubicBezTo>
                <a:lnTo>
                  <a:pt x="0" y="173670"/>
                </a:lnTo>
                <a:cubicBezTo>
                  <a:pt x="0" y="77755"/>
                  <a:pt x="77755" y="0"/>
                  <a:pt x="17367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0F6E29-965E-405A-ACD8-51499D9C54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2739" y="3081903"/>
            <a:ext cx="2479794" cy="2804548"/>
          </a:xfrm>
          <a:custGeom>
            <a:avLst/>
            <a:gdLst>
              <a:gd name="connsiteX0" fmla="*/ 190969 w 4960234"/>
              <a:gd name="connsiteY0" fmla="*/ 0 h 5609095"/>
              <a:gd name="connsiteX1" fmla="*/ 4769265 w 4960234"/>
              <a:gd name="connsiteY1" fmla="*/ 0 h 5609095"/>
              <a:gd name="connsiteX2" fmla="*/ 4960234 w 4960234"/>
              <a:gd name="connsiteY2" fmla="*/ 190969 h 5609095"/>
              <a:gd name="connsiteX3" fmla="*/ 4960234 w 4960234"/>
              <a:gd name="connsiteY3" fmla="*/ 5418126 h 5609095"/>
              <a:gd name="connsiteX4" fmla="*/ 4769265 w 4960234"/>
              <a:gd name="connsiteY4" fmla="*/ 5609095 h 5609095"/>
              <a:gd name="connsiteX5" fmla="*/ 190969 w 4960234"/>
              <a:gd name="connsiteY5" fmla="*/ 5609095 h 5609095"/>
              <a:gd name="connsiteX6" fmla="*/ 0 w 4960234"/>
              <a:gd name="connsiteY6" fmla="*/ 5418126 h 5609095"/>
              <a:gd name="connsiteX7" fmla="*/ 0 w 4960234"/>
              <a:gd name="connsiteY7" fmla="*/ 190969 h 5609095"/>
              <a:gd name="connsiteX8" fmla="*/ 190969 w 4960234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5609095">
                <a:moveTo>
                  <a:pt x="190969" y="0"/>
                </a:moveTo>
                <a:lnTo>
                  <a:pt x="4769265" y="0"/>
                </a:lnTo>
                <a:cubicBezTo>
                  <a:pt x="4874734" y="0"/>
                  <a:pt x="4960234" y="85500"/>
                  <a:pt x="4960234" y="190969"/>
                </a:cubicBezTo>
                <a:lnTo>
                  <a:pt x="4960234" y="5418126"/>
                </a:lnTo>
                <a:cubicBezTo>
                  <a:pt x="4960234" y="5523595"/>
                  <a:pt x="4874734" y="5609095"/>
                  <a:pt x="4769265" y="5609095"/>
                </a:cubicBezTo>
                <a:lnTo>
                  <a:pt x="190969" y="5609095"/>
                </a:lnTo>
                <a:cubicBezTo>
                  <a:pt x="85500" y="5609095"/>
                  <a:pt x="0" y="5523595"/>
                  <a:pt x="0" y="5418126"/>
                </a:cubicBezTo>
                <a:lnTo>
                  <a:pt x="0" y="190969"/>
                </a:lnTo>
                <a:cubicBezTo>
                  <a:pt x="0" y="85500"/>
                  <a:pt x="85500" y="0"/>
                  <a:pt x="19096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5A7F1DC-1970-4B9F-9275-55D80C602D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46506" y="971550"/>
            <a:ext cx="2489391" cy="2804548"/>
          </a:xfrm>
          <a:custGeom>
            <a:avLst/>
            <a:gdLst>
              <a:gd name="connsiteX0" fmla="*/ 135341 w 4979431"/>
              <a:gd name="connsiteY0" fmla="*/ 0 h 5609095"/>
              <a:gd name="connsiteX1" fmla="*/ 4844090 w 4979431"/>
              <a:gd name="connsiteY1" fmla="*/ 0 h 5609095"/>
              <a:gd name="connsiteX2" fmla="*/ 4979431 w 4979431"/>
              <a:gd name="connsiteY2" fmla="*/ 135341 h 5609095"/>
              <a:gd name="connsiteX3" fmla="*/ 4979431 w 4979431"/>
              <a:gd name="connsiteY3" fmla="*/ 5473754 h 5609095"/>
              <a:gd name="connsiteX4" fmla="*/ 4844090 w 4979431"/>
              <a:gd name="connsiteY4" fmla="*/ 5609095 h 5609095"/>
              <a:gd name="connsiteX5" fmla="*/ 135341 w 4979431"/>
              <a:gd name="connsiteY5" fmla="*/ 5609095 h 5609095"/>
              <a:gd name="connsiteX6" fmla="*/ 0 w 4979431"/>
              <a:gd name="connsiteY6" fmla="*/ 5473754 h 5609095"/>
              <a:gd name="connsiteX7" fmla="*/ 0 w 4979431"/>
              <a:gd name="connsiteY7" fmla="*/ 135341 h 5609095"/>
              <a:gd name="connsiteX8" fmla="*/ 135341 w 4979431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79431" h="5609095">
                <a:moveTo>
                  <a:pt x="135341" y="0"/>
                </a:moveTo>
                <a:lnTo>
                  <a:pt x="4844090" y="0"/>
                </a:lnTo>
                <a:cubicBezTo>
                  <a:pt x="4918837" y="0"/>
                  <a:pt x="4979431" y="60594"/>
                  <a:pt x="4979431" y="135341"/>
                </a:cubicBezTo>
                <a:lnTo>
                  <a:pt x="4979431" y="5473754"/>
                </a:lnTo>
                <a:cubicBezTo>
                  <a:pt x="4979431" y="5548501"/>
                  <a:pt x="4918837" y="5609095"/>
                  <a:pt x="4844090" y="5609095"/>
                </a:cubicBezTo>
                <a:lnTo>
                  <a:pt x="135341" y="5609095"/>
                </a:lnTo>
                <a:cubicBezTo>
                  <a:pt x="60594" y="5609095"/>
                  <a:pt x="0" y="5548501"/>
                  <a:pt x="0" y="5473754"/>
                </a:cubicBezTo>
                <a:lnTo>
                  <a:pt x="0" y="135341"/>
                </a:lnTo>
                <a:cubicBezTo>
                  <a:pt x="0" y="60594"/>
                  <a:pt x="60594" y="0"/>
                  <a:pt x="13534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/>
              <a:t>da</a:t>
            </a:r>
          </a:p>
        </p:txBody>
      </p:sp>
    </p:spTree>
    <p:extLst>
      <p:ext uri="{BB962C8B-B14F-4D97-AF65-F5344CB8AC3E}">
        <p14:creationId xmlns:p14="http://schemas.microsoft.com/office/powerpoint/2010/main" val="3247066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1F0C0D1-6B4D-42D5-8D91-8BD223553E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41932" y="1146149"/>
            <a:ext cx="2479794" cy="1707176"/>
          </a:xfrm>
          <a:custGeom>
            <a:avLst/>
            <a:gdLst>
              <a:gd name="connsiteX0" fmla="*/ 92802 w 4960234"/>
              <a:gd name="connsiteY0" fmla="*/ 0 h 3414351"/>
              <a:gd name="connsiteX1" fmla="*/ 4867432 w 4960234"/>
              <a:gd name="connsiteY1" fmla="*/ 0 h 3414351"/>
              <a:gd name="connsiteX2" fmla="*/ 4960234 w 4960234"/>
              <a:gd name="connsiteY2" fmla="*/ 92802 h 3414351"/>
              <a:gd name="connsiteX3" fmla="*/ 4960234 w 4960234"/>
              <a:gd name="connsiteY3" fmla="*/ 3321549 h 3414351"/>
              <a:gd name="connsiteX4" fmla="*/ 4867432 w 4960234"/>
              <a:gd name="connsiteY4" fmla="*/ 3414351 h 3414351"/>
              <a:gd name="connsiteX5" fmla="*/ 92802 w 4960234"/>
              <a:gd name="connsiteY5" fmla="*/ 3414351 h 3414351"/>
              <a:gd name="connsiteX6" fmla="*/ 0 w 4960234"/>
              <a:gd name="connsiteY6" fmla="*/ 3321549 h 3414351"/>
              <a:gd name="connsiteX7" fmla="*/ 0 w 4960234"/>
              <a:gd name="connsiteY7" fmla="*/ 92802 h 3414351"/>
              <a:gd name="connsiteX8" fmla="*/ 92802 w 4960234"/>
              <a:gd name="connsiteY8" fmla="*/ 0 h 341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60234" h="3414351">
                <a:moveTo>
                  <a:pt x="92802" y="0"/>
                </a:moveTo>
                <a:lnTo>
                  <a:pt x="4867432" y="0"/>
                </a:lnTo>
                <a:cubicBezTo>
                  <a:pt x="4918685" y="0"/>
                  <a:pt x="4960234" y="41549"/>
                  <a:pt x="4960234" y="92802"/>
                </a:cubicBezTo>
                <a:lnTo>
                  <a:pt x="4960234" y="3321549"/>
                </a:lnTo>
                <a:cubicBezTo>
                  <a:pt x="4960234" y="3372802"/>
                  <a:pt x="4918685" y="3414351"/>
                  <a:pt x="4867432" y="3414351"/>
                </a:cubicBezTo>
                <a:lnTo>
                  <a:pt x="92802" y="3414351"/>
                </a:lnTo>
                <a:cubicBezTo>
                  <a:pt x="41549" y="3414351"/>
                  <a:pt x="0" y="3372802"/>
                  <a:pt x="0" y="3321549"/>
                </a:cubicBezTo>
                <a:lnTo>
                  <a:pt x="0" y="92802"/>
                </a:lnTo>
                <a:cubicBezTo>
                  <a:pt x="0" y="41549"/>
                  <a:pt x="41549" y="0"/>
                  <a:pt x="92802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6F46C20-1F68-403F-AC9A-90B3E0EBA50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26623" y="2907304"/>
            <a:ext cx="1996953" cy="2804548"/>
          </a:xfrm>
          <a:custGeom>
            <a:avLst/>
            <a:gdLst>
              <a:gd name="connsiteX0" fmla="*/ 108568 w 3994426"/>
              <a:gd name="connsiteY0" fmla="*/ 0 h 5609095"/>
              <a:gd name="connsiteX1" fmla="*/ 3885858 w 3994426"/>
              <a:gd name="connsiteY1" fmla="*/ 0 h 5609095"/>
              <a:gd name="connsiteX2" fmla="*/ 3994426 w 3994426"/>
              <a:gd name="connsiteY2" fmla="*/ 108568 h 5609095"/>
              <a:gd name="connsiteX3" fmla="*/ 3994426 w 3994426"/>
              <a:gd name="connsiteY3" fmla="*/ 5500527 h 5609095"/>
              <a:gd name="connsiteX4" fmla="*/ 3885858 w 3994426"/>
              <a:gd name="connsiteY4" fmla="*/ 5609095 h 5609095"/>
              <a:gd name="connsiteX5" fmla="*/ 108568 w 3994426"/>
              <a:gd name="connsiteY5" fmla="*/ 5609095 h 5609095"/>
              <a:gd name="connsiteX6" fmla="*/ 0 w 3994426"/>
              <a:gd name="connsiteY6" fmla="*/ 5500527 h 5609095"/>
              <a:gd name="connsiteX7" fmla="*/ 0 w 3994426"/>
              <a:gd name="connsiteY7" fmla="*/ 108568 h 5609095"/>
              <a:gd name="connsiteX8" fmla="*/ 108568 w 3994426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94426" h="5609095">
                <a:moveTo>
                  <a:pt x="108568" y="0"/>
                </a:moveTo>
                <a:lnTo>
                  <a:pt x="3885858" y="0"/>
                </a:lnTo>
                <a:cubicBezTo>
                  <a:pt x="3945818" y="0"/>
                  <a:pt x="3994426" y="48608"/>
                  <a:pt x="3994426" y="108568"/>
                </a:cubicBezTo>
                <a:lnTo>
                  <a:pt x="3994426" y="5500527"/>
                </a:lnTo>
                <a:cubicBezTo>
                  <a:pt x="3994426" y="5560487"/>
                  <a:pt x="3945818" y="5609095"/>
                  <a:pt x="3885858" y="5609095"/>
                </a:cubicBezTo>
                <a:lnTo>
                  <a:pt x="108568" y="5609095"/>
                </a:lnTo>
                <a:cubicBezTo>
                  <a:pt x="48608" y="5609095"/>
                  <a:pt x="0" y="5560487"/>
                  <a:pt x="0" y="5500527"/>
                </a:cubicBezTo>
                <a:lnTo>
                  <a:pt x="0" y="108568"/>
                </a:lnTo>
                <a:cubicBezTo>
                  <a:pt x="0" y="48608"/>
                  <a:pt x="48608" y="0"/>
                  <a:pt x="1085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reflection blurRad="241300" stA="45000" endPos="65000" dist="50800" dir="5400000" sy="-100000" algn="bl" rotWithShape="0"/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AAD9279-7C04-442F-8D30-E26DF7D4A9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77548" y="2907304"/>
            <a:ext cx="1872519" cy="2804548"/>
          </a:xfrm>
          <a:custGeom>
            <a:avLst/>
            <a:gdLst>
              <a:gd name="connsiteX0" fmla="*/ 101804 w 3745526"/>
              <a:gd name="connsiteY0" fmla="*/ 0 h 5609095"/>
              <a:gd name="connsiteX1" fmla="*/ 3643724 w 3745526"/>
              <a:gd name="connsiteY1" fmla="*/ 0 h 5609095"/>
              <a:gd name="connsiteX2" fmla="*/ 3745526 w 3745526"/>
              <a:gd name="connsiteY2" fmla="*/ 101803 h 5609095"/>
              <a:gd name="connsiteX3" fmla="*/ 3745526 w 3745526"/>
              <a:gd name="connsiteY3" fmla="*/ 5507292 h 5609095"/>
              <a:gd name="connsiteX4" fmla="*/ 3643724 w 3745526"/>
              <a:gd name="connsiteY4" fmla="*/ 5609095 h 5609095"/>
              <a:gd name="connsiteX5" fmla="*/ 101804 w 3745526"/>
              <a:gd name="connsiteY5" fmla="*/ 5609095 h 5609095"/>
              <a:gd name="connsiteX6" fmla="*/ 0 w 3745526"/>
              <a:gd name="connsiteY6" fmla="*/ 5507292 h 5609095"/>
              <a:gd name="connsiteX7" fmla="*/ 0 w 3745526"/>
              <a:gd name="connsiteY7" fmla="*/ 101803 h 5609095"/>
              <a:gd name="connsiteX8" fmla="*/ 101804 w 3745526"/>
              <a:gd name="connsiteY8" fmla="*/ 0 h 5609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45526" h="5609095">
                <a:moveTo>
                  <a:pt x="101804" y="0"/>
                </a:moveTo>
                <a:lnTo>
                  <a:pt x="3643724" y="0"/>
                </a:lnTo>
                <a:cubicBezTo>
                  <a:pt x="3699948" y="0"/>
                  <a:pt x="3745526" y="45579"/>
                  <a:pt x="3745526" y="101803"/>
                </a:cubicBezTo>
                <a:lnTo>
                  <a:pt x="3745526" y="5507292"/>
                </a:lnTo>
                <a:cubicBezTo>
                  <a:pt x="3745526" y="5563516"/>
                  <a:pt x="3699948" y="5609095"/>
                  <a:pt x="3643724" y="5609095"/>
                </a:cubicBezTo>
                <a:lnTo>
                  <a:pt x="101804" y="5609095"/>
                </a:lnTo>
                <a:cubicBezTo>
                  <a:pt x="45580" y="5609095"/>
                  <a:pt x="0" y="5563516"/>
                  <a:pt x="0" y="5507292"/>
                </a:cubicBezTo>
                <a:lnTo>
                  <a:pt x="0" y="101803"/>
                </a:lnTo>
                <a:cubicBezTo>
                  <a:pt x="0" y="45579"/>
                  <a:pt x="45580" y="0"/>
                  <a:pt x="101804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reflection blurRad="241300" stA="45000" endPos="65000" dist="50800" dir="5400000" sy="-100000" algn="bl" rotWithShape="0"/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145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 p14:presetBounceEnd="72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1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2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 p14:presetBounceEnd="72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15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16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2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4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2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0" grpId="0" animBg="1"/>
          <p:bldP spid="11" grpId="0" animBg="1"/>
          <p:bldP spid="12" grpId="0" animBg="1"/>
        </p:bldLst>
      </p:timing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5CF2E2FA-6181-4E67-8649-8A7BCC8E8224}"/>
              </a:ext>
            </a:extLst>
          </p:cNvPr>
          <p:cNvSpPr/>
          <p:nvPr/>
        </p:nvSpPr>
        <p:spPr>
          <a:xfrm>
            <a:off x="781742" y="0"/>
            <a:ext cx="10628516" cy="685800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E461B1-A8FB-486F-AEB2-28BCCDA011A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0"/>
            <a:ext cx="10628516" cy="3429000"/>
          </a:xfrm>
          <a:custGeom>
            <a:avLst/>
            <a:gdLst>
              <a:gd name="connsiteX0" fmla="*/ 0 w 21259800"/>
              <a:gd name="connsiteY0" fmla="*/ 0 h 6858000"/>
              <a:gd name="connsiteX1" fmla="*/ 21259800 w 21259800"/>
              <a:gd name="connsiteY1" fmla="*/ 0 h 6858000"/>
              <a:gd name="connsiteX2" fmla="*/ 21259800 w 21259800"/>
              <a:gd name="connsiteY2" fmla="*/ 6858000 h 6858000"/>
              <a:gd name="connsiteX3" fmla="*/ 0 w 212598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9800" h="6858000">
                <a:moveTo>
                  <a:pt x="0" y="0"/>
                </a:moveTo>
                <a:lnTo>
                  <a:pt x="21259800" y="0"/>
                </a:lnTo>
                <a:lnTo>
                  <a:pt x="21259800" y="6858000"/>
                </a:lnTo>
                <a:lnTo>
                  <a:pt x="0" y="6858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246444-38D4-4861-9E94-2214F5B43D5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03042" y="3428999"/>
            <a:ext cx="1889681" cy="2743201"/>
          </a:xfrm>
          <a:custGeom>
            <a:avLst/>
            <a:gdLst>
              <a:gd name="connsiteX0" fmla="*/ 0 w 3779854"/>
              <a:gd name="connsiteY0" fmla="*/ 0 h 5486401"/>
              <a:gd name="connsiteX1" fmla="*/ 3779854 w 3779854"/>
              <a:gd name="connsiteY1" fmla="*/ 0 h 5486401"/>
              <a:gd name="connsiteX2" fmla="*/ 3779854 w 3779854"/>
              <a:gd name="connsiteY2" fmla="*/ 5486401 h 5486401"/>
              <a:gd name="connsiteX3" fmla="*/ 475732 w 3779854"/>
              <a:gd name="connsiteY3" fmla="*/ 5486401 h 5486401"/>
              <a:gd name="connsiteX4" fmla="*/ 0 w 3779854"/>
              <a:gd name="connsiteY4" fmla="*/ 5010669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9854" h="5486401">
                <a:moveTo>
                  <a:pt x="0" y="0"/>
                </a:moveTo>
                <a:lnTo>
                  <a:pt x="3779854" y="0"/>
                </a:lnTo>
                <a:lnTo>
                  <a:pt x="3779854" y="5486401"/>
                </a:lnTo>
                <a:lnTo>
                  <a:pt x="475732" y="5486401"/>
                </a:lnTo>
                <a:cubicBezTo>
                  <a:pt x="212992" y="5486401"/>
                  <a:pt x="0" y="5273409"/>
                  <a:pt x="0" y="5010669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46DAFC8-F3E7-48B9-923A-FD1F401E6F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92723" y="3428998"/>
            <a:ext cx="1903277" cy="2743202"/>
          </a:xfrm>
          <a:custGeom>
            <a:avLst/>
            <a:gdLst>
              <a:gd name="connsiteX0" fmla="*/ 0 w 3807049"/>
              <a:gd name="connsiteY0" fmla="*/ 0 h 5486403"/>
              <a:gd name="connsiteX1" fmla="*/ 3807049 w 3807049"/>
              <a:gd name="connsiteY1" fmla="*/ 0 h 5486403"/>
              <a:gd name="connsiteX2" fmla="*/ 3807049 w 3807049"/>
              <a:gd name="connsiteY2" fmla="*/ 5486403 h 5486403"/>
              <a:gd name="connsiteX3" fmla="*/ 0 w 3807049"/>
              <a:gd name="connsiteY3" fmla="*/ 5486403 h 5486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07049" h="5486403">
                <a:moveTo>
                  <a:pt x="0" y="0"/>
                </a:moveTo>
                <a:lnTo>
                  <a:pt x="3807049" y="0"/>
                </a:lnTo>
                <a:lnTo>
                  <a:pt x="3807049" y="5486403"/>
                </a:lnTo>
                <a:lnTo>
                  <a:pt x="0" y="54864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7BD2714F-1785-4F7D-B146-CB418D7FC4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8997"/>
            <a:ext cx="3792958" cy="2743201"/>
          </a:xfrm>
          <a:custGeom>
            <a:avLst/>
            <a:gdLst>
              <a:gd name="connsiteX0" fmla="*/ 0 w 7586904"/>
              <a:gd name="connsiteY0" fmla="*/ 0 h 5486401"/>
              <a:gd name="connsiteX1" fmla="*/ 7586904 w 7586904"/>
              <a:gd name="connsiteY1" fmla="*/ 0 h 5486401"/>
              <a:gd name="connsiteX2" fmla="*/ 7586904 w 7586904"/>
              <a:gd name="connsiteY2" fmla="*/ 4795883 h 5486401"/>
              <a:gd name="connsiteX3" fmla="*/ 6896384 w 7586904"/>
              <a:gd name="connsiteY3" fmla="*/ 5486401 h 5486401"/>
              <a:gd name="connsiteX4" fmla="*/ 0 w 7586904"/>
              <a:gd name="connsiteY4" fmla="*/ 5486401 h 5486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86904" h="5486401">
                <a:moveTo>
                  <a:pt x="0" y="0"/>
                </a:moveTo>
                <a:lnTo>
                  <a:pt x="7586904" y="0"/>
                </a:lnTo>
                <a:lnTo>
                  <a:pt x="7586904" y="4795883"/>
                </a:lnTo>
                <a:cubicBezTo>
                  <a:pt x="7586904" y="5177246"/>
                  <a:pt x="7277748" y="5486401"/>
                  <a:pt x="6896384" y="5486401"/>
                </a:cubicBezTo>
                <a:lnTo>
                  <a:pt x="0" y="54864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6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  <p:bldP spid="14" grpId="0" animBg="1"/>
      <p:bldP spid="15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F82B0E3D-837A-411E-ABDD-AB99B72FC554}"/>
              </a:ext>
            </a:extLst>
          </p:cNvPr>
          <p:cNvSpPr/>
          <p:nvPr/>
        </p:nvSpPr>
        <p:spPr>
          <a:xfrm rot="10800000">
            <a:off x="781742" y="0"/>
            <a:ext cx="10628516" cy="6172200"/>
          </a:xfrm>
          <a:prstGeom prst="round2SameRect">
            <a:avLst>
              <a:gd name="adj1" fmla="val 2415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23555788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10C5212-174D-4440-9F25-1BA51A40D6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765170" y="885741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EB6247F-1EBF-4AB3-834F-BDBD5C591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5170" y="2177725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D43D92-99D1-40E3-BF57-798A5E0F03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65170" y="3469709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64CF7A3-BE12-472A-AF27-CF27257CDB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765170" y="4761693"/>
            <a:ext cx="2661660" cy="1210567"/>
          </a:xfrm>
          <a:custGeom>
            <a:avLst/>
            <a:gdLst>
              <a:gd name="connsiteX0" fmla="*/ 0 w 5324013"/>
              <a:gd name="connsiteY0" fmla="*/ 0 h 2421133"/>
              <a:gd name="connsiteX1" fmla="*/ 5324013 w 5324013"/>
              <a:gd name="connsiteY1" fmla="*/ 0 h 2421133"/>
              <a:gd name="connsiteX2" fmla="*/ 5324013 w 5324013"/>
              <a:gd name="connsiteY2" fmla="*/ 2421133 h 2421133"/>
              <a:gd name="connsiteX3" fmla="*/ 0 w 5324013"/>
              <a:gd name="connsiteY3" fmla="*/ 2421133 h 2421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24013" h="2421133">
                <a:moveTo>
                  <a:pt x="0" y="0"/>
                </a:moveTo>
                <a:lnTo>
                  <a:pt x="5324013" y="0"/>
                </a:lnTo>
                <a:lnTo>
                  <a:pt x="5324013" y="2421133"/>
                </a:lnTo>
                <a:lnTo>
                  <a:pt x="0" y="24211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69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7950C93-CBCD-40C9-9F9E-4B5673CC74A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61516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60594C5E-0C9A-45A6-9F61-CACF42FC18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2424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D302998-AECE-4217-8C7F-562D445DCB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43334" y="1182143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84ADD14-A3D7-4F67-A4EB-9B2FE588C9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61516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8E41521E-C06E-4D0E-A3A6-45A879C7DBC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02424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DD675A9D-DF1E-4EF0-900D-AD3085ECFC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43334" y="2723747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3268EE-6C21-4469-92FC-AB5A5F1BFC2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61516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7EF1324C-2C93-4135-83A3-1B6933A0E92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402424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172CA72-A160-4F89-B462-9B005CF14BC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943334" y="4265351"/>
            <a:ext cx="1410323" cy="1410507"/>
          </a:xfrm>
          <a:custGeom>
            <a:avLst/>
            <a:gdLst>
              <a:gd name="connsiteX0" fmla="*/ 0 w 2821013"/>
              <a:gd name="connsiteY0" fmla="*/ 0 h 2821013"/>
              <a:gd name="connsiteX1" fmla="*/ 2821013 w 2821013"/>
              <a:gd name="connsiteY1" fmla="*/ 0 h 2821013"/>
              <a:gd name="connsiteX2" fmla="*/ 2821013 w 2821013"/>
              <a:gd name="connsiteY2" fmla="*/ 2821013 h 2821013"/>
              <a:gd name="connsiteX3" fmla="*/ 0 w 2821013"/>
              <a:gd name="connsiteY3" fmla="*/ 2821013 h 282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1013" h="2821013">
                <a:moveTo>
                  <a:pt x="0" y="0"/>
                </a:moveTo>
                <a:lnTo>
                  <a:pt x="2821013" y="0"/>
                </a:lnTo>
                <a:lnTo>
                  <a:pt x="2821013" y="2821013"/>
                </a:lnTo>
                <a:lnTo>
                  <a:pt x="0" y="28210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0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3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C964FCC-9482-4CD6-9BC7-9F91C695B6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2" y="829672"/>
            <a:ext cx="2789129" cy="1675655"/>
          </a:xfrm>
          <a:custGeom>
            <a:avLst/>
            <a:gdLst>
              <a:gd name="connsiteX0" fmla="*/ 0 w 5578984"/>
              <a:gd name="connsiteY0" fmla="*/ 0 h 3351309"/>
              <a:gd name="connsiteX1" fmla="*/ 5578984 w 5578984"/>
              <a:gd name="connsiteY1" fmla="*/ 0 h 3351309"/>
              <a:gd name="connsiteX2" fmla="*/ 5578984 w 5578984"/>
              <a:gd name="connsiteY2" fmla="*/ 3351309 h 3351309"/>
              <a:gd name="connsiteX3" fmla="*/ 0 w 5578984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78984" h="3351309">
                <a:moveTo>
                  <a:pt x="0" y="0"/>
                </a:moveTo>
                <a:lnTo>
                  <a:pt x="5578984" y="0"/>
                </a:lnTo>
                <a:lnTo>
                  <a:pt x="5578984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BBC5325-AF23-4B38-A560-00A7930EDB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707" y="829672"/>
            <a:ext cx="2439293" cy="1675655"/>
          </a:xfrm>
          <a:custGeom>
            <a:avLst/>
            <a:gdLst>
              <a:gd name="connsiteX0" fmla="*/ 0 w 4879221"/>
              <a:gd name="connsiteY0" fmla="*/ 0 h 3351309"/>
              <a:gd name="connsiteX1" fmla="*/ 4879221 w 4879221"/>
              <a:gd name="connsiteY1" fmla="*/ 0 h 3351309"/>
              <a:gd name="connsiteX2" fmla="*/ 4879221 w 4879221"/>
              <a:gd name="connsiteY2" fmla="*/ 3351309 h 3351309"/>
              <a:gd name="connsiteX3" fmla="*/ 0 w 4879221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9221" h="3351309">
                <a:moveTo>
                  <a:pt x="0" y="0"/>
                </a:moveTo>
                <a:lnTo>
                  <a:pt x="4879221" y="0"/>
                </a:lnTo>
                <a:lnTo>
                  <a:pt x="4879221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DC358AC-17FC-4CBD-B3CD-A852A5E2749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1742" y="2591173"/>
            <a:ext cx="1716973" cy="1675655"/>
          </a:xfrm>
          <a:custGeom>
            <a:avLst/>
            <a:gdLst>
              <a:gd name="connsiteX0" fmla="*/ 0 w 3434394"/>
              <a:gd name="connsiteY0" fmla="*/ 0 h 3351309"/>
              <a:gd name="connsiteX1" fmla="*/ 3434394 w 3434394"/>
              <a:gd name="connsiteY1" fmla="*/ 0 h 3351309"/>
              <a:gd name="connsiteX2" fmla="*/ 3434394 w 3434394"/>
              <a:gd name="connsiteY2" fmla="*/ 3351309 h 3351309"/>
              <a:gd name="connsiteX3" fmla="*/ 0 w 3434394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4394" h="3351309">
                <a:moveTo>
                  <a:pt x="0" y="0"/>
                </a:moveTo>
                <a:lnTo>
                  <a:pt x="3434394" y="0"/>
                </a:lnTo>
                <a:lnTo>
                  <a:pt x="3434394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BBF81E2-3DF4-4B6A-9014-5C226F2AD0B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84552" y="2591173"/>
            <a:ext cx="4626192" cy="1675655"/>
          </a:xfrm>
          <a:custGeom>
            <a:avLst/>
            <a:gdLst>
              <a:gd name="connsiteX0" fmla="*/ 0 w 9253589"/>
              <a:gd name="connsiteY0" fmla="*/ 0 h 3351309"/>
              <a:gd name="connsiteX1" fmla="*/ 9253589 w 9253589"/>
              <a:gd name="connsiteY1" fmla="*/ 0 h 3351309"/>
              <a:gd name="connsiteX2" fmla="*/ 9253589 w 9253589"/>
              <a:gd name="connsiteY2" fmla="*/ 3351309 h 3351309"/>
              <a:gd name="connsiteX3" fmla="*/ 0 w 9253589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53589" h="3351309">
                <a:moveTo>
                  <a:pt x="0" y="0"/>
                </a:moveTo>
                <a:lnTo>
                  <a:pt x="9253589" y="0"/>
                </a:lnTo>
                <a:lnTo>
                  <a:pt x="9253589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241E551-A7EA-48E4-907C-5968FE7D032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1743" y="4352675"/>
            <a:ext cx="3203142" cy="1675655"/>
          </a:xfrm>
          <a:custGeom>
            <a:avLst/>
            <a:gdLst>
              <a:gd name="connsiteX0" fmla="*/ 0 w 6407119"/>
              <a:gd name="connsiteY0" fmla="*/ 0 h 3351309"/>
              <a:gd name="connsiteX1" fmla="*/ 6407119 w 6407119"/>
              <a:gd name="connsiteY1" fmla="*/ 0 h 3351309"/>
              <a:gd name="connsiteX2" fmla="*/ 6407119 w 6407119"/>
              <a:gd name="connsiteY2" fmla="*/ 3351309 h 3351309"/>
              <a:gd name="connsiteX3" fmla="*/ 0 w 6407119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07119" h="3351309">
                <a:moveTo>
                  <a:pt x="0" y="0"/>
                </a:moveTo>
                <a:lnTo>
                  <a:pt x="6407119" y="0"/>
                </a:lnTo>
                <a:lnTo>
                  <a:pt x="6407119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08C7694D-D583-4662-A6EE-9C378074EC7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70720" y="4352675"/>
            <a:ext cx="2795012" cy="1675655"/>
          </a:xfrm>
          <a:custGeom>
            <a:avLst/>
            <a:gdLst>
              <a:gd name="connsiteX0" fmla="*/ 0 w 5590752"/>
              <a:gd name="connsiteY0" fmla="*/ 0 h 3351309"/>
              <a:gd name="connsiteX1" fmla="*/ 5590752 w 5590752"/>
              <a:gd name="connsiteY1" fmla="*/ 0 h 3351309"/>
              <a:gd name="connsiteX2" fmla="*/ 5590752 w 5590752"/>
              <a:gd name="connsiteY2" fmla="*/ 3351309 h 3351309"/>
              <a:gd name="connsiteX3" fmla="*/ 0 w 5590752"/>
              <a:gd name="connsiteY3" fmla="*/ 3351309 h 3351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0752" h="3351309">
                <a:moveTo>
                  <a:pt x="0" y="0"/>
                </a:moveTo>
                <a:lnTo>
                  <a:pt x="5590752" y="0"/>
                </a:lnTo>
                <a:lnTo>
                  <a:pt x="5590752" y="3351309"/>
                </a:lnTo>
                <a:lnTo>
                  <a:pt x="0" y="33513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3AB130C-3DB9-4FBF-8630-48711C9281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00374" y="866361"/>
            <a:ext cx="10197564" cy="5087178"/>
          </a:xfrm>
          <a:custGeom>
            <a:avLst/>
            <a:gdLst>
              <a:gd name="connsiteX0" fmla="*/ 0 w 20397784"/>
              <a:gd name="connsiteY0" fmla="*/ 0 h 10174356"/>
              <a:gd name="connsiteX1" fmla="*/ 20397784 w 20397784"/>
              <a:gd name="connsiteY1" fmla="*/ 0 h 10174356"/>
              <a:gd name="connsiteX2" fmla="*/ 20397784 w 20397784"/>
              <a:gd name="connsiteY2" fmla="*/ 10174356 h 10174356"/>
              <a:gd name="connsiteX3" fmla="*/ 0 w 20397784"/>
              <a:gd name="connsiteY3" fmla="*/ 10174356 h 10174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97784" h="10174356">
                <a:moveTo>
                  <a:pt x="0" y="0"/>
                </a:moveTo>
                <a:lnTo>
                  <a:pt x="20397784" y="0"/>
                </a:lnTo>
                <a:lnTo>
                  <a:pt x="20397784" y="10174356"/>
                </a:lnTo>
                <a:lnTo>
                  <a:pt x="0" y="1017435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03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BBDB4A-483C-4989-9ED8-EA5117AB578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78859" y="1106225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AAC7545-D14D-484F-9522-255A26B40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68196" y="1106225"/>
            <a:ext cx="4644945" cy="4645550"/>
          </a:xfrm>
          <a:custGeom>
            <a:avLst/>
            <a:gdLst>
              <a:gd name="connsiteX0" fmla="*/ 0 w 9291099"/>
              <a:gd name="connsiteY0" fmla="*/ 0 h 9291100"/>
              <a:gd name="connsiteX1" fmla="*/ 9291099 w 9291099"/>
              <a:gd name="connsiteY1" fmla="*/ 0 h 9291100"/>
              <a:gd name="connsiteX2" fmla="*/ 9291099 w 9291099"/>
              <a:gd name="connsiteY2" fmla="*/ 9291100 h 9291100"/>
              <a:gd name="connsiteX3" fmla="*/ 0 w 9291099"/>
              <a:gd name="connsiteY3" fmla="*/ 9291100 h 9291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91099" h="9291100">
                <a:moveTo>
                  <a:pt x="0" y="0"/>
                </a:moveTo>
                <a:lnTo>
                  <a:pt x="9291099" y="0"/>
                </a:lnTo>
                <a:lnTo>
                  <a:pt x="9291099" y="9291100"/>
                </a:lnTo>
                <a:lnTo>
                  <a:pt x="0" y="92911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494124D-FD87-4119-B1B9-8E7EFC900F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859" y="2695769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6726AAF-BDA2-456F-9D59-49772F219C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978859" y="4285313"/>
            <a:ext cx="1466272" cy="1466463"/>
          </a:xfrm>
          <a:custGeom>
            <a:avLst/>
            <a:gdLst>
              <a:gd name="connsiteX0" fmla="*/ 0 w 2932925"/>
              <a:gd name="connsiteY0" fmla="*/ 0 h 2932925"/>
              <a:gd name="connsiteX1" fmla="*/ 2932925 w 2932925"/>
              <a:gd name="connsiteY1" fmla="*/ 0 h 2932925"/>
              <a:gd name="connsiteX2" fmla="*/ 2932925 w 2932925"/>
              <a:gd name="connsiteY2" fmla="*/ 2932925 h 2932925"/>
              <a:gd name="connsiteX3" fmla="*/ 0 w 2932925"/>
              <a:gd name="connsiteY3" fmla="*/ 2932925 h 2932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2925" h="2932925">
                <a:moveTo>
                  <a:pt x="0" y="0"/>
                </a:moveTo>
                <a:lnTo>
                  <a:pt x="2932925" y="0"/>
                </a:lnTo>
                <a:lnTo>
                  <a:pt x="2932925" y="2932925"/>
                </a:lnTo>
                <a:lnTo>
                  <a:pt x="0" y="293292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73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3" grpId="0" animBg="1"/>
      <p:bldP spid="14" grpId="0" animBg="1"/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C836778-F5B4-482E-B688-2B6F61D483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803219" y="801756"/>
            <a:ext cx="2406457" cy="2088093"/>
          </a:xfrm>
          <a:custGeom>
            <a:avLst/>
            <a:gdLst>
              <a:gd name="connsiteX0" fmla="*/ 0 w 4813540"/>
              <a:gd name="connsiteY0" fmla="*/ 0 h 4176185"/>
              <a:gd name="connsiteX1" fmla="*/ 4813540 w 4813540"/>
              <a:gd name="connsiteY1" fmla="*/ 0 h 4176185"/>
              <a:gd name="connsiteX2" fmla="*/ 4813540 w 4813540"/>
              <a:gd name="connsiteY2" fmla="*/ 4176185 h 4176185"/>
              <a:gd name="connsiteX3" fmla="*/ 0 w 4813540"/>
              <a:gd name="connsiteY3" fmla="*/ 4176185 h 4176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4176185">
                <a:moveTo>
                  <a:pt x="0" y="0"/>
                </a:moveTo>
                <a:lnTo>
                  <a:pt x="4813540" y="0"/>
                </a:lnTo>
                <a:lnTo>
                  <a:pt x="4813540" y="4176185"/>
                </a:lnTo>
                <a:lnTo>
                  <a:pt x="0" y="41761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0BD9A33-1BDD-4FEE-B101-544716CE74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3696" y="801757"/>
            <a:ext cx="2406457" cy="4145493"/>
          </a:xfrm>
          <a:custGeom>
            <a:avLst/>
            <a:gdLst>
              <a:gd name="connsiteX0" fmla="*/ 0 w 4813540"/>
              <a:gd name="connsiteY0" fmla="*/ 0 h 8290985"/>
              <a:gd name="connsiteX1" fmla="*/ 4813540 w 4813540"/>
              <a:gd name="connsiteY1" fmla="*/ 0 h 8290985"/>
              <a:gd name="connsiteX2" fmla="*/ 4813540 w 4813540"/>
              <a:gd name="connsiteY2" fmla="*/ 8290985 h 8290985"/>
              <a:gd name="connsiteX3" fmla="*/ 0 w 4813540"/>
              <a:gd name="connsiteY3" fmla="*/ 8290985 h 8290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8290985">
                <a:moveTo>
                  <a:pt x="0" y="0"/>
                </a:moveTo>
                <a:lnTo>
                  <a:pt x="4813540" y="0"/>
                </a:lnTo>
                <a:lnTo>
                  <a:pt x="4813540" y="8290985"/>
                </a:lnTo>
                <a:lnTo>
                  <a:pt x="0" y="829098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2D30366-BBE9-4324-9DCA-ECC26BF463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03219" y="3530557"/>
            <a:ext cx="2406457" cy="2019247"/>
          </a:xfrm>
          <a:custGeom>
            <a:avLst/>
            <a:gdLst>
              <a:gd name="connsiteX0" fmla="*/ 0 w 4813540"/>
              <a:gd name="connsiteY0" fmla="*/ 0 h 4038494"/>
              <a:gd name="connsiteX1" fmla="*/ 4813540 w 4813540"/>
              <a:gd name="connsiteY1" fmla="*/ 0 h 4038494"/>
              <a:gd name="connsiteX2" fmla="*/ 4813540 w 4813540"/>
              <a:gd name="connsiteY2" fmla="*/ 4038494 h 4038494"/>
              <a:gd name="connsiteX3" fmla="*/ 0 w 4813540"/>
              <a:gd name="connsiteY3" fmla="*/ 4038494 h 4038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13540" h="4038494">
                <a:moveTo>
                  <a:pt x="0" y="0"/>
                </a:moveTo>
                <a:lnTo>
                  <a:pt x="4813540" y="0"/>
                </a:lnTo>
                <a:lnTo>
                  <a:pt x="4813540" y="4038494"/>
                </a:lnTo>
                <a:lnTo>
                  <a:pt x="0" y="4038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4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E74CA1-C9C6-441D-949D-CF6B7CD477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3847" y="1061049"/>
            <a:ext cx="4338522" cy="4632385"/>
          </a:xfrm>
          <a:custGeom>
            <a:avLst/>
            <a:gdLst>
              <a:gd name="connsiteX0" fmla="*/ 0 w 9389427"/>
              <a:gd name="connsiteY0" fmla="*/ 0 h 8534400"/>
              <a:gd name="connsiteX1" fmla="*/ 9389427 w 9389427"/>
              <a:gd name="connsiteY1" fmla="*/ 0 h 8534400"/>
              <a:gd name="connsiteX2" fmla="*/ 9389427 w 9389427"/>
              <a:gd name="connsiteY2" fmla="*/ 8534400 h 8534400"/>
              <a:gd name="connsiteX3" fmla="*/ 0 w 9389427"/>
              <a:gd name="connsiteY3" fmla="*/ 8534400 h 85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9427" h="8534400">
                <a:moveTo>
                  <a:pt x="0" y="0"/>
                </a:moveTo>
                <a:lnTo>
                  <a:pt x="9389427" y="0"/>
                </a:lnTo>
                <a:lnTo>
                  <a:pt x="9389427" y="8534400"/>
                </a:lnTo>
                <a:lnTo>
                  <a:pt x="0" y="8534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E74CA1-C9C6-441D-949D-CF6B7CD477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01652" y="1061049"/>
            <a:ext cx="4338522" cy="4632385"/>
          </a:xfrm>
          <a:custGeom>
            <a:avLst/>
            <a:gdLst>
              <a:gd name="connsiteX0" fmla="*/ 0 w 9389427"/>
              <a:gd name="connsiteY0" fmla="*/ 0 h 8534400"/>
              <a:gd name="connsiteX1" fmla="*/ 9389427 w 9389427"/>
              <a:gd name="connsiteY1" fmla="*/ 0 h 8534400"/>
              <a:gd name="connsiteX2" fmla="*/ 9389427 w 9389427"/>
              <a:gd name="connsiteY2" fmla="*/ 8534400 h 8534400"/>
              <a:gd name="connsiteX3" fmla="*/ 0 w 9389427"/>
              <a:gd name="connsiteY3" fmla="*/ 8534400 h 853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89427" h="8534400">
                <a:moveTo>
                  <a:pt x="0" y="0"/>
                </a:moveTo>
                <a:lnTo>
                  <a:pt x="9389427" y="0"/>
                </a:lnTo>
                <a:lnTo>
                  <a:pt x="9389427" y="8534400"/>
                </a:lnTo>
                <a:lnTo>
                  <a:pt x="0" y="8534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4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5064454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051F579-D711-42D1-88E3-599E00379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5088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CDC450F-D971-47A6-A2A1-D4F35D3401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71874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8E9911-0431-44B1-8B46-0EC0E0A4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05088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CFF98D4-C8EF-4BC0-96B5-C588DF33D5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671874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56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051F579-D711-42D1-88E3-599E003793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16166" y="1119151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D8E9911-0431-44B1-8B46-0EC0E0A45A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6166" y="3486245"/>
            <a:ext cx="2252312" cy="2252606"/>
          </a:xfrm>
          <a:custGeom>
            <a:avLst/>
            <a:gdLst>
              <a:gd name="connsiteX0" fmla="*/ 0 w 4505211"/>
              <a:gd name="connsiteY0" fmla="*/ 0 h 4505211"/>
              <a:gd name="connsiteX1" fmla="*/ 4505211 w 4505211"/>
              <a:gd name="connsiteY1" fmla="*/ 0 h 4505211"/>
              <a:gd name="connsiteX2" fmla="*/ 4505211 w 4505211"/>
              <a:gd name="connsiteY2" fmla="*/ 4505211 h 4505211"/>
              <a:gd name="connsiteX3" fmla="*/ 0 w 4505211"/>
              <a:gd name="connsiteY3" fmla="*/ 4505211 h 4505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5211" h="4505211">
                <a:moveTo>
                  <a:pt x="0" y="0"/>
                </a:moveTo>
                <a:lnTo>
                  <a:pt x="4505211" y="0"/>
                </a:lnTo>
                <a:lnTo>
                  <a:pt x="4505211" y="4505211"/>
                </a:lnTo>
                <a:lnTo>
                  <a:pt x="0" y="450521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3141BE1-615B-405F-9064-C58E41F368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82952" y="1119151"/>
            <a:ext cx="2252312" cy="4619700"/>
          </a:xfrm>
          <a:custGeom>
            <a:avLst/>
            <a:gdLst>
              <a:gd name="connsiteX0" fmla="*/ 0 w 4505211"/>
              <a:gd name="connsiteY0" fmla="*/ 0 h 9239399"/>
              <a:gd name="connsiteX1" fmla="*/ 4505211 w 4505211"/>
              <a:gd name="connsiteY1" fmla="*/ 0 h 9239399"/>
              <a:gd name="connsiteX2" fmla="*/ 4505211 w 4505211"/>
              <a:gd name="connsiteY2" fmla="*/ 4266016 h 9239399"/>
              <a:gd name="connsiteX3" fmla="*/ 4505211 w 4505211"/>
              <a:gd name="connsiteY3" fmla="*/ 4505211 h 9239399"/>
              <a:gd name="connsiteX4" fmla="*/ 4505211 w 4505211"/>
              <a:gd name="connsiteY4" fmla="*/ 9239399 h 9239399"/>
              <a:gd name="connsiteX5" fmla="*/ 0 w 4505211"/>
              <a:gd name="connsiteY5" fmla="*/ 9239399 h 9239399"/>
              <a:gd name="connsiteX6" fmla="*/ 0 w 4505211"/>
              <a:gd name="connsiteY6" fmla="*/ 4505211 h 9239399"/>
              <a:gd name="connsiteX7" fmla="*/ 0 w 4505211"/>
              <a:gd name="connsiteY7" fmla="*/ 4266016 h 9239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05211" h="9239399">
                <a:moveTo>
                  <a:pt x="0" y="0"/>
                </a:moveTo>
                <a:lnTo>
                  <a:pt x="4505211" y="0"/>
                </a:lnTo>
                <a:lnTo>
                  <a:pt x="4505211" y="4266016"/>
                </a:lnTo>
                <a:lnTo>
                  <a:pt x="4505211" y="4505211"/>
                </a:lnTo>
                <a:lnTo>
                  <a:pt x="4505211" y="9239399"/>
                </a:lnTo>
                <a:lnTo>
                  <a:pt x="0" y="9239399"/>
                </a:lnTo>
                <a:lnTo>
                  <a:pt x="0" y="4505211"/>
                </a:lnTo>
                <a:lnTo>
                  <a:pt x="0" y="426601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59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7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0193969-EFD4-496D-8B9E-5E88D86D87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67340" y="751610"/>
            <a:ext cx="2277077" cy="2790081"/>
          </a:xfrm>
          <a:custGeom>
            <a:avLst/>
            <a:gdLst>
              <a:gd name="connsiteX0" fmla="*/ 0 w 4554747"/>
              <a:gd name="connsiteY0" fmla="*/ 0 h 5580161"/>
              <a:gd name="connsiteX1" fmla="*/ 4554747 w 4554747"/>
              <a:gd name="connsiteY1" fmla="*/ 0 h 5580161"/>
              <a:gd name="connsiteX2" fmla="*/ 4554747 w 4554747"/>
              <a:gd name="connsiteY2" fmla="*/ 5580161 h 5580161"/>
              <a:gd name="connsiteX3" fmla="*/ 0 w 4554747"/>
              <a:gd name="connsiteY3" fmla="*/ 5580161 h 5580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5580161">
                <a:moveTo>
                  <a:pt x="0" y="0"/>
                </a:moveTo>
                <a:lnTo>
                  <a:pt x="4554747" y="0"/>
                </a:lnTo>
                <a:lnTo>
                  <a:pt x="4554747" y="5580161"/>
                </a:lnTo>
                <a:lnTo>
                  <a:pt x="0" y="558016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4C89588F-47B5-4EA9-84D2-BB4714817C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8312" y="751610"/>
            <a:ext cx="2277078" cy="3318115"/>
          </a:xfrm>
          <a:custGeom>
            <a:avLst/>
            <a:gdLst>
              <a:gd name="connsiteX0" fmla="*/ 0 w 4554748"/>
              <a:gd name="connsiteY0" fmla="*/ 0 h 6636229"/>
              <a:gd name="connsiteX1" fmla="*/ 4554748 w 4554748"/>
              <a:gd name="connsiteY1" fmla="*/ 0 h 6636229"/>
              <a:gd name="connsiteX2" fmla="*/ 4554748 w 4554748"/>
              <a:gd name="connsiteY2" fmla="*/ 6636229 h 6636229"/>
              <a:gd name="connsiteX3" fmla="*/ 0 w 4554748"/>
              <a:gd name="connsiteY3" fmla="*/ 6636229 h 6636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8" h="6636229">
                <a:moveTo>
                  <a:pt x="0" y="0"/>
                </a:moveTo>
                <a:lnTo>
                  <a:pt x="4554748" y="0"/>
                </a:lnTo>
                <a:lnTo>
                  <a:pt x="4554748" y="6636229"/>
                </a:lnTo>
                <a:lnTo>
                  <a:pt x="0" y="663622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FE6CF97D-0650-4B56-AB14-E0121CF1CF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29285" y="751610"/>
            <a:ext cx="2277077" cy="2695755"/>
          </a:xfrm>
          <a:custGeom>
            <a:avLst/>
            <a:gdLst>
              <a:gd name="connsiteX0" fmla="*/ 0 w 4554746"/>
              <a:gd name="connsiteY0" fmla="*/ 0 h 5391509"/>
              <a:gd name="connsiteX1" fmla="*/ 4554746 w 4554746"/>
              <a:gd name="connsiteY1" fmla="*/ 0 h 5391509"/>
              <a:gd name="connsiteX2" fmla="*/ 4554746 w 4554746"/>
              <a:gd name="connsiteY2" fmla="*/ 5391509 h 5391509"/>
              <a:gd name="connsiteX3" fmla="*/ 0 w 4554746"/>
              <a:gd name="connsiteY3" fmla="*/ 5391509 h 539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6" h="5391509">
                <a:moveTo>
                  <a:pt x="0" y="0"/>
                </a:moveTo>
                <a:lnTo>
                  <a:pt x="4554746" y="0"/>
                </a:lnTo>
                <a:lnTo>
                  <a:pt x="4554746" y="5391509"/>
                </a:lnTo>
                <a:lnTo>
                  <a:pt x="0" y="539150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6BFA811-ED69-455B-96D0-37D354F87F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29285" y="3551274"/>
            <a:ext cx="2277077" cy="2517017"/>
          </a:xfrm>
          <a:custGeom>
            <a:avLst/>
            <a:gdLst>
              <a:gd name="connsiteX0" fmla="*/ 0 w 4554746"/>
              <a:gd name="connsiteY0" fmla="*/ 0 h 5034033"/>
              <a:gd name="connsiteX1" fmla="*/ 4554746 w 4554746"/>
              <a:gd name="connsiteY1" fmla="*/ 0 h 5034033"/>
              <a:gd name="connsiteX2" fmla="*/ 4554746 w 4554746"/>
              <a:gd name="connsiteY2" fmla="*/ 5034033 h 5034033"/>
              <a:gd name="connsiteX3" fmla="*/ 0 w 4554746"/>
              <a:gd name="connsiteY3" fmla="*/ 5034033 h 50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6" h="5034033">
                <a:moveTo>
                  <a:pt x="0" y="0"/>
                </a:moveTo>
                <a:lnTo>
                  <a:pt x="4554746" y="0"/>
                </a:lnTo>
                <a:lnTo>
                  <a:pt x="4554746" y="5034033"/>
                </a:lnTo>
                <a:lnTo>
                  <a:pt x="0" y="503403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D7D914E-F4E6-43AB-B3A5-B2689E3F93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8312" y="4173633"/>
            <a:ext cx="2277077" cy="1894657"/>
          </a:xfrm>
          <a:custGeom>
            <a:avLst/>
            <a:gdLst>
              <a:gd name="connsiteX0" fmla="*/ 0 w 4554747"/>
              <a:gd name="connsiteY0" fmla="*/ 0 h 3789313"/>
              <a:gd name="connsiteX1" fmla="*/ 4554747 w 4554747"/>
              <a:gd name="connsiteY1" fmla="*/ 0 h 3789313"/>
              <a:gd name="connsiteX2" fmla="*/ 4554747 w 4554747"/>
              <a:gd name="connsiteY2" fmla="*/ 3789313 h 3789313"/>
              <a:gd name="connsiteX3" fmla="*/ 0 w 4554747"/>
              <a:gd name="connsiteY3" fmla="*/ 3789313 h 3789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3789313">
                <a:moveTo>
                  <a:pt x="0" y="0"/>
                </a:moveTo>
                <a:lnTo>
                  <a:pt x="4554747" y="0"/>
                </a:lnTo>
                <a:lnTo>
                  <a:pt x="4554747" y="3789313"/>
                </a:lnTo>
                <a:lnTo>
                  <a:pt x="0" y="378931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CA5BFD2-4568-4D70-8E22-082F80275A4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67340" y="3645600"/>
            <a:ext cx="2277077" cy="2422691"/>
          </a:xfrm>
          <a:custGeom>
            <a:avLst/>
            <a:gdLst>
              <a:gd name="connsiteX0" fmla="*/ 0 w 4554747"/>
              <a:gd name="connsiteY0" fmla="*/ 0 h 4845381"/>
              <a:gd name="connsiteX1" fmla="*/ 4554747 w 4554747"/>
              <a:gd name="connsiteY1" fmla="*/ 0 h 4845381"/>
              <a:gd name="connsiteX2" fmla="*/ 4554747 w 4554747"/>
              <a:gd name="connsiteY2" fmla="*/ 4845381 h 4845381"/>
              <a:gd name="connsiteX3" fmla="*/ 0 w 4554747"/>
              <a:gd name="connsiteY3" fmla="*/ 4845381 h 484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747" h="4845381">
                <a:moveTo>
                  <a:pt x="0" y="0"/>
                </a:moveTo>
                <a:lnTo>
                  <a:pt x="4554747" y="0"/>
                </a:lnTo>
                <a:lnTo>
                  <a:pt x="4554747" y="4845381"/>
                </a:lnTo>
                <a:lnTo>
                  <a:pt x="0" y="484538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80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1" grpId="0" animBg="1"/>
      <p:bldP spid="20" grpId="0" animBg="1"/>
      <p:bldP spid="19" grpId="0" animBg="1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BEBEC-4602-490C-BDCC-808640865DA5}"/>
              </a:ext>
            </a:extLst>
          </p:cNvPr>
          <p:cNvSpPr/>
          <p:nvPr/>
        </p:nvSpPr>
        <p:spPr>
          <a:xfrm>
            <a:off x="707274" y="586596"/>
            <a:ext cx="10768677" cy="56675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A78E4F-330F-43B1-8E8D-634D7E2524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21259796 w 21259800"/>
              <a:gd name="connsiteY0" fmla="*/ 3549667 h 11049000"/>
              <a:gd name="connsiteX1" fmla="*/ 19246864 w 21259800"/>
              <a:gd name="connsiteY1" fmla="*/ 5562600 h 11049000"/>
              <a:gd name="connsiteX2" fmla="*/ 21259798 w 21259800"/>
              <a:gd name="connsiteY2" fmla="*/ 7575533 h 11049000"/>
              <a:gd name="connsiteX3" fmla="*/ 0 w 21259800"/>
              <a:gd name="connsiteY3" fmla="*/ 0 h 11049000"/>
              <a:gd name="connsiteX4" fmla="*/ 21259800 w 21259800"/>
              <a:gd name="connsiteY4" fmla="*/ 0 h 11049000"/>
              <a:gd name="connsiteX5" fmla="*/ 21259800 w 21259800"/>
              <a:gd name="connsiteY5" fmla="*/ 11049000 h 11049000"/>
              <a:gd name="connsiteX6" fmla="*/ 0 w 21259800"/>
              <a:gd name="connsiteY6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259800" h="11049000">
                <a:moveTo>
                  <a:pt x="21259796" y="3549667"/>
                </a:moveTo>
                <a:lnTo>
                  <a:pt x="19246864" y="5562600"/>
                </a:lnTo>
                <a:lnTo>
                  <a:pt x="21259798" y="7575533"/>
                </a:lnTo>
                <a:close/>
                <a:moveTo>
                  <a:pt x="0" y="0"/>
                </a:moveTo>
                <a:lnTo>
                  <a:pt x="21259800" y="0"/>
                </a:lnTo>
                <a:lnTo>
                  <a:pt x="2125980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62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0BEBEC-4602-490C-BDCC-808640865DA5}"/>
              </a:ext>
            </a:extLst>
          </p:cNvPr>
          <p:cNvSpPr/>
          <p:nvPr/>
        </p:nvSpPr>
        <p:spPr>
          <a:xfrm>
            <a:off x="707274" y="586596"/>
            <a:ext cx="10768677" cy="5667556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66670D1-8893-47E2-92FC-474C4574E26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1741" y="647699"/>
            <a:ext cx="10628518" cy="5524500"/>
          </a:xfrm>
          <a:custGeom>
            <a:avLst/>
            <a:gdLst>
              <a:gd name="connsiteX0" fmla="*/ 0 w 21259803"/>
              <a:gd name="connsiteY0" fmla="*/ 3579586 h 11049000"/>
              <a:gd name="connsiteX1" fmla="*/ 1 w 21259803"/>
              <a:gd name="connsiteY1" fmla="*/ 3579587 h 11049000"/>
              <a:gd name="connsiteX2" fmla="*/ 1 w 21259803"/>
              <a:gd name="connsiteY2" fmla="*/ 7589810 h 11049000"/>
              <a:gd name="connsiteX3" fmla="*/ 1 w 21259803"/>
              <a:gd name="connsiteY3" fmla="*/ 7589810 h 11049000"/>
              <a:gd name="connsiteX4" fmla="*/ 21259803 w 21259803"/>
              <a:gd name="connsiteY4" fmla="*/ 0 h 11049000"/>
              <a:gd name="connsiteX5" fmla="*/ 21259801 w 21259803"/>
              <a:gd name="connsiteY5" fmla="*/ 2724510 h 11049000"/>
              <a:gd name="connsiteX6" fmla="*/ 21259801 w 21259803"/>
              <a:gd name="connsiteY6" fmla="*/ 8141898 h 11049000"/>
              <a:gd name="connsiteX7" fmla="*/ 21259803 w 21259803"/>
              <a:gd name="connsiteY7" fmla="*/ 11049000 h 11049000"/>
              <a:gd name="connsiteX8" fmla="*/ 1 w 21259803"/>
              <a:gd name="connsiteY8" fmla="*/ 11048999 h 11049000"/>
              <a:gd name="connsiteX9" fmla="*/ 1 w 21259803"/>
              <a:gd name="connsiteY9" fmla="*/ 7589810 h 11049000"/>
              <a:gd name="connsiteX10" fmla="*/ 2005112 w 21259803"/>
              <a:gd name="connsiteY10" fmla="*/ 5584698 h 11049000"/>
              <a:gd name="connsiteX11" fmla="*/ 1 w 21259803"/>
              <a:gd name="connsiteY11" fmla="*/ 3579587 h 11049000"/>
              <a:gd name="connsiteX12" fmla="*/ 1 w 21259803"/>
              <a:gd name="connsiteY12" fmla="*/ 1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1259803" h="11049000">
                <a:moveTo>
                  <a:pt x="0" y="3579586"/>
                </a:moveTo>
                <a:lnTo>
                  <a:pt x="1" y="3579587"/>
                </a:lnTo>
                <a:lnTo>
                  <a:pt x="1" y="7589810"/>
                </a:lnTo>
                <a:lnTo>
                  <a:pt x="1" y="7589810"/>
                </a:lnTo>
                <a:close/>
                <a:moveTo>
                  <a:pt x="21259803" y="0"/>
                </a:moveTo>
                <a:lnTo>
                  <a:pt x="21259801" y="2724510"/>
                </a:lnTo>
                <a:lnTo>
                  <a:pt x="21259801" y="8141898"/>
                </a:lnTo>
                <a:lnTo>
                  <a:pt x="21259803" y="11049000"/>
                </a:lnTo>
                <a:lnTo>
                  <a:pt x="1" y="11048999"/>
                </a:lnTo>
                <a:lnTo>
                  <a:pt x="1" y="7589810"/>
                </a:lnTo>
                <a:lnTo>
                  <a:pt x="2005112" y="5584698"/>
                </a:lnTo>
                <a:lnTo>
                  <a:pt x="1" y="3579587"/>
                </a:lnTo>
                <a:lnTo>
                  <a:pt x="1" y="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28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E45A193-946A-476B-8F64-305BA1FA6A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56715" y="647700"/>
            <a:ext cx="2239326" cy="5524500"/>
          </a:xfrm>
          <a:custGeom>
            <a:avLst/>
            <a:gdLst>
              <a:gd name="connsiteX0" fmla="*/ 0 w 4479235"/>
              <a:gd name="connsiteY0" fmla="*/ 0 h 11049000"/>
              <a:gd name="connsiteX1" fmla="*/ 4479235 w 4479235"/>
              <a:gd name="connsiteY1" fmla="*/ 0 h 11049000"/>
              <a:gd name="connsiteX2" fmla="*/ 4479235 w 4479235"/>
              <a:gd name="connsiteY2" fmla="*/ 11049000 h 11049000"/>
              <a:gd name="connsiteX3" fmla="*/ 0 w 4479235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11049000">
                <a:moveTo>
                  <a:pt x="0" y="0"/>
                </a:moveTo>
                <a:lnTo>
                  <a:pt x="4479235" y="0"/>
                </a:lnTo>
                <a:lnTo>
                  <a:pt x="4479235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C4729B-341C-4AE9-81FD-6CBFA6263B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9210" y="647700"/>
            <a:ext cx="2239326" cy="2711726"/>
          </a:xfrm>
          <a:custGeom>
            <a:avLst/>
            <a:gdLst>
              <a:gd name="connsiteX0" fmla="*/ 0 w 4479235"/>
              <a:gd name="connsiteY0" fmla="*/ 0 h 5423452"/>
              <a:gd name="connsiteX1" fmla="*/ 4479235 w 4479235"/>
              <a:gd name="connsiteY1" fmla="*/ 0 h 5423452"/>
              <a:gd name="connsiteX2" fmla="*/ 4479235 w 4479235"/>
              <a:gd name="connsiteY2" fmla="*/ 5423452 h 5423452"/>
              <a:gd name="connsiteX3" fmla="*/ 0 w 4479235"/>
              <a:gd name="connsiteY3" fmla="*/ 5423452 h 54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5423452">
                <a:moveTo>
                  <a:pt x="0" y="0"/>
                </a:moveTo>
                <a:lnTo>
                  <a:pt x="4479235" y="0"/>
                </a:lnTo>
                <a:lnTo>
                  <a:pt x="4479235" y="5423452"/>
                </a:lnTo>
                <a:lnTo>
                  <a:pt x="0" y="542345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3C9A88A-638C-43BA-9C93-31A56E47AD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09210" y="3453847"/>
            <a:ext cx="2239326" cy="2711726"/>
          </a:xfrm>
          <a:custGeom>
            <a:avLst/>
            <a:gdLst>
              <a:gd name="connsiteX0" fmla="*/ 0 w 4479235"/>
              <a:gd name="connsiteY0" fmla="*/ 0 h 5423452"/>
              <a:gd name="connsiteX1" fmla="*/ 4479235 w 4479235"/>
              <a:gd name="connsiteY1" fmla="*/ 0 h 5423452"/>
              <a:gd name="connsiteX2" fmla="*/ 4479235 w 4479235"/>
              <a:gd name="connsiteY2" fmla="*/ 5423452 h 5423452"/>
              <a:gd name="connsiteX3" fmla="*/ 0 w 4479235"/>
              <a:gd name="connsiteY3" fmla="*/ 5423452 h 5423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9235" h="5423452">
                <a:moveTo>
                  <a:pt x="0" y="0"/>
                </a:moveTo>
                <a:lnTo>
                  <a:pt x="4479235" y="0"/>
                </a:lnTo>
                <a:lnTo>
                  <a:pt x="4479235" y="5423452"/>
                </a:lnTo>
                <a:lnTo>
                  <a:pt x="0" y="542345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5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A56B7E-4AD2-4409-947D-18DECC0E2602}"/>
              </a:ext>
            </a:extLst>
          </p:cNvPr>
          <p:cNvSpPr/>
          <p:nvPr/>
        </p:nvSpPr>
        <p:spPr>
          <a:xfrm>
            <a:off x="781742" y="666750"/>
            <a:ext cx="10628516" cy="5524500"/>
          </a:xfrm>
          <a:prstGeom prst="rect">
            <a:avLst/>
          </a:prstGeom>
          <a:noFill/>
          <a:ln w="190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822603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66A4359F-16C4-442E-949E-B1CBE5348C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85899" y="647700"/>
            <a:ext cx="7024359" cy="5524500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D8EDEBD-17D3-4DF2-AA7E-AA113622C4F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79525" y="1718056"/>
            <a:ext cx="1160119" cy="871729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881EA14-3A57-4B11-A9FF-1616AF9372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90002" y="1718056"/>
            <a:ext cx="1160119" cy="871729"/>
          </a:xfrm>
          <a:custGeom>
            <a:avLst/>
            <a:gdLst>
              <a:gd name="connsiteX0" fmla="*/ 0 w 2320541"/>
              <a:gd name="connsiteY0" fmla="*/ 0 h 1743457"/>
              <a:gd name="connsiteX1" fmla="*/ 2320541 w 2320541"/>
              <a:gd name="connsiteY1" fmla="*/ 0 h 1743457"/>
              <a:gd name="connsiteX2" fmla="*/ 2320541 w 2320541"/>
              <a:gd name="connsiteY2" fmla="*/ 1743457 h 1743457"/>
              <a:gd name="connsiteX3" fmla="*/ 0 w 2320541"/>
              <a:gd name="connsiteY3" fmla="*/ 1743457 h 174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541" h="1743457">
                <a:moveTo>
                  <a:pt x="0" y="0"/>
                </a:moveTo>
                <a:lnTo>
                  <a:pt x="2320541" y="0"/>
                </a:lnTo>
                <a:lnTo>
                  <a:pt x="2320541" y="1743457"/>
                </a:lnTo>
                <a:lnTo>
                  <a:pt x="0" y="1743457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4456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122FED-B9CE-40D8-846C-33FC451E3876}"/>
              </a:ext>
            </a:extLst>
          </p:cNvPr>
          <p:cNvSpPr/>
          <p:nvPr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bg1">
              <a:alpha val="67000"/>
            </a:schemeClr>
          </a:solidFill>
          <a:ln>
            <a:noFill/>
          </a:ln>
          <a:effectLst>
            <a:outerShdw blurRad="1066800" dist="304800" dir="2700000" algn="tl" rotWithShape="0">
              <a:schemeClr val="accent2">
                <a:lumMod val="50000"/>
                <a:alpha val="6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452C489-EA6E-4BC5-9850-D8537E86C9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19F50EE-1872-42E1-8F57-3DB9C267B31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24581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3BA0F6-5D4B-47F5-9DA5-B602829E29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67419" y="647700"/>
            <a:ext cx="3542839" cy="2781300"/>
          </a:xfrm>
          <a:custGeom>
            <a:avLst/>
            <a:gdLst>
              <a:gd name="connsiteX0" fmla="*/ 0 w 7086600"/>
              <a:gd name="connsiteY0" fmla="*/ 0 h 5562600"/>
              <a:gd name="connsiteX1" fmla="*/ 7086600 w 7086600"/>
              <a:gd name="connsiteY1" fmla="*/ 0 h 5562600"/>
              <a:gd name="connsiteX2" fmla="*/ 7086600 w 7086600"/>
              <a:gd name="connsiteY2" fmla="*/ 5562600 h 5562600"/>
              <a:gd name="connsiteX3" fmla="*/ 0 w 70866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086600" h="5562600">
                <a:moveTo>
                  <a:pt x="0" y="0"/>
                </a:moveTo>
                <a:lnTo>
                  <a:pt x="7086600" y="0"/>
                </a:lnTo>
                <a:lnTo>
                  <a:pt x="7086600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06309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58403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ght Blue">
            <a:extLst>
              <a:ext uri="{FF2B5EF4-FFF2-40B4-BE49-F238E27FC236}">
                <a16:creationId xmlns:a16="http://schemas.microsoft.com/office/drawing/2014/main" id="{737C1824-F0F8-4696-B834-5E2D2D66B4B5}"/>
              </a:ext>
            </a:extLst>
          </p:cNvPr>
          <p:cNvSpPr/>
          <p:nvPr/>
        </p:nvSpPr>
        <p:spPr>
          <a:xfrm rot="11700000">
            <a:off x="-5668882" y="-4635523"/>
            <a:ext cx="15959221" cy="10708345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7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4" name="Pink Purple">
            <a:extLst>
              <a:ext uri="{FF2B5EF4-FFF2-40B4-BE49-F238E27FC236}">
                <a16:creationId xmlns:a16="http://schemas.microsoft.com/office/drawing/2014/main" id="{500985AA-642B-4D7B-8B9E-2F84B87877A6}"/>
              </a:ext>
            </a:extLst>
          </p:cNvPr>
          <p:cNvSpPr/>
          <p:nvPr/>
        </p:nvSpPr>
        <p:spPr>
          <a:xfrm rot="900000">
            <a:off x="-3797587" y="-4098675"/>
            <a:ext cx="10503734" cy="939410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1000">
                <a:schemeClr val="accent2"/>
              </a:gs>
              <a:gs pos="40000">
                <a:schemeClr val="accent3">
                  <a:lumMod val="75000"/>
                </a:schemeClr>
              </a:gs>
              <a:gs pos="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5" name="Purple">
            <a:extLst>
              <a:ext uri="{FF2B5EF4-FFF2-40B4-BE49-F238E27FC236}">
                <a16:creationId xmlns:a16="http://schemas.microsoft.com/office/drawing/2014/main" id="{448C279F-10E9-4C46-A814-3EAAE49164DB}"/>
              </a:ext>
            </a:extLst>
          </p:cNvPr>
          <p:cNvSpPr/>
          <p:nvPr/>
        </p:nvSpPr>
        <p:spPr>
          <a:xfrm rot="15300000">
            <a:off x="1207066" y="-4670724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3000">
                <a:schemeClr val="accent2"/>
              </a:gs>
              <a:gs pos="0">
                <a:schemeClr val="accent2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6" name="Pink">
            <a:extLst>
              <a:ext uri="{FF2B5EF4-FFF2-40B4-BE49-F238E27FC236}">
                <a16:creationId xmlns:a16="http://schemas.microsoft.com/office/drawing/2014/main" id="{B4D9EABA-F71C-441A-8842-306D0D635336}"/>
              </a:ext>
            </a:extLst>
          </p:cNvPr>
          <p:cNvSpPr/>
          <p:nvPr/>
        </p:nvSpPr>
        <p:spPr>
          <a:xfrm rot="9000000">
            <a:off x="285211" y="-2546184"/>
            <a:ext cx="8538604" cy="7636573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7" name="Light Blue">
            <a:extLst>
              <a:ext uri="{FF2B5EF4-FFF2-40B4-BE49-F238E27FC236}">
                <a16:creationId xmlns:a16="http://schemas.microsoft.com/office/drawing/2014/main" id="{DAAA02BD-934D-45D9-8BEE-7910C910F060}"/>
              </a:ext>
            </a:extLst>
          </p:cNvPr>
          <p:cNvSpPr/>
          <p:nvPr/>
        </p:nvSpPr>
        <p:spPr>
          <a:xfrm rot="15300000">
            <a:off x="3663172" y="-3280938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32000"/>
                </a:scheme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E22C8D-264D-45DD-9727-631727A95C16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3441EEE-8DEB-47CE-89B8-E9A1AFC49771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C395E79-7464-461B-BAB4-E9EA0ED82658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A402281-A71B-4254-9374-C33A92A607A8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0331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8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6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9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1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13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7817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A289BE9-3518-4572-9F36-A58461E160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5202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9995F91-8D51-4FF1-A532-B0BD4F0276E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32999" y="2960127"/>
            <a:ext cx="1368815" cy="937747"/>
          </a:xfrm>
          <a:custGeom>
            <a:avLst/>
            <a:gdLst>
              <a:gd name="connsiteX0" fmla="*/ 0 w 2737986"/>
              <a:gd name="connsiteY0" fmla="*/ 0 h 1875494"/>
              <a:gd name="connsiteX1" fmla="*/ 2737986 w 2737986"/>
              <a:gd name="connsiteY1" fmla="*/ 0 h 1875494"/>
              <a:gd name="connsiteX2" fmla="*/ 2737986 w 2737986"/>
              <a:gd name="connsiteY2" fmla="*/ 1875494 h 1875494"/>
              <a:gd name="connsiteX3" fmla="*/ 0 w 2737986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6" h="1875494">
                <a:moveTo>
                  <a:pt x="0" y="0"/>
                </a:moveTo>
                <a:lnTo>
                  <a:pt x="2737986" y="0"/>
                </a:lnTo>
                <a:lnTo>
                  <a:pt x="2737986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AC8D104-8DBC-47C1-B410-760C3B7EC2C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350798" y="2960127"/>
            <a:ext cx="1368814" cy="937747"/>
          </a:xfrm>
          <a:custGeom>
            <a:avLst/>
            <a:gdLst>
              <a:gd name="connsiteX0" fmla="*/ 0 w 2737984"/>
              <a:gd name="connsiteY0" fmla="*/ 0 h 1875494"/>
              <a:gd name="connsiteX1" fmla="*/ 2737984 w 2737984"/>
              <a:gd name="connsiteY1" fmla="*/ 0 h 1875494"/>
              <a:gd name="connsiteX2" fmla="*/ 2737984 w 2737984"/>
              <a:gd name="connsiteY2" fmla="*/ 1875494 h 1875494"/>
              <a:gd name="connsiteX3" fmla="*/ 0 w 2737984"/>
              <a:gd name="connsiteY3" fmla="*/ 1875494 h 1875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7984" h="1875494">
                <a:moveTo>
                  <a:pt x="0" y="0"/>
                </a:moveTo>
                <a:lnTo>
                  <a:pt x="2737984" y="0"/>
                </a:lnTo>
                <a:lnTo>
                  <a:pt x="2737984" y="1875494"/>
                </a:lnTo>
                <a:lnTo>
                  <a:pt x="0" y="187549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34176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CDF241A1-3249-4A50-880D-BD32EE8458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5314259" cy="6858000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5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1449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483D13-6DD3-40B5-B94A-22A72B88E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8960" y="3617088"/>
            <a:ext cx="1281061" cy="1542737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23C6C0-40B2-4B91-8B1C-E3376A7BC5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49199" y="503585"/>
            <a:ext cx="1869580" cy="1855686"/>
          </a:xfrm>
          <a:custGeom>
            <a:avLst/>
            <a:gdLst>
              <a:gd name="connsiteX0" fmla="*/ 0 w 3739647"/>
              <a:gd name="connsiteY0" fmla="*/ 0 h 3711371"/>
              <a:gd name="connsiteX1" fmla="*/ 3739647 w 3739647"/>
              <a:gd name="connsiteY1" fmla="*/ 0 h 3711371"/>
              <a:gd name="connsiteX2" fmla="*/ 3739647 w 3739647"/>
              <a:gd name="connsiteY2" fmla="*/ 3711371 h 3711371"/>
              <a:gd name="connsiteX3" fmla="*/ 0 w 3739647"/>
              <a:gd name="connsiteY3" fmla="*/ 3711371 h 3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3711371">
                <a:moveTo>
                  <a:pt x="0" y="0"/>
                </a:moveTo>
                <a:lnTo>
                  <a:pt x="3739647" y="0"/>
                </a:lnTo>
                <a:lnTo>
                  <a:pt x="3739647" y="3711371"/>
                </a:lnTo>
                <a:lnTo>
                  <a:pt x="0" y="3711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AAA611-0D8A-4CBD-84B9-375447BB51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0055" y="4461938"/>
            <a:ext cx="1869580" cy="1084781"/>
          </a:xfrm>
          <a:custGeom>
            <a:avLst/>
            <a:gdLst>
              <a:gd name="connsiteX0" fmla="*/ 0 w 3739647"/>
              <a:gd name="connsiteY0" fmla="*/ 0 h 2169562"/>
              <a:gd name="connsiteX1" fmla="*/ 3739647 w 3739647"/>
              <a:gd name="connsiteY1" fmla="*/ 0 h 2169562"/>
              <a:gd name="connsiteX2" fmla="*/ 3739647 w 3739647"/>
              <a:gd name="connsiteY2" fmla="*/ 2169562 h 2169562"/>
              <a:gd name="connsiteX3" fmla="*/ 0 w 3739647"/>
              <a:gd name="connsiteY3" fmla="*/ 2169562 h 216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2169562">
                <a:moveTo>
                  <a:pt x="0" y="0"/>
                </a:moveTo>
                <a:lnTo>
                  <a:pt x="3739647" y="0"/>
                </a:lnTo>
                <a:lnTo>
                  <a:pt x="3739647" y="2169562"/>
                </a:lnTo>
                <a:lnTo>
                  <a:pt x="0" y="216956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E5DA75-D57A-445B-800D-4D886BEE4E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14024" y="3731007"/>
            <a:ext cx="1231893" cy="1205416"/>
          </a:xfrm>
          <a:custGeom>
            <a:avLst/>
            <a:gdLst>
              <a:gd name="connsiteX0" fmla="*/ 0 w 2464106"/>
              <a:gd name="connsiteY0" fmla="*/ 0 h 2410831"/>
              <a:gd name="connsiteX1" fmla="*/ 2464106 w 2464106"/>
              <a:gd name="connsiteY1" fmla="*/ 0 h 2410831"/>
              <a:gd name="connsiteX2" fmla="*/ 2464106 w 2464106"/>
              <a:gd name="connsiteY2" fmla="*/ 2410831 h 2410831"/>
              <a:gd name="connsiteX3" fmla="*/ 0 w 2464106"/>
              <a:gd name="connsiteY3" fmla="*/ 2410831 h 241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4106" h="2410831">
                <a:moveTo>
                  <a:pt x="0" y="0"/>
                </a:moveTo>
                <a:lnTo>
                  <a:pt x="2464106" y="0"/>
                </a:lnTo>
                <a:lnTo>
                  <a:pt x="2464106" y="2410831"/>
                </a:lnTo>
                <a:lnTo>
                  <a:pt x="0" y="24108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08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1E21332-A97F-43A7-8DF8-072F9064A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16525" y="5170141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5AD58F5-2ECB-43D8-994C-B84B1B33D3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7185" y="1041102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D9641E-A634-4742-98B2-F131FBB94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3598" y="3608296"/>
            <a:ext cx="1995716" cy="1360940"/>
          </a:xfrm>
          <a:custGeom>
            <a:avLst/>
            <a:gdLst>
              <a:gd name="connsiteX0" fmla="*/ 0 w 3991951"/>
              <a:gd name="connsiteY0" fmla="*/ 0 h 2721879"/>
              <a:gd name="connsiteX1" fmla="*/ 3991951 w 3991951"/>
              <a:gd name="connsiteY1" fmla="*/ 0 h 2721879"/>
              <a:gd name="connsiteX2" fmla="*/ 3991951 w 3991951"/>
              <a:gd name="connsiteY2" fmla="*/ 2721879 h 2721879"/>
              <a:gd name="connsiteX3" fmla="*/ 0 w 3991951"/>
              <a:gd name="connsiteY3" fmla="*/ 2721879 h 27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721879">
                <a:moveTo>
                  <a:pt x="0" y="0"/>
                </a:moveTo>
                <a:lnTo>
                  <a:pt x="3991951" y="0"/>
                </a:lnTo>
                <a:lnTo>
                  <a:pt x="3991951" y="2721879"/>
                </a:lnTo>
                <a:lnTo>
                  <a:pt x="0" y="272187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91391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1483D13-6DD3-40B5-B94A-22A72B88E3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38960" y="3617088"/>
            <a:ext cx="1281061" cy="1542737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223C6C0-40B2-4B91-8B1C-E3376A7BC5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949199" y="503585"/>
            <a:ext cx="1869580" cy="1855686"/>
          </a:xfrm>
          <a:custGeom>
            <a:avLst/>
            <a:gdLst>
              <a:gd name="connsiteX0" fmla="*/ 0 w 3739647"/>
              <a:gd name="connsiteY0" fmla="*/ 0 h 3711371"/>
              <a:gd name="connsiteX1" fmla="*/ 3739647 w 3739647"/>
              <a:gd name="connsiteY1" fmla="*/ 0 h 3711371"/>
              <a:gd name="connsiteX2" fmla="*/ 3739647 w 3739647"/>
              <a:gd name="connsiteY2" fmla="*/ 3711371 h 3711371"/>
              <a:gd name="connsiteX3" fmla="*/ 0 w 3739647"/>
              <a:gd name="connsiteY3" fmla="*/ 3711371 h 3711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3711371">
                <a:moveTo>
                  <a:pt x="0" y="0"/>
                </a:moveTo>
                <a:lnTo>
                  <a:pt x="3739647" y="0"/>
                </a:lnTo>
                <a:lnTo>
                  <a:pt x="3739647" y="3711371"/>
                </a:lnTo>
                <a:lnTo>
                  <a:pt x="0" y="371137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0AAA611-0D8A-4CBD-84B9-375447BB51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0055" y="4461938"/>
            <a:ext cx="1869580" cy="1084781"/>
          </a:xfrm>
          <a:custGeom>
            <a:avLst/>
            <a:gdLst>
              <a:gd name="connsiteX0" fmla="*/ 0 w 3739647"/>
              <a:gd name="connsiteY0" fmla="*/ 0 h 2169562"/>
              <a:gd name="connsiteX1" fmla="*/ 3739647 w 3739647"/>
              <a:gd name="connsiteY1" fmla="*/ 0 h 2169562"/>
              <a:gd name="connsiteX2" fmla="*/ 3739647 w 3739647"/>
              <a:gd name="connsiteY2" fmla="*/ 2169562 h 2169562"/>
              <a:gd name="connsiteX3" fmla="*/ 0 w 3739647"/>
              <a:gd name="connsiteY3" fmla="*/ 2169562 h 2169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9647" h="2169562">
                <a:moveTo>
                  <a:pt x="0" y="0"/>
                </a:moveTo>
                <a:lnTo>
                  <a:pt x="3739647" y="0"/>
                </a:lnTo>
                <a:lnTo>
                  <a:pt x="3739647" y="2169562"/>
                </a:lnTo>
                <a:lnTo>
                  <a:pt x="0" y="2169562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EE5DA75-D57A-445B-800D-4D886BEE4E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314024" y="3731007"/>
            <a:ext cx="1231893" cy="1205416"/>
          </a:xfrm>
          <a:custGeom>
            <a:avLst/>
            <a:gdLst>
              <a:gd name="connsiteX0" fmla="*/ 0 w 2464106"/>
              <a:gd name="connsiteY0" fmla="*/ 0 h 2410831"/>
              <a:gd name="connsiteX1" fmla="*/ 2464106 w 2464106"/>
              <a:gd name="connsiteY1" fmla="*/ 0 h 2410831"/>
              <a:gd name="connsiteX2" fmla="*/ 2464106 w 2464106"/>
              <a:gd name="connsiteY2" fmla="*/ 2410831 h 2410831"/>
              <a:gd name="connsiteX3" fmla="*/ 0 w 2464106"/>
              <a:gd name="connsiteY3" fmla="*/ 2410831 h 2410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4106" h="2410831">
                <a:moveTo>
                  <a:pt x="0" y="0"/>
                </a:moveTo>
                <a:lnTo>
                  <a:pt x="2464106" y="0"/>
                </a:lnTo>
                <a:lnTo>
                  <a:pt x="2464106" y="2410831"/>
                </a:lnTo>
                <a:lnTo>
                  <a:pt x="0" y="241083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582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1E21332-A97F-43A7-8DF8-072F9064AA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16525" y="5170141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5AD58F5-2ECB-43D8-994C-B84B1B33D3E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7185" y="1041102"/>
            <a:ext cx="1995716" cy="1122590"/>
          </a:xfrm>
          <a:custGeom>
            <a:avLst/>
            <a:gdLst>
              <a:gd name="connsiteX0" fmla="*/ 0 w 3991951"/>
              <a:gd name="connsiteY0" fmla="*/ 0 h 2245180"/>
              <a:gd name="connsiteX1" fmla="*/ 3991951 w 3991951"/>
              <a:gd name="connsiteY1" fmla="*/ 0 h 2245180"/>
              <a:gd name="connsiteX2" fmla="*/ 3991951 w 3991951"/>
              <a:gd name="connsiteY2" fmla="*/ 2245180 h 2245180"/>
              <a:gd name="connsiteX3" fmla="*/ 0 w 3991951"/>
              <a:gd name="connsiteY3" fmla="*/ 2245180 h 2245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245180">
                <a:moveTo>
                  <a:pt x="0" y="0"/>
                </a:moveTo>
                <a:lnTo>
                  <a:pt x="3991951" y="0"/>
                </a:lnTo>
                <a:lnTo>
                  <a:pt x="3991951" y="2245180"/>
                </a:lnTo>
                <a:lnTo>
                  <a:pt x="0" y="224518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ED9641E-A634-4742-98B2-F131FBB94E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3598" y="3608296"/>
            <a:ext cx="1995716" cy="1360940"/>
          </a:xfrm>
          <a:custGeom>
            <a:avLst/>
            <a:gdLst>
              <a:gd name="connsiteX0" fmla="*/ 0 w 3991951"/>
              <a:gd name="connsiteY0" fmla="*/ 0 h 2721879"/>
              <a:gd name="connsiteX1" fmla="*/ 3991951 w 3991951"/>
              <a:gd name="connsiteY1" fmla="*/ 0 h 2721879"/>
              <a:gd name="connsiteX2" fmla="*/ 3991951 w 3991951"/>
              <a:gd name="connsiteY2" fmla="*/ 2721879 h 2721879"/>
              <a:gd name="connsiteX3" fmla="*/ 0 w 3991951"/>
              <a:gd name="connsiteY3" fmla="*/ 2721879 h 27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1951" h="2721879">
                <a:moveTo>
                  <a:pt x="0" y="0"/>
                </a:moveTo>
                <a:lnTo>
                  <a:pt x="3991951" y="0"/>
                </a:lnTo>
                <a:lnTo>
                  <a:pt x="3991951" y="2721879"/>
                </a:lnTo>
                <a:lnTo>
                  <a:pt x="0" y="272187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33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theme" Target="../theme/theme4.xml"/><Relationship Id="rId8" Type="http://schemas.openxmlformats.org/officeDocument/2006/relationships/slideLayout" Target="../slideLayouts/slideLayout3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7.xml"/><Relationship Id="rId7" Type="http://schemas.openxmlformats.org/officeDocument/2006/relationships/hyperlink" Target="https://twitter.com/" TargetMode="Externa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hyperlink" Target="https://www.linkedin.com/" TargetMode="External"/><Relationship Id="rId5" Type="http://schemas.openxmlformats.org/officeDocument/2006/relationships/hyperlink" Target="https://www.facebook.com/" TargetMode="External"/><Relationship Id="rId4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55A70E-BB19-3BC7-C8D1-0866EEDF5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98ABB-ECBA-F66B-B6E1-7F75D134A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6AE59-622C-B57A-2DB1-A8E707B02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DB427-22B4-9C45-97CD-54EFCF10158A}" type="datetimeFigureOut">
              <a:rPr lang="en-US" smtClean="0"/>
              <a:t>8/27/24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00867-DA11-9D58-835D-051F4E3610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9EB92-A06D-535C-2172-5FAB84D75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571A4-3F94-A74C-9832-B97242E8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4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6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9847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1066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64" r:id="rId9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ght Blue">
            <a:extLst>
              <a:ext uri="{FF2B5EF4-FFF2-40B4-BE49-F238E27FC236}">
                <a16:creationId xmlns:a16="http://schemas.microsoft.com/office/drawing/2014/main" id="{D388DFEE-482F-430F-8764-822541B3C711}"/>
              </a:ext>
            </a:extLst>
          </p:cNvPr>
          <p:cNvSpPr/>
          <p:nvPr/>
        </p:nvSpPr>
        <p:spPr>
          <a:xfrm rot="11700000">
            <a:off x="-4544341" y="83911"/>
            <a:ext cx="15959221" cy="10708345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7000">
                <a:schemeClr val="accent2"/>
              </a:gs>
              <a:gs pos="0">
                <a:schemeClr val="accent1">
                  <a:lumMod val="40000"/>
                  <a:lumOff val="60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6" name="Pink Purple">
            <a:extLst>
              <a:ext uri="{FF2B5EF4-FFF2-40B4-BE49-F238E27FC236}">
                <a16:creationId xmlns:a16="http://schemas.microsoft.com/office/drawing/2014/main" id="{FBBAE8E4-5822-4697-9CB0-416C2285D412}"/>
              </a:ext>
            </a:extLst>
          </p:cNvPr>
          <p:cNvSpPr/>
          <p:nvPr/>
        </p:nvSpPr>
        <p:spPr>
          <a:xfrm rot="900000">
            <a:off x="-2008543" y="-4096517"/>
            <a:ext cx="10503734" cy="939410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1000">
                <a:schemeClr val="accent2"/>
              </a:gs>
              <a:gs pos="40000">
                <a:schemeClr val="accent3">
                  <a:lumMod val="75000"/>
                </a:schemeClr>
              </a:gs>
              <a:gs pos="0">
                <a:schemeClr val="accent3">
                  <a:lumMod val="75000"/>
                </a:schemeClr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7" name="Purple">
            <a:extLst>
              <a:ext uri="{FF2B5EF4-FFF2-40B4-BE49-F238E27FC236}">
                <a16:creationId xmlns:a16="http://schemas.microsoft.com/office/drawing/2014/main" id="{BE8684E9-46AD-4F7B-B7A2-C0E291C667C5}"/>
              </a:ext>
            </a:extLst>
          </p:cNvPr>
          <p:cNvSpPr/>
          <p:nvPr/>
        </p:nvSpPr>
        <p:spPr>
          <a:xfrm rot="15300000">
            <a:off x="1207066" y="-4670724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3000">
                <a:schemeClr val="accent2"/>
              </a:gs>
              <a:gs pos="0">
                <a:schemeClr val="accent2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8" name="Pink">
            <a:extLst>
              <a:ext uri="{FF2B5EF4-FFF2-40B4-BE49-F238E27FC236}">
                <a16:creationId xmlns:a16="http://schemas.microsoft.com/office/drawing/2014/main" id="{A0C126FD-D78B-4C2F-97BE-020A3C75E44A}"/>
              </a:ext>
            </a:extLst>
          </p:cNvPr>
          <p:cNvSpPr/>
          <p:nvPr/>
        </p:nvSpPr>
        <p:spPr>
          <a:xfrm rot="9000000">
            <a:off x="285211" y="-2546184"/>
            <a:ext cx="8538604" cy="7636573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70000">
                <a:schemeClr val="accent3">
                  <a:lumMod val="75000"/>
                </a:schemeClr>
              </a:gs>
              <a:gs pos="0">
                <a:schemeClr val="accent3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9" name="Light Blue">
            <a:extLst>
              <a:ext uri="{FF2B5EF4-FFF2-40B4-BE49-F238E27FC236}">
                <a16:creationId xmlns:a16="http://schemas.microsoft.com/office/drawing/2014/main" id="{251649C5-3386-4361-95CE-44792724EF40}"/>
              </a:ext>
            </a:extLst>
          </p:cNvPr>
          <p:cNvSpPr/>
          <p:nvPr userDrawn="1"/>
        </p:nvSpPr>
        <p:spPr>
          <a:xfrm rot="15300000">
            <a:off x="3663172" y="-3280938"/>
            <a:ext cx="15008936" cy="13419874"/>
          </a:xfrm>
          <a:custGeom>
            <a:avLst/>
            <a:gdLst>
              <a:gd name="connsiteX0" fmla="*/ 7866683 w 8105775"/>
              <a:gd name="connsiteY0" fmla="*/ 3469179 h 7248525"/>
              <a:gd name="connsiteX1" fmla="*/ 6844650 w 8105775"/>
              <a:gd name="connsiteY1" fmla="*/ 1416541 h 7248525"/>
              <a:gd name="connsiteX2" fmla="*/ 5800711 w 8105775"/>
              <a:gd name="connsiteY2" fmla="*/ 430704 h 7248525"/>
              <a:gd name="connsiteX3" fmla="*/ 1604948 w 8105775"/>
              <a:gd name="connsiteY3" fmla="*/ 1225089 h 7248525"/>
              <a:gd name="connsiteX4" fmla="*/ 8558 w 8105775"/>
              <a:gd name="connsiteY4" fmla="*/ 4330239 h 7248525"/>
              <a:gd name="connsiteX5" fmla="*/ 1055355 w 8105775"/>
              <a:gd name="connsiteY5" fmla="*/ 6109509 h 7248525"/>
              <a:gd name="connsiteX6" fmla="*/ 2590785 w 8105775"/>
              <a:gd name="connsiteY6" fmla="*/ 6781022 h 7248525"/>
              <a:gd name="connsiteX7" fmla="*/ 4990133 w 8105775"/>
              <a:gd name="connsiteY7" fmla="*/ 7234412 h 7248525"/>
              <a:gd name="connsiteX8" fmla="*/ 6442696 w 8105775"/>
              <a:gd name="connsiteY8" fmla="*/ 7103919 h 7248525"/>
              <a:gd name="connsiteX9" fmla="*/ 7065631 w 8105775"/>
              <a:gd name="connsiteY9" fmla="*/ 6813406 h 7248525"/>
              <a:gd name="connsiteX10" fmla="*/ 7575218 w 8105775"/>
              <a:gd name="connsiteY10" fmla="*/ 6330489 h 7248525"/>
              <a:gd name="connsiteX11" fmla="*/ 8074328 w 8105775"/>
              <a:gd name="connsiteY11" fmla="*/ 5337031 h 7248525"/>
              <a:gd name="connsiteX12" fmla="*/ 8036228 w 8105775"/>
              <a:gd name="connsiteY12" fmla="*/ 4195937 h 7248525"/>
              <a:gd name="connsiteX13" fmla="*/ 7866683 w 8105775"/>
              <a:gd name="connsiteY13" fmla="*/ 3469179 h 7248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105775" h="7248525">
                <a:moveTo>
                  <a:pt x="7866683" y="3469179"/>
                </a:moveTo>
                <a:cubicBezTo>
                  <a:pt x="7655228" y="2729086"/>
                  <a:pt x="7324711" y="2029951"/>
                  <a:pt x="6844650" y="1416541"/>
                </a:cubicBezTo>
                <a:cubicBezTo>
                  <a:pt x="6549375" y="1038399"/>
                  <a:pt x="6199808" y="699309"/>
                  <a:pt x="5800711" y="430704"/>
                </a:cubicBezTo>
                <a:cubicBezTo>
                  <a:pt x="4204321" y="-641811"/>
                  <a:pt x="2276460" y="544051"/>
                  <a:pt x="1604948" y="1225089"/>
                </a:cubicBezTo>
                <a:cubicBezTo>
                  <a:pt x="933435" y="1906126"/>
                  <a:pt x="-104790" y="3310111"/>
                  <a:pt x="8558" y="4330239"/>
                </a:cubicBezTo>
                <a:cubicBezTo>
                  <a:pt x="121905" y="5350367"/>
                  <a:pt x="583868" y="5796137"/>
                  <a:pt x="1055355" y="6109509"/>
                </a:cubicBezTo>
                <a:cubicBezTo>
                  <a:pt x="1526843" y="6423834"/>
                  <a:pt x="2328848" y="6711489"/>
                  <a:pt x="2590785" y="6781022"/>
                </a:cubicBezTo>
                <a:cubicBezTo>
                  <a:pt x="2852723" y="6850554"/>
                  <a:pt x="4212893" y="7164879"/>
                  <a:pt x="4990133" y="7234412"/>
                </a:cubicBezTo>
                <a:cubicBezTo>
                  <a:pt x="5474003" y="7278226"/>
                  <a:pt x="5975971" y="7243937"/>
                  <a:pt x="6442696" y="7103919"/>
                </a:cubicBezTo>
                <a:cubicBezTo>
                  <a:pt x="6659866" y="7039149"/>
                  <a:pt x="6885608" y="6952472"/>
                  <a:pt x="7065631" y="6813406"/>
                </a:cubicBezTo>
                <a:cubicBezTo>
                  <a:pt x="7251368" y="6670531"/>
                  <a:pt x="7423771" y="6509559"/>
                  <a:pt x="7575218" y="6330489"/>
                </a:cubicBezTo>
                <a:cubicBezTo>
                  <a:pt x="7816200" y="6043787"/>
                  <a:pt x="8001938" y="5706601"/>
                  <a:pt x="8074328" y="5337031"/>
                </a:cubicBezTo>
                <a:cubicBezTo>
                  <a:pt x="8147671" y="4960794"/>
                  <a:pt x="8104808" y="4572174"/>
                  <a:pt x="8036228" y="4195937"/>
                </a:cubicBezTo>
                <a:cubicBezTo>
                  <a:pt x="7990508" y="3951144"/>
                  <a:pt x="7935263" y="3708256"/>
                  <a:pt x="7866683" y="3469179"/>
                </a:cubicBezTo>
                <a:close/>
              </a:path>
            </a:pathLst>
          </a:custGeom>
          <a:gradFill>
            <a:gsLst>
              <a:gs pos="80000">
                <a:schemeClr val="accent2">
                  <a:alpha val="32000"/>
                </a:schemeClr>
              </a:gs>
              <a:gs pos="0">
                <a:schemeClr val="accent1"/>
              </a:gs>
            </a:gsLst>
            <a:path path="circle">
              <a:fillToRect l="50000" t="50000" r="50000" b="50000"/>
            </a:path>
          </a:gradFill>
          <a:ln w="9525" cap="flat">
            <a:noFill/>
            <a:prstDash val="solid"/>
            <a:miter/>
          </a:ln>
          <a:effectLst>
            <a:softEdge rad="1270000"/>
          </a:effectLst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B9C493A-C0C5-433E-B0C9-73E5F353A3AD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95DFE2E-B2E5-466B-B1CC-C85DE1401518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E24D81-6663-4CF8-857E-F1F0413B3577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DEAE338-FF37-4E7C-8B4D-BAA7F448833A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bg1"/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10433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  <p:sldLayoutId id="2147483748" r:id="rId25"/>
    <p:sldLayoutId id="2147483749" r:id="rId26"/>
    <p:sldLayoutId id="2147483750" r:id="rId27"/>
    <p:sldLayoutId id="2147483751" r:id="rId28"/>
    <p:sldLayoutId id="2147483752" r:id="rId29"/>
    <p:sldLayoutId id="2147483753" r:id="rId30"/>
    <p:sldLayoutId id="2147483754" r:id="rId31"/>
    <p:sldLayoutId id="2147483755" r:id="rId32"/>
    <p:sldLayoutId id="2147483756" r:id="rId33"/>
    <p:sldLayoutId id="2147483757" r:id="rId34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00000"/>
          </p15:clr>
        </p15:guide>
        <p15:guide id="2" pos="7681">
          <p15:clr>
            <a:srgbClr val="000000"/>
          </p15:clr>
        </p15:guide>
        <p15:guide id="3" orient="horz" pos="816">
          <p15:clr>
            <a:srgbClr val="000000"/>
          </p15:clr>
        </p15:guide>
        <p15:guide id="4" orient="horz" pos="7776">
          <p15:clr>
            <a:srgbClr val="000000"/>
          </p15:clr>
        </p15:guide>
        <p15:guide id="5" pos="14377">
          <p15:clr>
            <a:srgbClr val="000000"/>
          </p15:clr>
        </p15:guide>
        <p15:guide id="6" pos="985">
          <p15:clr>
            <a:srgbClr val="000000"/>
          </p15:clr>
        </p15:guide>
        <p15:guide id="7">
          <p15:clr>
            <a:srgbClr val="FFFFFF"/>
          </p15:clr>
        </p15:guide>
        <p15:guide id="8" pos="15362">
          <p15:clr>
            <a:srgbClr val="FFFFFF"/>
          </p15:clr>
        </p15:guide>
        <p15:guide id="9" orient="horz">
          <p15:clr>
            <a:srgbClr val="FFFFFF"/>
          </p15:clr>
        </p15:guide>
        <p15:guide id="10" orient="horz" pos="8640">
          <p15:clr>
            <a:srgbClr val="FFFFFF"/>
          </p15:clr>
        </p15:guide>
        <p15:guide id="11" pos="4321">
          <p15:clr>
            <a:srgbClr val="F26B43"/>
          </p15:clr>
        </p15:guide>
        <p15:guide id="12" pos="1104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DC360901-01AD-4430-8498-AB1A082771C1}"/>
              </a:ext>
            </a:extLst>
          </p:cNvPr>
          <p:cNvSpPr/>
          <p:nvPr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1BF17D6-2B7C-4C41-8849-23DB4B7E1C12}"/>
              </a:ext>
            </a:extLst>
          </p:cNvPr>
          <p:cNvSpPr/>
          <p:nvPr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A9D41FB-1A1C-4F29-8C1E-719377825060}"/>
              </a:ext>
            </a:extLst>
          </p:cNvPr>
          <p:cNvSpPr/>
          <p:nvPr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79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6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194740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9A9AFC40-C19C-466C-9791-7DEB2FEE23C0}"/>
              </a:ext>
            </a:extLst>
          </p:cNvPr>
          <p:cNvSpPr txBox="1">
            <a:spLocks/>
          </p:cNvSpPr>
          <p:nvPr userDrawn="1"/>
        </p:nvSpPr>
        <p:spPr>
          <a:xfrm>
            <a:off x="11713226" y="6367063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  <a:pPr algn="ctr"/>
              <a:t>‹#›</a:t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3377304C-9DD4-4699-B378-674485569779}"/>
              </a:ext>
            </a:extLst>
          </p:cNvPr>
          <p:cNvGrpSpPr/>
          <p:nvPr userDrawn="1"/>
        </p:nvGrpSpPr>
        <p:grpSpPr>
          <a:xfrm rot="5400000">
            <a:off x="382719" y="168046"/>
            <a:ext cx="51412" cy="349023"/>
            <a:chOff x="729638" y="739163"/>
            <a:chExt cx="102824" cy="698136"/>
          </a:xfrm>
        </p:grpSpPr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49B4F256-E5E5-4514-8124-346326987216}"/>
                </a:ext>
              </a:extLst>
            </p:cNvPr>
            <p:cNvSpPr/>
            <p:nvPr userDrawn="1"/>
          </p:nvSpPr>
          <p:spPr>
            <a:xfrm>
              <a:off x="729638" y="739163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A30C5FF0-DC40-4A68-B3DD-90F08B400541}"/>
                </a:ext>
              </a:extLst>
            </p:cNvPr>
            <p:cNvSpPr/>
            <p:nvPr userDrawn="1"/>
          </p:nvSpPr>
          <p:spPr>
            <a:xfrm>
              <a:off x="729638" y="1036819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B42FAED1-C994-470E-BF49-B9FD43CAE860}"/>
                </a:ext>
              </a:extLst>
            </p:cNvPr>
            <p:cNvSpPr/>
            <p:nvPr userDrawn="1"/>
          </p:nvSpPr>
          <p:spPr>
            <a:xfrm>
              <a:off x="729638" y="1334475"/>
              <a:ext cx="102824" cy="102824"/>
            </a:xfrm>
            <a:prstGeom prst="ellipse">
              <a:avLst/>
            </a:prstGeom>
            <a:solidFill>
              <a:schemeClr val="tx1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8D6EF99-2261-4A33-BFDC-F85D8018D105}"/>
              </a:ext>
            </a:extLst>
          </p:cNvPr>
          <p:cNvGrpSpPr/>
          <p:nvPr userDrawn="1"/>
        </p:nvGrpSpPr>
        <p:grpSpPr>
          <a:xfrm>
            <a:off x="273255" y="6371877"/>
            <a:ext cx="959735" cy="338554"/>
            <a:chOff x="419801" y="12432367"/>
            <a:chExt cx="2810663" cy="99135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3BE2B59-8B4A-4E5D-9555-3FC89304D852}"/>
                </a:ext>
              </a:extLst>
            </p:cNvPr>
            <p:cNvGrpSpPr/>
            <p:nvPr userDrawn="1"/>
          </p:nvGrpSpPr>
          <p:grpSpPr>
            <a:xfrm>
              <a:off x="1381032" y="12432367"/>
              <a:ext cx="855345" cy="991354"/>
              <a:chOff x="389286" y="11796965"/>
              <a:chExt cx="855345" cy="991354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FFF78A7-4851-488C-8636-F46434A7D00C}"/>
                  </a:ext>
                </a:extLst>
              </p:cNvPr>
              <p:cNvSpPr/>
              <p:nvPr userDrawn="1"/>
            </p:nvSpPr>
            <p:spPr>
              <a:xfrm>
                <a:off x="389286" y="11796965"/>
                <a:ext cx="855345" cy="991354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tx1">
                        <a:lumMod val="25000"/>
                        <a:lumOff val="75000"/>
                      </a:schemeClr>
                    </a:solidFill>
                    <a:latin typeface="Designball-Social-01" pitchFamily="2" charset="0"/>
                  </a:rPr>
                  <a:t>b</a:t>
                </a:r>
              </a:p>
            </p:txBody>
          </p:sp>
          <p:sp>
            <p:nvSpPr>
              <p:cNvPr id="18" name="Rectangle 17">
                <a:hlinkClick r:id="rId5"/>
                <a:extLst>
                  <a:ext uri="{FF2B5EF4-FFF2-40B4-BE49-F238E27FC236}">
                    <a16:creationId xmlns:a16="http://schemas.microsoft.com/office/drawing/2014/main" id="{FB2E8F8A-90DB-4F91-8F4F-B8DEB8A1B15E}"/>
                  </a:ext>
                </a:extLst>
              </p:cNvPr>
              <p:cNvSpPr/>
              <p:nvPr userDrawn="1"/>
            </p:nvSpPr>
            <p:spPr>
              <a:xfrm>
                <a:off x="650477" y="12075298"/>
                <a:ext cx="332961" cy="443947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tx1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61E27D6-044C-4076-8195-DA9025F4A7B1}"/>
                </a:ext>
              </a:extLst>
            </p:cNvPr>
            <p:cNvGrpSpPr/>
            <p:nvPr userDrawn="1"/>
          </p:nvGrpSpPr>
          <p:grpSpPr>
            <a:xfrm>
              <a:off x="2370429" y="12432367"/>
              <a:ext cx="860035" cy="991354"/>
              <a:chOff x="386939" y="11161563"/>
              <a:chExt cx="860035" cy="99135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80ADE3C-7418-43C2-BA3C-6E4E35968B67}"/>
                  </a:ext>
                </a:extLst>
              </p:cNvPr>
              <p:cNvSpPr/>
              <p:nvPr userDrawn="1"/>
            </p:nvSpPr>
            <p:spPr>
              <a:xfrm>
                <a:off x="386939" y="11161563"/>
                <a:ext cx="860035" cy="991354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tx1">
                        <a:lumMod val="25000"/>
                        <a:lumOff val="75000"/>
                      </a:schemeClr>
                    </a:solidFill>
                    <a:latin typeface="Designball-Social-01" pitchFamily="2" charset="0"/>
                  </a:rPr>
                  <a:t>C</a:t>
                </a:r>
              </a:p>
            </p:txBody>
          </p:sp>
          <p:sp>
            <p:nvSpPr>
              <p:cNvPr id="19" name="Rectangle 18">
                <a:hlinkClick r:id="rId6"/>
                <a:extLst>
                  <a:ext uri="{FF2B5EF4-FFF2-40B4-BE49-F238E27FC236}">
                    <a16:creationId xmlns:a16="http://schemas.microsoft.com/office/drawing/2014/main" id="{84ED7DF4-489F-425D-A6A4-5197C912843C}"/>
                  </a:ext>
                </a:extLst>
              </p:cNvPr>
              <p:cNvSpPr/>
              <p:nvPr userDrawn="1"/>
            </p:nvSpPr>
            <p:spPr>
              <a:xfrm>
                <a:off x="650477" y="11444528"/>
                <a:ext cx="332961" cy="443947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tx1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BC24665-6714-4317-BBEC-C0E62FD3FDE3}"/>
                </a:ext>
              </a:extLst>
            </p:cNvPr>
            <p:cNvGrpSpPr/>
            <p:nvPr userDrawn="1"/>
          </p:nvGrpSpPr>
          <p:grpSpPr>
            <a:xfrm>
              <a:off x="419801" y="12432367"/>
              <a:ext cx="794318" cy="991354"/>
              <a:chOff x="419801" y="12432368"/>
              <a:chExt cx="794318" cy="991354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EE5DFFED-3D42-43F3-9722-028625CC3B3B}"/>
                  </a:ext>
                </a:extLst>
              </p:cNvPr>
              <p:cNvSpPr/>
              <p:nvPr userDrawn="1"/>
            </p:nvSpPr>
            <p:spPr>
              <a:xfrm>
                <a:off x="419801" y="12432368"/>
                <a:ext cx="794318" cy="991354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sz="1600">
                    <a:solidFill>
                      <a:schemeClr val="tx1">
                        <a:lumMod val="25000"/>
                        <a:lumOff val="75000"/>
                      </a:schemeClr>
                    </a:solidFill>
                    <a:latin typeface="Designball-Social-01" pitchFamily="2" charset="0"/>
                  </a:rPr>
                  <a:t>c</a:t>
                </a:r>
              </a:p>
            </p:txBody>
          </p:sp>
          <p:sp>
            <p:nvSpPr>
              <p:cNvPr id="20" name="Rectangle 19">
                <a:hlinkClick r:id="rId7"/>
                <a:extLst>
                  <a:ext uri="{FF2B5EF4-FFF2-40B4-BE49-F238E27FC236}">
                    <a16:creationId xmlns:a16="http://schemas.microsoft.com/office/drawing/2014/main" id="{21293EB2-A110-4B89-B307-ADCAD1938FBD}"/>
                  </a:ext>
                </a:extLst>
              </p:cNvPr>
              <p:cNvSpPr/>
              <p:nvPr userDrawn="1"/>
            </p:nvSpPr>
            <p:spPr>
              <a:xfrm>
                <a:off x="650477" y="12706070"/>
                <a:ext cx="332961" cy="443947"/>
              </a:xfrm>
              <a:prstGeom prst="rect">
                <a:avLst/>
              </a:prstGeom>
              <a:solidFill>
                <a:schemeClr val="bg2">
                  <a:alpha val="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>
                  <a:solidFill>
                    <a:schemeClr val="tx1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325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</p:sldLayoutIdLst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54" indent="-228554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6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71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80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89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97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4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F26B43"/>
          </p15:clr>
        </p15:guide>
        <p15:guide id="2" pos="7681">
          <p15:clr>
            <a:srgbClr val="F26B43"/>
          </p15:clr>
        </p15:guide>
        <p15:guide id="3" orient="horz" pos="816">
          <p15:clr>
            <a:srgbClr val="F26B43"/>
          </p15:clr>
        </p15:guide>
        <p15:guide id="4" orient="horz" pos="7776">
          <p15:clr>
            <a:srgbClr val="F26B43"/>
          </p15:clr>
        </p15:guide>
        <p15:guide id="5" pos="14377">
          <p15:clr>
            <a:srgbClr val="F26B43"/>
          </p15:clr>
        </p15:guide>
        <p15:guide id="6" pos="9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gleaningideas.com/" TargetMode="External"/><Relationship Id="rId5" Type="http://schemas.openxmlformats.org/officeDocument/2006/relationships/hyperlink" Target="mailto:rob.barker@glean.co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4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9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2.xml"/><Relationship Id="rId1" Type="http://schemas.openxmlformats.org/officeDocument/2006/relationships/themeOverride" Target="../theme/themeOverr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95E4566-52CE-49FA-A32C-F74CEBDBF8F6}"/>
              </a:ext>
            </a:extLst>
          </p:cNvPr>
          <p:cNvGrpSpPr/>
          <p:nvPr/>
        </p:nvGrpSpPr>
        <p:grpSpPr>
          <a:xfrm>
            <a:off x="7953479" y="1722373"/>
            <a:ext cx="1011977" cy="904230"/>
            <a:chOff x="5394326" y="5557838"/>
            <a:chExt cx="1520825" cy="1358900"/>
          </a:xfrm>
        </p:grpSpPr>
        <p:sp>
          <p:nvSpPr>
            <p:cNvPr id="17" name="Freeform 40">
              <a:extLst>
                <a:ext uri="{FF2B5EF4-FFF2-40B4-BE49-F238E27FC236}">
                  <a16:creationId xmlns:a16="http://schemas.microsoft.com/office/drawing/2014/main" id="{3B16C79F-0359-47E4-A32C-594EB1B0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3238" y="5721351"/>
              <a:ext cx="868363" cy="928688"/>
            </a:xfrm>
            <a:custGeom>
              <a:avLst/>
              <a:gdLst>
                <a:gd name="T0" fmla="*/ 317 w 579"/>
                <a:gd name="T1" fmla="*/ 98 h 618"/>
                <a:gd name="T2" fmla="*/ 579 w 579"/>
                <a:gd name="T3" fmla="*/ 143 h 618"/>
                <a:gd name="T4" fmla="*/ 537 w 579"/>
                <a:gd name="T5" fmla="*/ 106 h 618"/>
                <a:gd name="T6" fmla="*/ 106 w 579"/>
                <a:gd name="T7" fmla="*/ 183 h 618"/>
                <a:gd name="T8" fmla="*/ 92 w 579"/>
                <a:gd name="T9" fmla="*/ 555 h 618"/>
                <a:gd name="T10" fmla="*/ 159 w 579"/>
                <a:gd name="T11" fmla="*/ 618 h 618"/>
                <a:gd name="T12" fmla="*/ 317 w 579"/>
                <a:gd name="T13" fmla="*/ 98 h 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9" h="618">
                  <a:moveTo>
                    <a:pt x="317" y="98"/>
                  </a:moveTo>
                  <a:cubicBezTo>
                    <a:pt x="418" y="64"/>
                    <a:pt x="515" y="87"/>
                    <a:pt x="579" y="143"/>
                  </a:cubicBezTo>
                  <a:cubicBezTo>
                    <a:pt x="537" y="106"/>
                    <a:pt x="537" y="106"/>
                    <a:pt x="537" y="106"/>
                  </a:cubicBezTo>
                  <a:cubicBezTo>
                    <a:pt x="417" y="0"/>
                    <a:pt x="217" y="36"/>
                    <a:pt x="106" y="183"/>
                  </a:cubicBezTo>
                  <a:cubicBezTo>
                    <a:pt x="13" y="304"/>
                    <a:pt x="12" y="458"/>
                    <a:pt x="92" y="555"/>
                  </a:cubicBezTo>
                  <a:cubicBezTo>
                    <a:pt x="107" y="573"/>
                    <a:pt x="113" y="577"/>
                    <a:pt x="159" y="618"/>
                  </a:cubicBezTo>
                  <a:cubicBezTo>
                    <a:pt x="0" y="476"/>
                    <a:pt x="79" y="177"/>
                    <a:pt x="317" y="9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8" name="Freeform 41">
              <a:extLst>
                <a:ext uri="{FF2B5EF4-FFF2-40B4-BE49-F238E27FC236}">
                  <a16:creationId xmlns:a16="http://schemas.microsoft.com/office/drawing/2014/main" id="{41FABCBF-DC0A-4685-BC61-DB0FE2C81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8326" y="5756276"/>
              <a:ext cx="1266825" cy="1152525"/>
            </a:xfrm>
            <a:custGeom>
              <a:avLst/>
              <a:gdLst>
                <a:gd name="T0" fmla="*/ 639 w 844"/>
                <a:gd name="T1" fmla="*/ 68 h 767"/>
                <a:gd name="T2" fmla="*/ 566 w 844"/>
                <a:gd name="T3" fmla="*/ 0 h 767"/>
                <a:gd name="T4" fmla="*/ 247 w 844"/>
                <a:gd name="T5" fmla="*/ 723 h 767"/>
                <a:gd name="T6" fmla="*/ 0 w 844"/>
                <a:gd name="T7" fmla="*/ 641 h 767"/>
                <a:gd name="T8" fmla="*/ 42 w 844"/>
                <a:gd name="T9" fmla="*/ 678 h 767"/>
                <a:gd name="T10" fmla="*/ 298 w 844"/>
                <a:gd name="T11" fmla="*/ 759 h 767"/>
                <a:gd name="T12" fmla="*/ 639 w 844"/>
                <a:gd name="T13" fmla="*/ 68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44" h="767">
                  <a:moveTo>
                    <a:pt x="639" y="68"/>
                  </a:moveTo>
                  <a:cubicBezTo>
                    <a:pt x="621" y="47"/>
                    <a:pt x="610" y="39"/>
                    <a:pt x="566" y="0"/>
                  </a:cubicBezTo>
                  <a:cubicBezTo>
                    <a:pt x="822" y="226"/>
                    <a:pt x="614" y="702"/>
                    <a:pt x="247" y="723"/>
                  </a:cubicBezTo>
                  <a:cubicBezTo>
                    <a:pt x="153" y="728"/>
                    <a:pt x="65" y="699"/>
                    <a:pt x="0" y="641"/>
                  </a:cubicBezTo>
                  <a:cubicBezTo>
                    <a:pt x="42" y="678"/>
                    <a:pt x="42" y="678"/>
                    <a:pt x="42" y="678"/>
                  </a:cubicBezTo>
                  <a:cubicBezTo>
                    <a:pt x="111" y="739"/>
                    <a:pt x="203" y="767"/>
                    <a:pt x="298" y="759"/>
                  </a:cubicBezTo>
                  <a:cubicBezTo>
                    <a:pt x="641" y="732"/>
                    <a:pt x="844" y="308"/>
                    <a:pt x="639" y="68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19" name="Freeform 42">
              <a:extLst>
                <a:ext uri="{FF2B5EF4-FFF2-40B4-BE49-F238E27FC236}">
                  <a16:creationId xmlns:a16="http://schemas.microsoft.com/office/drawing/2014/main" id="{1FDC7608-0E29-4BA0-B4D7-BF6D23377B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326" y="5557838"/>
              <a:ext cx="1357313" cy="1358900"/>
            </a:xfrm>
            <a:custGeom>
              <a:avLst/>
              <a:gdLst>
                <a:gd name="T0" fmla="*/ 632 w 904"/>
                <a:gd name="T1" fmla="*/ 71 h 905"/>
                <a:gd name="T2" fmla="*/ 805 w 904"/>
                <a:gd name="T3" fmla="*/ 581 h 905"/>
                <a:gd name="T4" fmla="*/ 272 w 904"/>
                <a:gd name="T5" fmla="*/ 834 h 905"/>
                <a:gd name="T6" fmla="*/ 99 w 904"/>
                <a:gd name="T7" fmla="*/ 323 h 905"/>
                <a:gd name="T8" fmla="*/ 632 w 904"/>
                <a:gd name="T9" fmla="*/ 71 h 905"/>
                <a:gd name="T10" fmla="*/ 319 w 904"/>
                <a:gd name="T11" fmla="*/ 735 h 905"/>
                <a:gd name="T12" fmla="*/ 713 w 904"/>
                <a:gd name="T13" fmla="*/ 548 h 905"/>
                <a:gd name="T14" fmla="*/ 585 w 904"/>
                <a:gd name="T15" fmla="*/ 170 h 905"/>
                <a:gd name="T16" fmla="*/ 191 w 904"/>
                <a:gd name="T17" fmla="*/ 357 h 905"/>
                <a:gd name="T18" fmla="*/ 319 w 904"/>
                <a:gd name="T19" fmla="*/ 735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04" h="905">
                  <a:moveTo>
                    <a:pt x="632" y="71"/>
                  </a:moveTo>
                  <a:cubicBezTo>
                    <a:pt x="826" y="142"/>
                    <a:pt x="904" y="371"/>
                    <a:pt x="805" y="581"/>
                  </a:cubicBezTo>
                  <a:cubicBezTo>
                    <a:pt x="706" y="792"/>
                    <a:pt x="467" y="905"/>
                    <a:pt x="272" y="834"/>
                  </a:cubicBezTo>
                  <a:cubicBezTo>
                    <a:pt x="78" y="763"/>
                    <a:pt x="0" y="534"/>
                    <a:pt x="99" y="323"/>
                  </a:cubicBezTo>
                  <a:cubicBezTo>
                    <a:pt x="198" y="113"/>
                    <a:pt x="437" y="0"/>
                    <a:pt x="632" y="71"/>
                  </a:cubicBezTo>
                  <a:close/>
                  <a:moveTo>
                    <a:pt x="319" y="735"/>
                  </a:moveTo>
                  <a:cubicBezTo>
                    <a:pt x="463" y="788"/>
                    <a:pt x="640" y="704"/>
                    <a:pt x="713" y="548"/>
                  </a:cubicBezTo>
                  <a:cubicBezTo>
                    <a:pt x="786" y="392"/>
                    <a:pt x="729" y="223"/>
                    <a:pt x="585" y="170"/>
                  </a:cubicBezTo>
                  <a:cubicBezTo>
                    <a:pt x="441" y="117"/>
                    <a:pt x="264" y="201"/>
                    <a:pt x="191" y="357"/>
                  </a:cubicBezTo>
                  <a:cubicBezTo>
                    <a:pt x="118" y="513"/>
                    <a:pt x="175" y="682"/>
                    <a:pt x="319" y="735"/>
                  </a:cubicBezTo>
                </a:path>
              </a:pathLst>
            </a:custGeom>
            <a:solidFill>
              <a:schemeClr val="accent4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3872C31-312C-48F5-B9E5-30C9F8B374BD}"/>
              </a:ext>
            </a:extLst>
          </p:cNvPr>
          <p:cNvGrpSpPr/>
          <p:nvPr/>
        </p:nvGrpSpPr>
        <p:grpSpPr>
          <a:xfrm>
            <a:off x="4305130" y="1522324"/>
            <a:ext cx="650708" cy="613736"/>
            <a:chOff x="2887663" y="5300663"/>
            <a:chExt cx="977901" cy="92233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3B788B-6B39-4C7E-8A03-4433E68FC856}"/>
                </a:ext>
              </a:extLst>
            </p:cNvPr>
            <p:cNvGrpSpPr/>
            <p:nvPr/>
          </p:nvGrpSpPr>
          <p:grpSpPr>
            <a:xfrm>
              <a:off x="2887663" y="5335588"/>
              <a:ext cx="920750" cy="887413"/>
              <a:chOff x="2887663" y="5335588"/>
              <a:chExt cx="920750" cy="887413"/>
            </a:xfrm>
          </p:grpSpPr>
          <p:sp>
            <p:nvSpPr>
              <p:cNvPr id="26" name="Freeform 37">
                <a:extLst>
                  <a:ext uri="{FF2B5EF4-FFF2-40B4-BE49-F238E27FC236}">
                    <a16:creationId xmlns:a16="http://schemas.microsoft.com/office/drawing/2014/main" id="{8E31BAF3-4219-473B-B506-E3473FC4D5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563" y="5335588"/>
                <a:ext cx="684213" cy="660400"/>
              </a:xfrm>
              <a:custGeom>
                <a:avLst/>
                <a:gdLst>
                  <a:gd name="T0" fmla="*/ 50 w 456"/>
                  <a:gd name="T1" fmla="*/ 114 h 440"/>
                  <a:gd name="T2" fmla="*/ 36 w 456"/>
                  <a:gd name="T3" fmla="*/ 129 h 440"/>
                  <a:gd name="T4" fmla="*/ 0 w 456"/>
                  <a:gd name="T5" fmla="*/ 181 h 440"/>
                  <a:gd name="T6" fmla="*/ 150 w 456"/>
                  <a:gd name="T7" fmla="*/ 118 h 440"/>
                  <a:gd name="T8" fmla="*/ 375 w 456"/>
                  <a:gd name="T9" fmla="*/ 440 h 440"/>
                  <a:gd name="T10" fmla="*/ 404 w 456"/>
                  <a:gd name="T11" fmla="*/ 397 h 440"/>
                  <a:gd name="T12" fmla="*/ 428 w 456"/>
                  <a:gd name="T13" fmla="*/ 323 h 440"/>
                  <a:gd name="T14" fmla="*/ 50 w 456"/>
                  <a:gd name="T15" fmla="*/ 114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56" h="440">
                    <a:moveTo>
                      <a:pt x="50" y="114"/>
                    </a:moveTo>
                    <a:cubicBezTo>
                      <a:pt x="45" y="119"/>
                      <a:pt x="40" y="124"/>
                      <a:pt x="36" y="129"/>
                    </a:cubicBezTo>
                    <a:cubicBezTo>
                      <a:pt x="31" y="135"/>
                      <a:pt x="31" y="135"/>
                      <a:pt x="0" y="181"/>
                    </a:cubicBezTo>
                    <a:cubicBezTo>
                      <a:pt x="33" y="133"/>
                      <a:pt x="92" y="114"/>
                      <a:pt x="150" y="118"/>
                    </a:cubicBezTo>
                    <a:cubicBezTo>
                      <a:pt x="324" y="131"/>
                      <a:pt x="456" y="323"/>
                      <a:pt x="375" y="440"/>
                    </a:cubicBezTo>
                    <a:cubicBezTo>
                      <a:pt x="404" y="397"/>
                      <a:pt x="404" y="397"/>
                      <a:pt x="404" y="397"/>
                    </a:cubicBezTo>
                    <a:cubicBezTo>
                      <a:pt x="419" y="377"/>
                      <a:pt x="427" y="351"/>
                      <a:pt x="428" y="323"/>
                    </a:cubicBezTo>
                    <a:cubicBezTo>
                      <a:pt x="435" y="148"/>
                      <a:pt x="178" y="0"/>
                      <a:pt x="50" y="114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alpha val="3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  <p:sp>
            <p:nvSpPr>
              <p:cNvPr id="27" name="Freeform 38">
                <a:extLst>
                  <a:ext uri="{FF2B5EF4-FFF2-40B4-BE49-F238E27FC236}">
                    <a16:creationId xmlns:a16="http://schemas.microsoft.com/office/drawing/2014/main" id="{9AB6346D-6C72-4967-A619-ED1080B08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7663" y="5473701"/>
                <a:ext cx="920750" cy="749300"/>
              </a:xfrm>
              <a:custGeom>
                <a:avLst/>
                <a:gdLst>
                  <a:gd name="T0" fmla="*/ 613 w 613"/>
                  <a:gd name="T1" fmla="*/ 351 h 499"/>
                  <a:gd name="T2" fmla="*/ 446 w 613"/>
                  <a:gd name="T3" fmla="*/ 436 h 499"/>
                  <a:gd name="T4" fmla="*/ 253 w 613"/>
                  <a:gd name="T5" fmla="*/ 385 h 499"/>
                  <a:gd name="T6" fmla="*/ 107 w 613"/>
                  <a:gd name="T7" fmla="*/ 0 h 499"/>
                  <a:gd name="T8" fmla="*/ 77 w 613"/>
                  <a:gd name="T9" fmla="*/ 43 h 499"/>
                  <a:gd name="T10" fmla="*/ 207 w 613"/>
                  <a:gd name="T11" fmla="*/ 418 h 499"/>
                  <a:gd name="T12" fmla="*/ 496 w 613"/>
                  <a:gd name="T13" fmla="*/ 462 h 499"/>
                  <a:gd name="T14" fmla="*/ 574 w 613"/>
                  <a:gd name="T15" fmla="*/ 405 h 499"/>
                  <a:gd name="T16" fmla="*/ 613 w 613"/>
                  <a:gd name="T17" fmla="*/ 351 h 4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13" h="499">
                    <a:moveTo>
                      <a:pt x="613" y="351"/>
                    </a:moveTo>
                    <a:cubicBezTo>
                      <a:pt x="575" y="405"/>
                      <a:pt x="512" y="432"/>
                      <a:pt x="446" y="436"/>
                    </a:cubicBezTo>
                    <a:cubicBezTo>
                      <a:pt x="379" y="439"/>
                      <a:pt x="310" y="418"/>
                      <a:pt x="253" y="385"/>
                    </a:cubicBezTo>
                    <a:cubicBezTo>
                      <a:pt x="98" y="294"/>
                      <a:pt x="27" y="115"/>
                      <a:pt x="107" y="0"/>
                    </a:cubicBezTo>
                    <a:cubicBezTo>
                      <a:pt x="77" y="43"/>
                      <a:pt x="77" y="43"/>
                      <a:pt x="77" y="43"/>
                    </a:cubicBezTo>
                    <a:cubicBezTo>
                      <a:pt x="0" y="154"/>
                      <a:pt x="64" y="324"/>
                      <a:pt x="207" y="418"/>
                    </a:cubicBezTo>
                    <a:cubicBezTo>
                      <a:pt x="292" y="473"/>
                      <a:pt x="403" y="499"/>
                      <a:pt x="496" y="462"/>
                    </a:cubicBezTo>
                    <a:cubicBezTo>
                      <a:pt x="529" y="448"/>
                      <a:pt x="555" y="429"/>
                      <a:pt x="574" y="405"/>
                    </a:cubicBezTo>
                    <a:cubicBezTo>
                      <a:pt x="581" y="398"/>
                      <a:pt x="581" y="397"/>
                      <a:pt x="613" y="351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  <a:alpha val="35000"/>
                </a:schemeClr>
              </a:solidFill>
              <a:ln>
                <a:noFill/>
              </a:ln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sp>
          <p:nvSpPr>
            <p:cNvPr id="25" name="Freeform 39">
              <a:extLst>
                <a:ext uri="{FF2B5EF4-FFF2-40B4-BE49-F238E27FC236}">
                  <a16:creationId xmlns:a16="http://schemas.microsoft.com/office/drawing/2014/main" id="{FF1F19F5-0007-4578-AE50-5C1E73B391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90851" y="5300663"/>
              <a:ext cx="874713" cy="873125"/>
            </a:xfrm>
            <a:custGeom>
              <a:avLst/>
              <a:gdLst>
                <a:gd name="T0" fmla="*/ 302 w 583"/>
                <a:gd name="T1" fmla="*/ 41 h 581"/>
                <a:gd name="T2" fmla="*/ 578 w 583"/>
                <a:gd name="T3" fmla="*/ 365 h 581"/>
                <a:gd name="T4" fmla="*/ 282 w 583"/>
                <a:gd name="T5" fmla="*/ 540 h 581"/>
                <a:gd name="T6" fmla="*/ 6 w 583"/>
                <a:gd name="T7" fmla="*/ 216 h 581"/>
                <a:gd name="T8" fmla="*/ 302 w 583"/>
                <a:gd name="T9" fmla="*/ 41 h 581"/>
                <a:gd name="T10" fmla="*/ 284 w 583"/>
                <a:gd name="T11" fmla="*/ 475 h 581"/>
                <a:gd name="T12" fmla="*/ 503 w 583"/>
                <a:gd name="T13" fmla="*/ 346 h 581"/>
                <a:gd name="T14" fmla="*/ 299 w 583"/>
                <a:gd name="T15" fmla="*/ 106 h 581"/>
                <a:gd name="T16" fmla="*/ 80 w 583"/>
                <a:gd name="T17" fmla="*/ 236 h 581"/>
                <a:gd name="T18" fmla="*/ 284 w 583"/>
                <a:gd name="T19" fmla="*/ 475 h 5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3" h="581">
                  <a:moveTo>
                    <a:pt x="302" y="41"/>
                  </a:moveTo>
                  <a:cubicBezTo>
                    <a:pt x="459" y="82"/>
                    <a:pt x="583" y="227"/>
                    <a:pt x="578" y="365"/>
                  </a:cubicBezTo>
                  <a:cubicBezTo>
                    <a:pt x="572" y="503"/>
                    <a:pt x="440" y="581"/>
                    <a:pt x="282" y="540"/>
                  </a:cubicBezTo>
                  <a:cubicBezTo>
                    <a:pt x="124" y="499"/>
                    <a:pt x="0" y="354"/>
                    <a:pt x="6" y="216"/>
                  </a:cubicBezTo>
                  <a:cubicBezTo>
                    <a:pt x="11" y="79"/>
                    <a:pt x="144" y="0"/>
                    <a:pt x="302" y="41"/>
                  </a:cubicBezTo>
                  <a:close/>
                  <a:moveTo>
                    <a:pt x="284" y="475"/>
                  </a:moveTo>
                  <a:cubicBezTo>
                    <a:pt x="401" y="506"/>
                    <a:pt x="499" y="448"/>
                    <a:pt x="503" y="346"/>
                  </a:cubicBezTo>
                  <a:cubicBezTo>
                    <a:pt x="508" y="244"/>
                    <a:pt x="416" y="136"/>
                    <a:pt x="299" y="106"/>
                  </a:cubicBezTo>
                  <a:cubicBezTo>
                    <a:pt x="182" y="76"/>
                    <a:pt x="84" y="134"/>
                    <a:pt x="80" y="236"/>
                  </a:cubicBezTo>
                  <a:cubicBezTo>
                    <a:pt x="76" y="337"/>
                    <a:pt x="168" y="445"/>
                    <a:pt x="284" y="475"/>
                  </a:cubicBezTo>
                </a:path>
              </a:pathLst>
            </a:custGeom>
            <a:solidFill>
              <a:schemeClr val="accent3">
                <a:alpha val="35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28" name="Oval 27">
            <a:extLst>
              <a:ext uri="{FF2B5EF4-FFF2-40B4-BE49-F238E27FC236}">
                <a16:creationId xmlns:a16="http://schemas.microsoft.com/office/drawing/2014/main" id="{0DD43F1F-35AB-4751-B240-6070F421A1B2}"/>
              </a:ext>
            </a:extLst>
          </p:cNvPr>
          <p:cNvSpPr/>
          <p:nvPr/>
        </p:nvSpPr>
        <p:spPr>
          <a:xfrm>
            <a:off x="10378716" y="3352615"/>
            <a:ext cx="336315" cy="336315"/>
          </a:xfrm>
          <a:prstGeom prst="ellipse">
            <a:avLst/>
          </a:prstGeom>
          <a:noFill/>
          <a:ln w="101600">
            <a:solidFill>
              <a:schemeClr val="bg2"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91428A2-5C8F-4D24-A82A-04433BE9101F}"/>
              </a:ext>
            </a:extLst>
          </p:cNvPr>
          <p:cNvGrpSpPr/>
          <p:nvPr/>
        </p:nvGrpSpPr>
        <p:grpSpPr>
          <a:xfrm>
            <a:off x="9865521" y="2048913"/>
            <a:ext cx="163780" cy="158891"/>
            <a:chOff x="1752601" y="4673601"/>
            <a:chExt cx="106363" cy="103188"/>
          </a:xfrm>
          <a:solidFill>
            <a:schemeClr val="accent1">
              <a:alpha val="35000"/>
            </a:schemeClr>
          </a:solidFill>
        </p:grpSpPr>
        <p:sp>
          <p:nvSpPr>
            <p:cNvPr id="30" name="Freeform 48">
              <a:extLst>
                <a:ext uri="{FF2B5EF4-FFF2-40B4-BE49-F238E27FC236}">
                  <a16:creationId xmlns:a16="http://schemas.microsoft.com/office/drawing/2014/main" id="{BB6E41F1-E4D2-4BFD-BFF2-9CB6FF244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59 w 70"/>
                <a:gd name="T1" fmla="*/ 69 h 69"/>
                <a:gd name="T2" fmla="*/ 52 w 70"/>
                <a:gd name="T3" fmla="*/ 66 h 69"/>
                <a:gd name="T4" fmla="*/ 4 w 70"/>
                <a:gd name="T5" fmla="*/ 18 h 69"/>
                <a:gd name="T6" fmla="*/ 4 w 70"/>
                <a:gd name="T7" fmla="*/ 4 h 69"/>
                <a:gd name="T8" fmla="*/ 18 w 70"/>
                <a:gd name="T9" fmla="*/ 4 h 69"/>
                <a:gd name="T10" fmla="*/ 66 w 70"/>
                <a:gd name="T11" fmla="*/ 52 h 69"/>
                <a:gd name="T12" fmla="*/ 66 w 70"/>
                <a:gd name="T13" fmla="*/ 66 h 69"/>
                <a:gd name="T14" fmla="*/ 59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59" y="69"/>
                  </a:moveTo>
                  <a:cubicBezTo>
                    <a:pt x="56" y="69"/>
                    <a:pt x="54" y="68"/>
                    <a:pt x="52" y="66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0" y="14"/>
                    <a:pt x="0" y="8"/>
                    <a:pt x="4" y="4"/>
                  </a:cubicBezTo>
                  <a:cubicBezTo>
                    <a:pt x="8" y="0"/>
                    <a:pt x="14" y="0"/>
                    <a:pt x="18" y="4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70" y="56"/>
                    <a:pt x="70" y="62"/>
                    <a:pt x="66" y="66"/>
                  </a:cubicBezTo>
                  <a:cubicBezTo>
                    <a:pt x="64" y="68"/>
                    <a:pt x="62" y="69"/>
                    <a:pt x="59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1" name="Freeform 49">
              <a:extLst>
                <a:ext uri="{FF2B5EF4-FFF2-40B4-BE49-F238E27FC236}">
                  <a16:creationId xmlns:a16="http://schemas.microsoft.com/office/drawing/2014/main" id="{91E236B3-A926-4034-9BC4-83EE569F7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601" y="4673601"/>
              <a:ext cx="106363" cy="103188"/>
            </a:xfrm>
            <a:custGeom>
              <a:avLst/>
              <a:gdLst>
                <a:gd name="T0" fmla="*/ 11 w 70"/>
                <a:gd name="T1" fmla="*/ 69 h 69"/>
                <a:gd name="T2" fmla="*/ 4 w 70"/>
                <a:gd name="T3" fmla="*/ 66 h 69"/>
                <a:gd name="T4" fmla="*/ 4 w 70"/>
                <a:gd name="T5" fmla="*/ 52 h 69"/>
                <a:gd name="T6" fmla="*/ 52 w 70"/>
                <a:gd name="T7" fmla="*/ 4 h 69"/>
                <a:gd name="T8" fmla="*/ 66 w 70"/>
                <a:gd name="T9" fmla="*/ 4 h 69"/>
                <a:gd name="T10" fmla="*/ 66 w 70"/>
                <a:gd name="T11" fmla="*/ 18 h 69"/>
                <a:gd name="T12" fmla="*/ 18 w 70"/>
                <a:gd name="T13" fmla="*/ 66 h 69"/>
                <a:gd name="T14" fmla="*/ 11 w 70"/>
                <a:gd name="T15" fmla="*/ 6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69">
                  <a:moveTo>
                    <a:pt x="11" y="69"/>
                  </a:moveTo>
                  <a:cubicBezTo>
                    <a:pt x="8" y="69"/>
                    <a:pt x="6" y="68"/>
                    <a:pt x="4" y="66"/>
                  </a:cubicBezTo>
                  <a:cubicBezTo>
                    <a:pt x="0" y="62"/>
                    <a:pt x="0" y="56"/>
                    <a:pt x="4" y="52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6" y="0"/>
                    <a:pt x="62" y="0"/>
                    <a:pt x="66" y="4"/>
                  </a:cubicBezTo>
                  <a:cubicBezTo>
                    <a:pt x="70" y="8"/>
                    <a:pt x="70" y="14"/>
                    <a:pt x="66" y="18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8"/>
                    <a:pt x="14" y="69"/>
                    <a:pt x="11" y="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2CE75B-E81D-4147-A06B-0754D7DFEBC4}"/>
              </a:ext>
            </a:extLst>
          </p:cNvPr>
          <p:cNvGrpSpPr/>
          <p:nvPr/>
        </p:nvGrpSpPr>
        <p:grpSpPr>
          <a:xfrm>
            <a:off x="9116573" y="3955906"/>
            <a:ext cx="602116" cy="429932"/>
            <a:chOff x="2303463" y="7181851"/>
            <a:chExt cx="904875" cy="646113"/>
          </a:xfrm>
        </p:grpSpPr>
        <p:sp>
          <p:nvSpPr>
            <p:cNvPr id="33" name="Freeform 43">
              <a:extLst>
                <a:ext uri="{FF2B5EF4-FFF2-40B4-BE49-F238E27FC236}">
                  <a16:creationId xmlns:a16="http://schemas.microsoft.com/office/drawing/2014/main" id="{217DDEFA-108C-478D-9003-6286893A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1576" y="7253288"/>
              <a:ext cx="625475" cy="276225"/>
            </a:xfrm>
            <a:custGeom>
              <a:avLst/>
              <a:gdLst>
                <a:gd name="T0" fmla="*/ 416 w 416"/>
                <a:gd name="T1" fmla="*/ 156 h 183"/>
                <a:gd name="T2" fmla="*/ 301 w 416"/>
                <a:gd name="T3" fmla="*/ 34 h 183"/>
                <a:gd name="T4" fmla="*/ 33 w 416"/>
                <a:gd name="T5" fmla="*/ 78 h 183"/>
                <a:gd name="T6" fmla="*/ 2 w 416"/>
                <a:gd name="T7" fmla="*/ 137 h 183"/>
                <a:gd name="T8" fmla="*/ 0 w 416"/>
                <a:gd name="T9" fmla="*/ 168 h 183"/>
                <a:gd name="T10" fmla="*/ 45 w 416"/>
                <a:gd name="T11" fmla="*/ 86 h 183"/>
                <a:gd name="T12" fmla="*/ 287 w 416"/>
                <a:gd name="T13" fmla="*/ 49 h 183"/>
                <a:gd name="T14" fmla="*/ 407 w 416"/>
                <a:gd name="T15" fmla="*/ 141 h 183"/>
                <a:gd name="T16" fmla="*/ 415 w 416"/>
                <a:gd name="T17" fmla="*/ 183 h 183"/>
                <a:gd name="T18" fmla="*/ 416 w 416"/>
                <a:gd name="T19" fmla="*/ 156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6" h="183">
                  <a:moveTo>
                    <a:pt x="416" y="156"/>
                  </a:moveTo>
                  <a:cubicBezTo>
                    <a:pt x="413" y="97"/>
                    <a:pt x="357" y="54"/>
                    <a:pt x="301" y="34"/>
                  </a:cubicBezTo>
                  <a:cubicBezTo>
                    <a:pt x="206" y="0"/>
                    <a:pt x="90" y="20"/>
                    <a:pt x="33" y="78"/>
                  </a:cubicBezTo>
                  <a:cubicBezTo>
                    <a:pt x="18" y="94"/>
                    <a:pt x="6" y="114"/>
                    <a:pt x="2" y="137"/>
                  </a:cubicBezTo>
                  <a:cubicBezTo>
                    <a:pt x="1" y="145"/>
                    <a:pt x="1" y="148"/>
                    <a:pt x="0" y="168"/>
                  </a:cubicBezTo>
                  <a:cubicBezTo>
                    <a:pt x="1" y="136"/>
                    <a:pt x="20" y="107"/>
                    <a:pt x="45" y="86"/>
                  </a:cubicBezTo>
                  <a:cubicBezTo>
                    <a:pt x="107" y="35"/>
                    <a:pt x="207" y="25"/>
                    <a:pt x="287" y="49"/>
                  </a:cubicBezTo>
                  <a:cubicBezTo>
                    <a:pt x="336" y="63"/>
                    <a:pt x="387" y="94"/>
                    <a:pt x="407" y="141"/>
                  </a:cubicBezTo>
                  <a:cubicBezTo>
                    <a:pt x="413" y="155"/>
                    <a:pt x="416" y="169"/>
                    <a:pt x="415" y="183"/>
                  </a:cubicBezTo>
                  <a:cubicBezTo>
                    <a:pt x="416" y="160"/>
                    <a:pt x="416" y="161"/>
                    <a:pt x="416" y="156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4" name="Freeform 44">
              <a:extLst>
                <a:ext uri="{FF2B5EF4-FFF2-40B4-BE49-F238E27FC236}">
                  <a16:creationId xmlns:a16="http://schemas.microsoft.com/office/drawing/2014/main" id="{0BC3F776-63DC-4E70-B305-7E29BFDA2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451" y="7473951"/>
              <a:ext cx="849313" cy="354013"/>
            </a:xfrm>
            <a:custGeom>
              <a:avLst/>
              <a:gdLst>
                <a:gd name="T0" fmla="*/ 564 w 566"/>
                <a:gd name="T1" fmla="*/ 20 h 236"/>
                <a:gd name="T2" fmla="*/ 220 w 566"/>
                <a:gd name="T3" fmla="*/ 192 h 236"/>
                <a:gd name="T4" fmla="*/ 3 w 566"/>
                <a:gd name="T5" fmla="*/ 0 h 236"/>
                <a:gd name="T6" fmla="*/ 3 w 566"/>
                <a:gd name="T7" fmla="*/ 0 h 236"/>
                <a:gd name="T8" fmla="*/ 3 w 566"/>
                <a:gd name="T9" fmla="*/ 0 h 236"/>
                <a:gd name="T10" fmla="*/ 2 w 566"/>
                <a:gd name="T11" fmla="*/ 20 h 236"/>
                <a:gd name="T12" fmla="*/ 19 w 566"/>
                <a:gd name="T13" fmla="*/ 88 h 236"/>
                <a:gd name="T14" fmla="*/ 361 w 566"/>
                <a:gd name="T15" fmla="*/ 212 h 236"/>
                <a:gd name="T16" fmla="*/ 526 w 566"/>
                <a:gd name="T17" fmla="*/ 128 h 236"/>
                <a:gd name="T18" fmla="*/ 564 w 566"/>
                <a:gd name="T19" fmla="*/ 20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6" h="236">
                  <a:moveTo>
                    <a:pt x="564" y="20"/>
                  </a:moveTo>
                  <a:cubicBezTo>
                    <a:pt x="559" y="139"/>
                    <a:pt x="393" y="222"/>
                    <a:pt x="220" y="192"/>
                  </a:cubicBezTo>
                  <a:cubicBezTo>
                    <a:pt x="87" y="169"/>
                    <a:pt x="0" y="86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2" y="41"/>
                    <a:pt x="7" y="65"/>
                    <a:pt x="19" y="88"/>
                  </a:cubicBezTo>
                  <a:cubicBezTo>
                    <a:pt x="70" y="184"/>
                    <a:pt x="223" y="236"/>
                    <a:pt x="361" y="212"/>
                  </a:cubicBezTo>
                  <a:cubicBezTo>
                    <a:pt x="421" y="201"/>
                    <a:pt x="485" y="174"/>
                    <a:pt x="526" y="128"/>
                  </a:cubicBezTo>
                  <a:cubicBezTo>
                    <a:pt x="566" y="83"/>
                    <a:pt x="563" y="43"/>
                    <a:pt x="564" y="20"/>
                  </a:cubicBezTo>
                  <a:close/>
                </a:path>
              </a:pathLst>
            </a:custGeom>
            <a:solidFill>
              <a:schemeClr val="accent5">
                <a:lumMod val="75000"/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5" name="Freeform 45">
              <a:extLst>
                <a:ext uri="{FF2B5EF4-FFF2-40B4-BE49-F238E27FC236}">
                  <a16:creationId xmlns:a16="http://schemas.microsoft.com/office/drawing/2014/main" id="{A0E84469-9EA2-4DA0-8482-406C6343F9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03463" y="7181851"/>
              <a:ext cx="904875" cy="614363"/>
            </a:xfrm>
            <a:custGeom>
              <a:avLst/>
              <a:gdLst>
                <a:gd name="T0" fmla="*/ 347 w 603"/>
                <a:gd name="T1" fmla="*/ 20 h 409"/>
                <a:gd name="T2" fmla="*/ 578 w 603"/>
                <a:gd name="T3" fmla="*/ 240 h 409"/>
                <a:gd name="T4" fmla="*/ 256 w 603"/>
                <a:gd name="T5" fmla="*/ 389 h 409"/>
                <a:gd name="T6" fmla="*/ 25 w 603"/>
                <a:gd name="T7" fmla="*/ 168 h 409"/>
                <a:gd name="T8" fmla="*/ 347 w 603"/>
                <a:gd name="T9" fmla="*/ 20 h 409"/>
                <a:gd name="T10" fmla="*/ 268 w 603"/>
                <a:gd name="T11" fmla="*/ 341 h 409"/>
                <a:gd name="T12" fmla="*/ 506 w 603"/>
                <a:gd name="T13" fmla="*/ 231 h 409"/>
                <a:gd name="T14" fmla="*/ 335 w 603"/>
                <a:gd name="T15" fmla="*/ 68 h 409"/>
                <a:gd name="T16" fmla="*/ 97 w 603"/>
                <a:gd name="T17" fmla="*/ 178 h 409"/>
                <a:gd name="T18" fmla="*/ 268 w 603"/>
                <a:gd name="T19" fmla="*/ 341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3" h="409">
                  <a:moveTo>
                    <a:pt x="347" y="20"/>
                  </a:moveTo>
                  <a:cubicBezTo>
                    <a:pt x="499" y="40"/>
                    <a:pt x="603" y="139"/>
                    <a:pt x="578" y="240"/>
                  </a:cubicBezTo>
                  <a:cubicBezTo>
                    <a:pt x="553" y="342"/>
                    <a:pt x="408" y="409"/>
                    <a:pt x="256" y="389"/>
                  </a:cubicBezTo>
                  <a:cubicBezTo>
                    <a:pt x="103" y="369"/>
                    <a:pt x="0" y="270"/>
                    <a:pt x="25" y="168"/>
                  </a:cubicBezTo>
                  <a:cubicBezTo>
                    <a:pt x="50" y="67"/>
                    <a:pt x="194" y="0"/>
                    <a:pt x="347" y="20"/>
                  </a:cubicBezTo>
                  <a:close/>
                  <a:moveTo>
                    <a:pt x="268" y="341"/>
                  </a:moveTo>
                  <a:cubicBezTo>
                    <a:pt x="381" y="355"/>
                    <a:pt x="488" y="306"/>
                    <a:pt x="506" y="231"/>
                  </a:cubicBezTo>
                  <a:cubicBezTo>
                    <a:pt x="525" y="156"/>
                    <a:pt x="448" y="82"/>
                    <a:pt x="335" y="68"/>
                  </a:cubicBezTo>
                  <a:cubicBezTo>
                    <a:pt x="222" y="53"/>
                    <a:pt x="115" y="102"/>
                    <a:pt x="97" y="178"/>
                  </a:cubicBezTo>
                  <a:cubicBezTo>
                    <a:pt x="78" y="253"/>
                    <a:pt x="155" y="326"/>
                    <a:pt x="268" y="341"/>
                  </a:cubicBezTo>
                </a:path>
              </a:pathLst>
            </a:custGeom>
            <a:solidFill>
              <a:schemeClr val="accent5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14BCA54-7800-42A0-819C-84A86963DAFE}"/>
              </a:ext>
            </a:extLst>
          </p:cNvPr>
          <p:cNvGrpSpPr/>
          <p:nvPr/>
        </p:nvGrpSpPr>
        <p:grpSpPr>
          <a:xfrm>
            <a:off x="8114369" y="4333990"/>
            <a:ext cx="194387" cy="194387"/>
            <a:chOff x="9175399" y="8544046"/>
            <a:chExt cx="626208" cy="626207"/>
          </a:xfrm>
        </p:grpSpPr>
        <p:sp>
          <p:nvSpPr>
            <p:cNvPr id="37" name="Freeform 46">
              <a:extLst>
                <a:ext uri="{FF2B5EF4-FFF2-40B4-BE49-F238E27FC236}">
                  <a16:creationId xmlns:a16="http://schemas.microsoft.com/office/drawing/2014/main" id="{1D957F8F-80CC-44C9-A0A5-51A375D01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5399" y="8774525"/>
              <a:ext cx="626208" cy="165250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38" name="Freeform 47">
              <a:extLst>
                <a:ext uri="{FF2B5EF4-FFF2-40B4-BE49-F238E27FC236}">
                  <a16:creationId xmlns:a16="http://schemas.microsoft.com/office/drawing/2014/main" id="{796A8A4A-BDFB-4BDE-90F3-6FCF6590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5862" y="8544046"/>
              <a:ext cx="165250" cy="626207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solidFill>
              <a:schemeClr val="accent2">
                <a:alpha val="3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F397A28-4AD4-454E-A08E-BB393056F609}"/>
              </a:ext>
            </a:extLst>
          </p:cNvPr>
          <p:cNvGrpSpPr/>
          <p:nvPr/>
        </p:nvGrpSpPr>
        <p:grpSpPr>
          <a:xfrm>
            <a:off x="6919366" y="1005344"/>
            <a:ext cx="416687" cy="416686"/>
            <a:chOff x="965201" y="4870451"/>
            <a:chExt cx="228600" cy="228600"/>
          </a:xfrm>
          <a:solidFill>
            <a:schemeClr val="accent2">
              <a:alpha val="35000"/>
            </a:schemeClr>
          </a:solidFill>
        </p:grpSpPr>
        <p:sp>
          <p:nvSpPr>
            <p:cNvPr id="43" name="Freeform 46">
              <a:extLst>
                <a:ext uri="{FF2B5EF4-FFF2-40B4-BE49-F238E27FC236}">
                  <a16:creationId xmlns:a16="http://schemas.microsoft.com/office/drawing/2014/main" id="{1D28F73F-28DB-4EB0-ABEB-0B5BD3720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01" y="4954588"/>
              <a:ext cx="228600" cy="60325"/>
            </a:xfrm>
            <a:custGeom>
              <a:avLst/>
              <a:gdLst>
                <a:gd name="T0" fmla="*/ 132 w 152"/>
                <a:gd name="T1" fmla="*/ 40 h 40"/>
                <a:gd name="T2" fmla="*/ 20 w 152"/>
                <a:gd name="T3" fmla="*/ 40 h 40"/>
                <a:gd name="T4" fmla="*/ 0 w 152"/>
                <a:gd name="T5" fmla="*/ 20 h 40"/>
                <a:gd name="T6" fmla="*/ 20 w 152"/>
                <a:gd name="T7" fmla="*/ 0 h 40"/>
                <a:gd name="T8" fmla="*/ 132 w 152"/>
                <a:gd name="T9" fmla="*/ 0 h 40"/>
                <a:gd name="T10" fmla="*/ 152 w 152"/>
                <a:gd name="T11" fmla="*/ 20 h 40"/>
                <a:gd name="T12" fmla="*/ 132 w 152"/>
                <a:gd name="T13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2" h="40">
                  <a:moveTo>
                    <a:pt x="132" y="40"/>
                  </a:moveTo>
                  <a:cubicBezTo>
                    <a:pt x="20" y="40"/>
                    <a:pt x="20" y="40"/>
                    <a:pt x="20" y="40"/>
                  </a:cubicBez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143" y="0"/>
                    <a:pt x="152" y="9"/>
                    <a:pt x="152" y="20"/>
                  </a:cubicBezTo>
                  <a:cubicBezTo>
                    <a:pt x="152" y="31"/>
                    <a:pt x="143" y="40"/>
                    <a:pt x="132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  <p:sp>
          <p:nvSpPr>
            <p:cNvPr id="44" name="Freeform 47">
              <a:extLst>
                <a:ext uri="{FF2B5EF4-FFF2-40B4-BE49-F238E27FC236}">
                  <a16:creationId xmlns:a16="http://schemas.microsoft.com/office/drawing/2014/main" id="{77E0EA0F-040D-474A-ACFF-D48AE152B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338" y="4870451"/>
              <a:ext cx="60325" cy="228600"/>
            </a:xfrm>
            <a:custGeom>
              <a:avLst/>
              <a:gdLst>
                <a:gd name="T0" fmla="*/ 20 w 40"/>
                <a:gd name="T1" fmla="*/ 152 h 152"/>
                <a:gd name="T2" fmla="*/ 0 w 40"/>
                <a:gd name="T3" fmla="*/ 132 h 152"/>
                <a:gd name="T4" fmla="*/ 0 w 40"/>
                <a:gd name="T5" fmla="*/ 20 h 152"/>
                <a:gd name="T6" fmla="*/ 20 w 40"/>
                <a:gd name="T7" fmla="*/ 0 h 152"/>
                <a:gd name="T8" fmla="*/ 40 w 40"/>
                <a:gd name="T9" fmla="*/ 20 h 152"/>
                <a:gd name="T10" fmla="*/ 40 w 40"/>
                <a:gd name="T11" fmla="*/ 132 h 152"/>
                <a:gd name="T12" fmla="*/ 20 w 40"/>
                <a:gd name="T13" fmla="*/ 152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" h="152">
                  <a:moveTo>
                    <a:pt x="20" y="152"/>
                  </a:moveTo>
                  <a:cubicBezTo>
                    <a:pt x="9" y="152"/>
                    <a:pt x="0" y="143"/>
                    <a:pt x="0" y="13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0" y="143"/>
                    <a:pt x="31" y="152"/>
                    <a:pt x="20" y="15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3" name="Arc 2">
            <a:extLst>
              <a:ext uri="{FF2B5EF4-FFF2-40B4-BE49-F238E27FC236}">
                <a16:creationId xmlns:a16="http://schemas.microsoft.com/office/drawing/2014/main" id="{21C30C80-CB34-4DF3-9CDC-1928FD45AA4F}"/>
              </a:ext>
            </a:extLst>
          </p:cNvPr>
          <p:cNvSpPr/>
          <p:nvPr/>
        </p:nvSpPr>
        <p:spPr>
          <a:xfrm rot="20700000">
            <a:off x="7465078" y="1038147"/>
            <a:ext cx="5670099" cy="5670099"/>
          </a:xfrm>
          <a:prstGeom prst="arc">
            <a:avLst>
              <a:gd name="adj1" fmla="val 16200000"/>
              <a:gd name="adj2" fmla="val 12667461"/>
            </a:avLst>
          </a:prstGeom>
          <a:noFill/>
          <a:ln w="1905000" cap="rnd">
            <a:solidFill>
              <a:schemeClr val="accent3"/>
            </a:solidFill>
            <a:round/>
          </a:ln>
          <a:effectLst>
            <a:outerShdw blurRad="622300" sx="99000" sy="99000" algn="ctr" rotWithShape="0">
              <a:schemeClr val="accent3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4D1277A-7591-404C-B8C1-554AE5BF2752}"/>
              </a:ext>
            </a:extLst>
          </p:cNvPr>
          <p:cNvSpPr/>
          <p:nvPr/>
        </p:nvSpPr>
        <p:spPr>
          <a:xfrm>
            <a:off x="3527060" y="3596314"/>
            <a:ext cx="2403077" cy="2403077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  <a:effectLst>
            <a:outerShdw blurRad="317500" sx="98000" sy="98000" algn="ctr" rotWithShape="0">
              <a:schemeClr val="accent1">
                <a:lumMod val="75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F0BF92E-CD91-4A16-AB41-541CEF6F7D5F}"/>
              </a:ext>
            </a:extLst>
          </p:cNvPr>
          <p:cNvSpPr/>
          <p:nvPr/>
        </p:nvSpPr>
        <p:spPr>
          <a:xfrm>
            <a:off x="4307466" y="4376720"/>
            <a:ext cx="842264" cy="842264"/>
          </a:xfrm>
          <a:prstGeom prst="ellipse">
            <a:avLst/>
          </a:prstGeom>
          <a:solidFill>
            <a:schemeClr val="accent1"/>
          </a:solidFill>
          <a:ln w="127000">
            <a:noFill/>
          </a:ln>
          <a:effectLst>
            <a:outerShdw blurRad="317500" sx="98000" sy="98000" algn="ctr" rotWithShape="0">
              <a:schemeClr val="accent1">
                <a:lumMod val="75000"/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2B9BAF-17D6-4D29-ADDE-5960F4D624B1}"/>
              </a:ext>
            </a:extLst>
          </p:cNvPr>
          <p:cNvSpPr/>
          <p:nvPr/>
        </p:nvSpPr>
        <p:spPr>
          <a:xfrm>
            <a:off x="2189366" y="982859"/>
            <a:ext cx="1116709" cy="1116709"/>
          </a:xfrm>
          <a:prstGeom prst="ellipse">
            <a:avLst/>
          </a:prstGeom>
          <a:solidFill>
            <a:schemeClr val="accent3"/>
          </a:solidFill>
          <a:ln w="38100">
            <a:noFill/>
          </a:ln>
          <a:effectLst>
            <a:outerShdw blurRad="317500" sx="98000" sy="98000" algn="ctr" rotWithShape="0">
              <a:schemeClr val="accent3">
                <a:alpha val="8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A256A7-4A84-40CE-A643-DFFB282D79F8}"/>
              </a:ext>
            </a:extLst>
          </p:cNvPr>
          <p:cNvSpPr/>
          <p:nvPr/>
        </p:nvSpPr>
        <p:spPr>
          <a:xfrm rot="2700000">
            <a:off x="5530600" y="-300495"/>
            <a:ext cx="1897114" cy="1897114"/>
          </a:xfrm>
          <a:prstGeom prst="rect">
            <a:avLst/>
          </a:prstGeom>
          <a:noFill/>
          <a:ln w="444500">
            <a:solidFill>
              <a:schemeClr val="accent2"/>
            </a:solidFill>
          </a:ln>
          <a:effectLst>
            <a:outerShdw blurRad="520700" sx="102000" sy="102000" algn="ctr" rotWithShape="0">
              <a:schemeClr val="accent2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2165A3-9A98-4CA3-812F-D5993A504A76}"/>
              </a:ext>
            </a:extLst>
          </p:cNvPr>
          <p:cNvSpPr/>
          <p:nvPr/>
        </p:nvSpPr>
        <p:spPr>
          <a:xfrm>
            <a:off x="6524740" y="5535809"/>
            <a:ext cx="1467156" cy="1467156"/>
          </a:xfrm>
          <a:prstGeom prst="rect">
            <a:avLst/>
          </a:prstGeom>
          <a:noFill/>
          <a:ln w="635000">
            <a:solidFill>
              <a:schemeClr val="accent2"/>
            </a:solidFill>
          </a:ln>
          <a:effectLst>
            <a:outerShdw blurRad="520700" sx="102000" sy="102000" algn="ctr" rotWithShape="0">
              <a:schemeClr val="accent2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0BD62E1-200F-E4D8-7E5E-538B4B5CF7E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7506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Vector Blogger Logo Free PNG Transparent Background, Free Download ...">
            <a:extLst>
              <a:ext uri="{FF2B5EF4-FFF2-40B4-BE49-F238E27FC236}">
                <a16:creationId xmlns:a16="http://schemas.microsoft.com/office/drawing/2014/main" id="{6B873915-685C-157E-0D4F-E3D9834DD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8878" y="5933304"/>
            <a:ext cx="269723" cy="269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97F643-F9CB-4D29-BB94-640C3212DC96}"/>
              </a:ext>
            </a:extLst>
          </p:cNvPr>
          <p:cNvSpPr txBox="1"/>
          <p:nvPr/>
        </p:nvSpPr>
        <p:spPr>
          <a:xfrm>
            <a:off x="691027" y="1060163"/>
            <a:ext cx="7294141" cy="2985421"/>
          </a:xfrm>
          <a:prstGeom prst="rect">
            <a:avLst/>
          </a:prstGeom>
          <a:solidFill>
            <a:srgbClr val="3D3CEE"/>
          </a:solidFill>
        </p:spPr>
        <p:txBody>
          <a:bodyPr wrap="square" lIns="91428" tIns="45714" rIns="91428" bIns="45714" rtlCol="0">
            <a:spAutoFit/>
          </a:bodyPr>
          <a:lstStyle/>
          <a:p>
            <a:pPr defTabSz="228554">
              <a:defRPr/>
            </a:pPr>
            <a:endParaRPr lang="en-US" sz="2400" b="1" dirty="0">
              <a:solidFill>
                <a:schemeClr val="bg1"/>
              </a:solidFill>
              <a:latin typeface="Century Gothic"/>
            </a:endParaRPr>
          </a:p>
          <a:p>
            <a:pPr defTabSz="228554">
              <a:defRPr/>
            </a:pP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</a:t>
            </a:r>
            <a:r>
              <a:rPr lang="en-US" sz="4400" b="1" dirty="0" err="1">
                <a:solidFill>
                  <a:schemeClr val="bg1"/>
                </a:solidFill>
                <a:latin typeface="Century Gothic"/>
              </a:rPr>
              <a:t>AcmeOne’s</a:t>
            </a: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Integration</a:t>
            </a:r>
          </a:p>
          <a:p>
            <a:pPr defTabSz="228554">
              <a:defRPr/>
            </a:pP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&amp; Customization</a:t>
            </a:r>
          </a:p>
          <a:p>
            <a:pPr defTabSz="228554">
              <a:defRPr/>
            </a:pPr>
            <a:r>
              <a:rPr lang="en-US" sz="4400" b="1" dirty="0">
                <a:solidFill>
                  <a:schemeClr val="bg1"/>
                </a:solidFill>
                <a:latin typeface="Century Gothic"/>
              </a:rPr>
              <a:t> Planning</a:t>
            </a:r>
          </a:p>
          <a:p>
            <a:pPr defTabSz="228554">
              <a:defRPr/>
            </a:pPr>
            <a:endParaRPr lang="en-US" sz="3200" b="1" dirty="0">
              <a:solidFill>
                <a:schemeClr val="bg1"/>
              </a:solidFill>
              <a:latin typeface="Century Gothic"/>
            </a:endParaRPr>
          </a:p>
        </p:txBody>
      </p:sp>
      <p:pic>
        <p:nvPicPr>
          <p:cNvPr id="2" name="Picture 10" descr="‎Glean Work on the App Store">
            <a:extLst>
              <a:ext uri="{FF2B5EF4-FFF2-40B4-BE49-F238E27FC236}">
                <a16:creationId xmlns:a16="http://schemas.microsoft.com/office/drawing/2014/main" id="{648F8A17-A2C4-BCCF-B65D-25CD627295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1" t="12170" r="29863" b="12724"/>
          <a:stretch/>
        </p:blipFill>
        <p:spPr bwMode="auto">
          <a:xfrm>
            <a:off x="9134531" y="2831529"/>
            <a:ext cx="1871437" cy="1836248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5EAB5940-F221-AAC9-7BBD-7BAF78A961EB}"/>
              </a:ext>
            </a:extLst>
          </p:cNvPr>
          <p:cNvGrpSpPr/>
          <p:nvPr/>
        </p:nvGrpSpPr>
        <p:grpSpPr>
          <a:xfrm>
            <a:off x="374338" y="4133463"/>
            <a:ext cx="4507981" cy="2127379"/>
            <a:chOff x="312267" y="4563758"/>
            <a:chExt cx="4507981" cy="212737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EB08C0-C0A1-4F59-B1C6-6F681657D997}"/>
                </a:ext>
              </a:extLst>
            </p:cNvPr>
            <p:cNvGrpSpPr/>
            <p:nvPr/>
          </p:nvGrpSpPr>
          <p:grpSpPr>
            <a:xfrm>
              <a:off x="1711321" y="4563758"/>
              <a:ext cx="416687" cy="416686"/>
              <a:chOff x="965201" y="4870451"/>
              <a:chExt cx="228600" cy="228600"/>
            </a:xfrm>
            <a:solidFill>
              <a:schemeClr val="accent2">
                <a:alpha val="35000"/>
              </a:schemeClr>
            </a:solidFill>
          </p:grpSpPr>
          <p:sp>
            <p:nvSpPr>
              <p:cNvPr id="21" name="Freeform 46">
                <a:extLst>
                  <a:ext uri="{FF2B5EF4-FFF2-40B4-BE49-F238E27FC236}">
                    <a16:creationId xmlns:a16="http://schemas.microsoft.com/office/drawing/2014/main" id="{516B60A2-4708-4DF0-9AFC-E19661BF4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5201" y="4954588"/>
                <a:ext cx="228600" cy="60325"/>
              </a:xfrm>
              <a:custGeom>
                <a:avLst/>
                <a:gdLst>
                  <a:gd name="T0" fmla="*/ 132 w 152"/>
                  <a:gd name="T1" fmla="*/ 40 h 40"/>
                  <a:gd name="T2" fmla="*/ 20 w 152"/>
                  <a:gd name="T3" fmla="*/ 40 h 40"/>
                  <a:gd name="T4" fmla="*/ 0 w 152"/>
                  <a:gd name="T5" fmla="*/ 20 h 40"/>
                  <a:gd name="T6" fmla="*/ 20 w 152"/>
                  <a:gd name="T7" fmla="*/ 0 h 40"/>
                  <a:gd name="T8" fmla="*/ 132 w 152"/>
                  <a:gd name="T9" fmla="*/ 0 h 40"/>
                  <a:gd name="T10" fmla="*/ 152 w 152"/>
                  <a:gd name="T11" fmla="*/ 20 h 40"/>
                  <a:gd name="T12" fmla="*/ 132 w 152"/>
                  <a:gd name="T13" fmla="*/ 4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2" h="40">
                    <a:moveTo>
                      <a:pt x="132" y="40"/>
                    </a:moveTo>
                    <a:cubicBezTo>
                      <a:pt x="20" y="40"/>
                      <a:pt x="20" y="40"/>
                      <a:pt x="20" y="40"/>
                    </a:cubicBez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132" y="0"/>
                      <a:pt x="132" y="0"/>
                      <a:pt x="132" y="0"/>
                    </a:cubicBezTo>
                    <a:cubicBezTo>
                      <a:pt x="143" y="0"/>
                      <a:pt x="152" y="9"/>
                      <a:pt x="152" y="20"/>
                    </a:cubicBezTo>
                    <a:cubicBezTo>
                      <a:pt x="152" y="31"/>
                      <a:pt x="143" y="40"/>
                      <a:pt x="132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  <p:sp>
            <p:nvSpPr>
              <p:cNvPr id="22" name="Freeform 47">
                <a:extLst>
                  <a:ext uri="{FF2B5EF4-FFF2-40B4-BE49-F238E27FC236}">
                    <a16:creationId xmlns:a16="http://schemas.microsoft.com/office/drawing/2014/main" id="{1559EA6F-D571-4691-AD2F-3C27B07C8A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9338" y="4870451"/>
                <a:ext cx="60325" cy="228600"/>
              </a:xfrm>
              <a:custGeom>
                <a:avLst/>
                <a:gdLst>
                  <a:gd name="T0" fmla="*/ 20 w 40"/>
                  <a:gd name="T1" fmla="*/ 152 h 152"/>
                  <a:gd name="T2" fmla="*/ 0 w 40"/>
                  <a:gd name="T3" fmla="*/ 132 h 152"/>
                  <a:gd name="T4" fmla="*/ 0 w 40"/>
                  <a:gd name="T5" fmla="*/ 20 h 152"/>
                  <a:gd name="T6" fmla="*/ 20 w 40"/>
                  <a:gd name="T7" fmla="*/ 0 h 152"/>
                  <a:gd name="T8" fmla="*/ 40 w 40"/>
                  <a:gd name="T9" fmla="*/ 20 h 152"/>
                  <a:gd name="T10" fmla="*/ 40 w 40"/>
                  <a:gd name="T11" fmla="*/ 132 h 152"/>
                  <a:gd name="T12" fmla="*/ 20 w 40"/>
                  <a:gd name="T13" fmla="*/ 152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0" h="152">
                    <a:moveTo>
                      <a:pt x="20" y="152"/>
                    </a:moveTo>
                    <a:cubicBezTo>
                      <a:pt x="9" y="152"/>
                      <a:pt x="0" y="143"/>
                      <a:pt x="0" y="13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40" y="143"/>
                      <a:pt x="31" y="152"/>
                      <a:pt x="20" y="15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80421D30-FE4B-4111-8EA7-0A627C1F1BCA}"/>
                </a:ext>
              </a:extLst>
            </p:cNvPr>
            <p:cNvGrpSpPr/>
            <p:nvPr/>
          </p:nvGrpSpPr>
          <p:grpSpPr>
            <a:xfrm>
              <a:off x="2836191" y="5236935"/>
              <a:ext cx="163780" cy="158891"/>
              <a:chOff x="1752601" y="4673601"/>
              <a:chExt cx="106363" cy="103188"/>
            </a:xfrm>
            <a:solidFill>
              <a:schemeClr val="accent1">
                <a:alpha val="35000"/>
              </a:schemeClr>
            </a:solidFill>
          </p:grpSpPr>
          <p:sp>
            <p:nvSpPr>
              <p:cNvPr id="40" name="Freeform 48">
                <a:extLst>
                  <a:ext uri="{FF2B5EF4-FFF2-40B4-BE49-F238E27FC236}">
                    <a16:creationId xmlns:a16="http://schemas.microsoft.com/office/drawing/2014/main" id="{AAB9F2A5-0185-409C-9C42-4C30E42385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1" y="4673601"/>
                <a:ext cx="106363" cy="103188"/>
              </a:xfrm>
              <a:custGeom>
                <a:avLst/>
                <a:gdLst>
                  <a:gd name="T0" fmla="*/ 59 w 70"/>
                  <a:gd name="T1" fmla="*/ 69 h 69"/>
                  <a:gd name="T2" fmla="*/ 52 w 70"/>
                  <a:gd name="T3" fmla="*/ 66 h 69"/>
                  <a:gd name="T4" fmla="*/ 4 w 70"/>
                  <a:gd name="T5" fmla="*/ 18 h 69"/>
                  <a:gd name="T6" fmla="*/ 4 w 70"/>
                  <a:gd name="T7" fmla="*/ 4 h 69"/>
                  <a:gd name="T8" fmla="*/ 18 w 70"/>
                  <a:gd name="T9" fmla="*/ 4 h 69"/>
                  <a:gd name="T10" fmla="*/ 66 w 70"/>
                  <a:gd name="T11" fmla="*/ 52 h 69"/>
                  <a:gd name="T12" fmla="*/ 66 w 70"/>
                  <a:gd name="T13" fmla="*/ 66 h 69"/>
                  <a:gd name="T14" fmla="*/ 59 w 70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69">
                    <a:moveTo>
                      <a:pt x="59" y="69"/>
                    </a:moveTo>
                    <a:cubicBezTo>
                      <a:pt x="56" y="69"/>
                      <a:pt x="54" y="68"/>
                      <a:pt x="52" y="66"/>
                    </a:cubicBezTo>
                    <a:cubicBezTo>
                      <a:pt x="4" y="18"/>
                      <a:pt x="4" y="18"/>
                      <a:pt x="4" y="18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4" y="0"/>
                      <a:pt x="18" y="4"/>
                    </a:cubicBezTo>
                    <a:cubicBezTo>
                      <a:pt x="66" y="52"/>
                      <a:pt x="66" y="52"/>
                      <a:pt x="66" y="52"/>
                    </a:cubicBezTo>
                    <a:cubicBezTo>
                      <a:pt x="70" y="56"/>
                      <a:pt x="70" y="62"/>
                      <a:pt x="66" y="66"/>
                    </a:cubicBezTo>
                    <a:cubicBezTo>
                      <a:pt x="64" y="68"/>
                      <a:pt x="62" y="69"/>
                      <a:pt x="59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  <p:sp>
            <p:nvSpPr>
              <p:cNvPr id="41" name="Freeform 49">
                <a:extLst>
                  <a:ext uri="{FF2B5EF4-FFF2-40B4-BE49-F238E27FC236}">
                    <a16:creationId xmlns:a16="http://schemas.microsoft.com/office/drawing/2014/main" id="{58547DC9-3FD2-4374-A912-4418AE2CE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601" y="4673601"/>
                <a:ext cx="106363" cy="103188"/>
              </a:xfrm>
              <a:custGeom>
                <a:avLst/>
                <a:gdLst>
                  <a:gd name="T0" fmla="*/ 11 w 70"/>
                  <a:gd name="T1" fmla="*/ 69 h 69"/>
                  <a:gd name="T2" fmla="*/ 4 w 70"/>
                  <a:gd name="T3" fmla="*/ 66 h 69"/>
                  <a:gd name="T4" fmla="*/ 4 w 70"/>
                  <a:gd name="T5" fmla="*/ 52 h 69"/>
                  <a:gd name="T6" fmla="*/ 52 w 70"/>
                  <a:gd name="T7" fmla="*/ 4 h 69"/>
                  <a:gd name="T8" fmla="*/ 66 w 70"/>
                  <a:gd name="T9" fmla="*/ 4 h 69"/>
                  <a:gd name="T10" fmla="*/ 66 w 70"/>
                  <a:gd name="T11" fmla="*/ 18 h 69"/>
                  <a:gd name="T12" fmla="*/ 18 w 70"/>
                  <a:gd name="T13" fmla="*/ 66 h 69"/>
                  <a:gd name="T14" fmla="*/ 11 w 70"/>
                  <a:gd name="T1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0" h="69">
                    <a:moveTo>
                      <a:pt x="11" y="69"/>
                    </a:moveTo>
                    <a:cubicBezTo>
                      <a:pt x="8" y="69"/>
                      <a:pt x="6" y="68"/>
                      <a:pt x="4" y="66"/>
                    </a:cubicBezTo>
                    <a:cubicBezTo>
                      <a:pt x="0" y="62"/>
                      <a:pt x="0" y="56"/>
                      <a:pt x="4" y="52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6" y="0"/>
                      <a:pt x="62" y="0"/>
                      <a:pt x="66" y="4"/>
                    </a:cubicBezTo>
                    <a:cubicBezTo>
                      <a:pt x="70" y="8"/>
                      <a:pt x="70" y="14"/>
                      <a:pt x="66" y="18"/>
                    </a:cubicBezTo>
                    <a:cubicBezTo>
                      <a:pt x="18" y="66"/>
                      <a:pt x="18" y="66"/>
                      <a:pt x="18" y="66"/>
                    </a:cubicBezTo>
                    <a:cubicBezTo>
                      <a:pt x="16" y="68"/>
                      <a:pt x="14" y="69"/>
                      <a:pt x="11" y="6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45714" tIns="22857" rIns="45714" bIns="22857" numCol="1" anchor="t" anchorCtr="0" compatLnSpc="1">
                <a:prstTxWarp prst="textNoShape">
                  <a:avLst/>
                </a:prstTxWarp>
              </a:bodyPr>
              <a:lstStyle/>
              <a:p>
                <a:pPr defTabSz="228554">
                  <a:defRPr/>
                </a:pPr>
                <a:endParaRPr lang="en-US" sz="90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AB14377-163D-4F60-A4B6-83447981CACD}"/>
                </a:ext>
              </a:extLst>
            </p:cNvPr>
            <p:cNvSpPr/>
            <p:nvPr/>
          </p:nvSpPr>
          <p:spPr>
            <a:xfrm>
              <a:off x="4636947" y="4706201"/>
              <a:ext cx="183301" cy="183301"/>
            </a:xfrm>
            <a:prstGeom prst="ellipse">
              <a:avLst/>
            </a:prstGeom>
            <a:solidFill>
              <a:schemeClr val="bg1"/>
            </a:solidFill>
            <a:ln w="127000">
              <a:noFill/>
            </a:ln>
            <a:effectLst>
              <a:outerShdw blurRad="317500" sx="98000" sy="98000" algn="ctr" rotWithShape="0">
                <a:schemeClr val="accent1">
                  <a:lumMod val="75000"/>
                  <a:alpha val="89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>
                <a:defRPr/>
              </a:pPr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1" name="Google Shape;5412;g2089221466f_26_1089">
              <a:extLst>
                <a:ext uri="{FF2B5EF4-FFF2-40B4-BE49-F238E27FC236}">
                  <a16:creationId xmlns:a16="http://schemas.microsoft.com/office/drawing/2014/main" id="{0FE790A7-E81D-A9BC-8BDB-370FD7676B82}"/>
                </a:ext>
              </a:extLst>
            </p:cNvPr>
            <p:cNvSpPr txBox="1"/>
            <p:nvPr/>
          </p:nvSpPr>
          <p:spPr>
            <a:xfrm>
              <a:off x="1707368" y="5600099"/>
              <a:ext cx="2604353" cy="1091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t" anchorCtr="0">
              <a:spAutoFit/>
            </a:bodyPr>
            <a:lstStyle/>
            <a:p>
              <a:pPr marL="0" marR="0" lvl="0" indent="0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000" b="1" dirty="0">
                  <a:solidFill>
                    <a:srgbClr val="1C1C1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Rob Barker</a:t>
              </a:r>
            </a:p>
            <a:p>
              <a:pPr marL="0" marR="0" lvl="0" indent="0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1400" i="0" u="none" strike="noStrike" cap="none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  <a:hlinkClick r:id="rId5"/>
                </a:rPr>
                <a:t>rob.barker@glean.com</a:t>
              </a:r>
              <a:endParaRPr lang="en-US" sz="1400" i="0" u="none" strike="noStrike" cap="none" dirty="0">
                <a:solidFill>
                  <a:srgbClr val="1C1C1C"/>
                </a:solidFill>
                <a:latin typeface="Inter ExtraBold"/>
                <a:ea typeface="Inter"/>
                <a:cs typeface="Inter"/>
                <a:sym typeface="Inter ExtraBold"/>
              </a:endParaRPr>
            </a:p>
            <a:p>
              <a:pPr marL="0" marR="0" lvl="0" indent="0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br>
                <a:rPr lang="en-US" sz="1400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  <a:hlinkClick r:id="rId6"/>
                </a:rPr>
              </a:br>
              <a:r>
                <a:rPr lang="en-US" sz="1400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  <a:hlinkClick r:id="rId6"/>
                </a:rPr>
                <a:t>https://gleaningideas.com</a:t>
              </a:r>
              <a:r>
                <a:rPr lang="en-US" sz="1400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</a:rPr>
                <a:t>   </a:t>
              </a:r>
              <a:r>
                <a:rPr lang="en-US" sz="1400" i="0" u="none" strike="noStrike" cap="none" dirty="0">
                  <a:solidFill>
                    <a:srgbClr val="1C1C1C"/>
                  </a:solidFill>
                  <a:latin typeface="Inter ExtraBold"/>
                  <a:ea typeface="Inter"/>
                  <a:cs typeface="Inter"/>
                  <a:sym typeface="Inter ExtraBold"/>
                </a:rPr>
                <a:t> </a:t>
              </a:r>
              <a:endParaRPr sz="1100" i="0" u="none" strike="noStrike" cap="none" dirty="0">
                <a:solidFill>
                  <a:srgbClr val="1C1C1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5" name="Google Shape;5411;g2089221466f_26_1089">
              <a:extLst>
                <a:ext uri="{FF2B5EF4-FFF2-40B4-BE49-F238E27FC236}">
                  <a16:creationId xmlns:a16="http://schemas.microsoft.com/office/drawing/2014/main" id="{6A5F5DAC-6666-7C5E-D2A5-C9558A536A0F}"/>
                </a:ext>
              </a:extLst>
            </p:cNvPr>
            <p:cNvSpPr/>
            <p:nvPr/>
          </p:nvSpPr>
          <p:spPr>
            <a:xfrm>
              <a:off x="1042928" y="5081607"/>
              <a:ext cx="3014623" cy="518800"/>
            </a:xfrm>
            <a:prstGeom prst="roundRect">
              <a:avLst>
                <a:gd name="adj" fmla="val 50000"/>
              </a:avLst>
            </a:prstGeom>
            <a:solidFill>
              <a:srgbClr val="3D3CEE"/>
            </a:solidFill>
            <a:ln w="19050" cap="flat" cmpd="sng">
              <a:solidFill>
                <a:srgbClr val="3D3C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5725" tIns="22875" rIns="45725" bIns="228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sz="19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8" name="Google Shape;5424;g2089221466f_26_1089">
              <a:extLst>
                <a:ext uri="{FF2B5EF4-FFF2-40B4-BE49-F238E27FC236}">
                  <a16:creationId xmlns:a16="http://schemas.microsoft.com/office/drawing/2014/main" id="{8E2FCDA4-1FE8-E2EF-AFBA-D392831584F5}"/>
                </a:ext>
              </a:extLst>
            </p:cNvPr>
            <p:cNvSpPr txBox="1"/>
            <p:nvPr/>
          </p:nvSpPr>
          <p:spPr>
            <a:xfrm>
              <a:off x="1426807" y="5167585"/>
              <a:ext cx="2729072" cy="38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marR="0" lvl="0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dirty="0">
                  <a:solidFill>
                    <a:schemeClr val="lt1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Solutions Architect, Glean</a:t>
              </a:r>
              <a:endParaRPr sz="1500" b="1" i="0" u="none" strike="noStrike" cap="none" dirty="0">
                <a:solidFill>
                  <a:schemeClr val="lt1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pic>
          <p:nvPicPr>
            <p:cNvPr id="59" name="Google Shape;5431;g2089221466f_26_1089">
              <a:extLst>
                <a:ext uri="{FF2B5EF4-FFF2-40B4-BE49-F238E27FC236}">
                  <a16:creationId xmlns:a16="http://schemas.microsoft.com/office/drawing/2014/main" id="{8C3C6AF2-5DC3-6510-8578-33865C2EB6E5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12267" y="4872900"/>
              <a:ext cx="1336365" cy="13224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5433;g2089221466f_26_1089">
              <a:extLst>
                <a:ext uri="{FF2B5EF4-FFF2-40B4-BE49-F238E27FC236}">
                  <a16:creationId xmlns:a16="http://schemas.microsoft.com/office/drawing/2014/main" id="{45D8D4B8-F8B6-E221-4D29-1655023DA2AF}"/>
                </a:ext>
              </a:extLst>
            </p:cNvPr>
            <p:cNvSpPr/>
            <p:nvPr/>
          </p:nvSpPr>
          <p:spPr>
            <a:xfrm>
              <a:off x="356053" y="4923407"/>
              <a:ext cx="1261800" cy="1239300"/>
            </a:xfrm>
            <a:prstGeom prst="ellipse">
              <a:avLst/>
            </a:prstGeom>
            <a:noFill/>
            <a:ln w="76200" cap="flat" cmpd="sng">
              <a:solidFill>
                <a:srgbClr val="3D3CE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55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4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8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6" presetClass="emph" presetSubtype="0" repeatCount="indefinite" accel="46000" decel="5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" presetClass="emph" presetSubtype="0" repeatCount="indefinite" accel="46000" decel="54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0" dur="2300" fill="hold"/>
                                        <p:tgtEl>
                                          <p:spTgt spid="4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1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600"/>
                            </p:stCondLst>
                            <p:childTnLst>
                              <p:par>
                                <p:cTn id="74" presetID="8" presetClass="emph" presetSubtype="0" repeatCount="indefinite" accel="48000" decel="52000" autoRev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5" dur="3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7" dur="28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" presetID="8" presetClass="emph" presetSubtype="0" repeatCount="indefinite" accel="48000" decel="52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79" dur="4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" grpId="0" animBg="1"/>
      <p:bldP spid="3" grpId="1" animBg="1"/>
      <p:bldP spid="4" grpId="0" animBg="1"/>
      <p:bldP spid="4" grpId="1" animBg="1"/>
      <p:bldP spid="5" grpId="0" animBg="1"/>
      <p:bldP spid="8" grpId="0" animBg="1"/>
      <p:bldP spid="8" grpId="1" animBg="1"/>
      <p:bldP spid="9" grpId="0" animBg="1"/>
      <p:bldP spid="10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9DD84B6-ED55-4EB0-B1B2-61E8BD0AFC16}"/>
              </a:ext>
            </a:extLst>
          </p:cNvPr>
          <p:cNvSpPr/>
          <p:nvPr/>
        </p:nvSpPr>
        <p:spPr>
          <a:xfrm>
            <a:off x="4157784" y="2687744"/>
            <a:ext cx="3876431" cy="1261078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641580-C7B8-7FA5-1A2A-96F720E57D2E}"/>
              </a:ext>
            </a:extLst>
          </p:cNvPr>
          <p:cNvGrpSpPr/>
          <p:nvPr/>
        </p:nvGrpSpPr>
        <p:grpSpPr>
          <a:xfrm>
            <a:off x="2954233" y="361259"/>
            <a:ext cx="6283533" cy="5970954"/>
            <a:chOff x="3900918" y="1080481"/>
            <a:chExt cx="4390165" cy="43922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0981FA6C-4E71-45C7-9D41-03DC04720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0918" y="1080481"/>
              <a:ext cx="4390165" cy="4392278"/>
            </a:xfrm>
            <a:custGeom>
              <a:avLst/>
              <a:gdLst>
                <a:gd name="T0" fmla="*/ 1101 w 2076"/>
                <a:gd name="T1" fmla="*/ 2066 h 2076"/>
                <a:gd name="T2" fmla="*/ 1121 w 2076"/>
                <a:gd name="T3" fmla="*/ 2073 h 2076"/>
                <a:gd name="T4" fmla="*/ 1351 w 2076"/>
                <a:gd name="T5" fmla="*/ 2010 h 2076"/>
                <a:gd name="T6" fmla="*/ 856 w 2076"/>
                <a:gd name="T7" fmla="*/ 2060 h 2076"/>
                <a:gd name="T8" fmla="*/ 733 w 2076"/>
                <a:gd name="T9" fmla="*/ 2030 h 2076"/>
                <a:gd name="T10" fmla="*/ 738 w 2076"/>
                <a:gd name="T11" fmla="*/ 2014 h 2076"/>
                <a:gd name="T12" fmla="*/ 1377 w 2076"/>
                <a:gd name="T13" fmla="*/ 2001 h 2076"/>
                <a:gd name="T14" fmla="*/ 1505 w 2076"/>
                <a:gd name="T15" fmla="*/ 1946 h 2076"/>
                <a:gd name="T16" fmla="*/ 1513 w 2076"/>
                <a:gd name="T17" fmla="*/ 1961 h 2076"/>
                <a:gd name="T18" fmla="*/ 611 w 2076"/>
                <a:gd name="T19" fmla="*/ 1975 h 2076"/>
                <a:gd name="T20" fmla="*/ 406 w 2076"/>
                <a:gd name="T21" fmla="*/ 1841 h 2076"/>
                <a:gd name="T22" fmla="*/ 1624 w 2076"/>
                <a:gd name="T23" fmla="*/ 1885 h 2076"/>
                <a:gd name="T24" fmla="*/ 1802 w 2076"/>
                <a:gd name="T25" fmla="*/ 1728 h 2076"/>
                <a:gd name="T26" fmla="*/ 374 w 2076"/>
                <a:gd name="T27" fmla="*/ 1837 h 2076"/>
                <a:gd name="T28" fmla="*/ 358 w 2076"/>
                <a:gd name="T29" fmla="*/ 1820 h 2076"/>
                <a:gd name="T30" fmla="*/ 295 w 2076"/>
                <a:gd name="T31" fmla="*/ 1739 h 2076"/>
                <a:gd name="T32" fmla="*/ 1807 w 2076"/>
                <a:gd name="T33" fmla="*/ 1714 h 2076"/>
                <a:gd name="T34" fmla="*/ 1825 w 2076"/>
                <a:gd name="T35" fmla="*/ 1693 h 2076"/>
                <a:gd name="T36" fmla="*/ 1833 w 2076"/>
                <a:gd name="T37" fmla="*/ 1700 h 2076"/>
                <a:gd name="T38" fmla="*/ 183 w 2076"/>
                <a:gd name="T39" fmla="*/ 1621 h 2076"/>
                <a:gd name="T40" fmla="*/ 183 w 2076"/>
                <a:gd name="T41" fmla="*/ 1621 h 2076"/>
                <a:gd name="T42" fmla="*/ 1969 w 2076"/>
                <a:gd name="T43" fmla="*/ 1496 h 2076"/>
                <a:gd name="T44" fmla="*/ 2033 w 2076"/>
                <a:gd name="T45" fmla="*/ 1267 h 2076"/>
                <a:gd name="T46" fmla="*/ 1981 w 2076"/>
                <a:gd name="T47" fmla="*/ 1471 h 2076"/>
                <a:gd name="T48" fmla="*/ 52 w 2076"/>
                <a:gd name="T49" fmla="*/ 1336 h 2076"/>
                <a:gd name="T50" fmla="*/ 39 w 2076"/>
                <a:gd name="T51" fmla="*/ 1313 h 2076"/>
                <a:gd name="T52" fmla="*/ 12 w 2076"/>
                <a:gd name="T53" fmla="*/ 1197 h 2076"/>
                <a:gd name="T54" fmla="*/ 41 w 2076"/>
                <a:gd name="T55" fmla="*/ 1298 h 2076"/>
                <a:gd name="T56" fmla="*/ 2047 w 2076"/>
                <a:gd name="T57" fmla="*/ 1250 h 2076"/>
                <a:gd name="T58" fmla="*/ 2067 w 2076"/>
                <a:gd name="T59" fmla="*/ 997 h 2076"/>
                <a:gd name="T60" fmla="*/ 8 w 2076"/>
                <a:gd name="T61" fmla="*/ 1064 h 2076"/>
                <a:gd name="T62" fmla="*/ 8 w 2076"/>
                <a:gd name="T63" fmla="*/ 1035 h 2076"/>
                <a:gd name="T64" fmla="*/ 40 w 2076"/>
                <a:gd name="T65" fmla="*/ 821 h 2076"/>
                <a:gd name="T66" fmla="*/ 2074 w 2076"/>
                <a:gd name="T67" fmla="*/ 976 h 2076"/>
                <a:gd name="T68" fmla="*/ 2017 w 2076"/>
                <a:gd name="T69" fmla="*/ 740 h 2076"/>
                <a:gd name="T70" fmla="*/ 36 w 2076"/>
                <a:gd name="T71" fmla="*/ 800 h 2076"/>
                <a:gd name="T72" fmla="*/ 45 w 2076"/>
                <a:gd name="T73" fmla="*/ 773 h 2076"/>
                <a:gd name="T74" fmla="*/ 69 w 2076"/>
                <a:gd name="T75" fmla="*/ 666 h 2076"/>
                <a:gd name="T76" fmla="*/ 45 w 2076"/>
                <a:gd name="T77" fmla="*/ 773 h 2076"/>
                <a:gd name="T78" fmla="*/ 2007 w 2076"/>
                <a:gd name="T79" fmla="*/ 698 h 2076"/>
                <a:gd name="T80" fmla="*/ 1970 w 2076"/>
                <a:gd name="T81" fmla="*/ 582 h 2076"/>
                <a:gd name="T82" fmla="*/ 134 w 2076"/>
                <a:gd name="T83" fmla="*/ 553 h 2076"/>
                <a:gd name="T84" fmla="*/ 144 w 2076"/>
                <a:gd name="T85" fmla="*/ 527 h 2076"/>
                <a:gd name="T86" fmla="*/ 148 w 2076"/>
                <a:gd name="T87" fmla="*/ 528 h 2076"/>
                <a:gd name="T88" fmla="*/ 1901 w 2076"/>
                <a:gd name="T89" fmla="*/ 486 h 2076"/>
                <a:gd name="T90" fmla="*/ 1823 w 2076"/>
                <a:gd name="T91" fmla="*/ 359 h 2076"/>
                <a:gd name="T92" fmla="*/ 299 w 2076"/>
                <a:gd name="T93" fmla="*/ 330 h 2076"/>
                <a:gd name="T94" fmla="*/ 468 w 2076"/>
                <a:gd name="T95" fmla="*/ 171 h 2076"/>
                <a:gd name="T96" fmla="*/ 1724 w 2076"/>
                <a:gd name="T97" fmla="*/ 282 h 2076"/>
                <a:gd name="T98" fmla="*/ 1703 w 2076"/>
                <a:gd name="T99" fmla="*/ 263 h 2076"/>
                <a:gd name="T100" fmla="*/ 1714 w 2076"/>
                <a:gd name="T101" fmla="*/ 250 h 2076"/>
                <a:gd name="T102" fmla="*/ 503 w 2076"/>
                <a:gd name="T103" fmla="*/ 158 h 2076"/>
                <a:gd name="T104" fmla="*/ 602 w 2076"/>
                <a:gd name="T105" fmla="*/ 96 h 2076"/>
                <a:gd name="T106" fmla="*/ 609 w 2076"/>
                <a:gd name="T107" fmla="*/ 112 h 2076"/>
                <a:gd name="T108" fmla="*/ 1504 w 2076"/>
                <a:gd name="T109" fmla="*/ 120 h 2076"/>
                <a:gd name="T110" fmla="*/ 1288 w 2076"/>
                <a:gd name="T111" fmla="*/ 48 h 2076"/>
                <a:gd name="T112" fmla="*/ 1494 w 2076"/>
                <a:gd name="T113" fmla="*/ 115 h 2076"/>
                <a:gd name="T114" fmla="*/ 764 w 2076"/>
                <a:gd name="T115" fmla="*/ 54 h 2076"/>
                <a:gd name="T116" fmla="*/ 767 w 2076"/>
                <a:gd name="T117" fmla="*/ 54 h 2076"/>
                <a:gd name="T118" fmla="*/ 1263 w 2076"/>
                <a:gd name="T119" fmla="*/ 42 h 2076"/>
                <a:gd name="T120" fmla="*/ 1019 w 2076"/>
                <a:gd name="T121" fmla="*/ 9 h 2076"/>
                <a:gd name="T122" fmla="*/ 990 w 2076"/>
                <a:gd name="T123" fmla="*/ 10 h 2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6" h="2076">
                  <a:moveTo>
                    <a:pt x="1038" y="2076"/>
                  </a:moveTo>
                  <a:cubicBezTo>
                    <a:pt x="1024" y="2076"/>
                    <a:pt x="1010" y="2076"/>
                    <a:pt x="996" y="2076"/>
                  </a:cubicBezTo>
                  <a:cubicBezTo>
                    <a:pt x="958" y="2074"/>
                    <a:pt x="920" y="2070"/>
                    <a:pt x="883" y="2065"/>
                  </a:cubicBezTo>
                  <a:cubicBezTo>
                    <a:pt x="878" y="2064"/>
                    <a:pt x="875" y="2060"/>
                    <a:pt x="876" y="2055"/>
                  </a:cubicBezTo>
                  <a:cubicBezTo>
                    <a:pt x="876" y="2051"/>
                    <a:pt x="881" y="2047"/>
                    <a:pt x="885" y="2048"/>
                  </a:cubicBezTo>
                  <a:cubicBezTo>
                    <a:pt x="922" y="2054"/>
                    <a:pt x="960" y="2057"/>
                    <a:pt x="997" y="2059"/>
                  </a:cubicBezTo>
                  <a:cubicBezTo>
                    <a:pt x="1028" y="2060"/>
                    <a:pt x="1060" y="2060"/>
                    <a:pt x="1092" y="2058"/>
                  </a:cubicBezTo>
                  <a:cubicBezTo>
                    <a:pt x="1097" y="2058"/>
                    <a:pt x="1101" y="2061"/>
                    <a:pt x="1101" y="2066"/>
                  </a:cubicBezTo>
                  <a:cubicBezTo>
                    <a:pt x="1101" y="2071"/>
                    <a:pt x="1098" y="2075"/>
                    <a:pt x="1093" y="2075"/>
                  </a:cubicBezTo>
                  <a:cubicBezTo>
                    <a:pt x="1075" y="2076"/>
                    <a:pt x="1057" y="2076"/>
                    <a:pt x="1038" y="2076"/>
                  </a:cubicBezTo>
                  <a:close/>
                  <a:moveTo>
                    <a:pt x="1121" y="2073"/>
                  </a:moveTo>
                  <a:cubicBezTo>
                    <a:pt x="1116" y="2073"/>
                    <a:pt x="1113" y="2070"/>
                    <a:pt x="1112" y="2065"/>
                  </a:cubicBezTo>
                  <a:cubicBezTo>
                    <a:pt x="1112" y="2061"/>
                    <a:pt x="1116" y="2057"/>
                    <a:pt x="1120" y="2056"/>
                  </a:cubicBezTo>
                  <a:cubicBezTo>
                    <a:pt x="1125" y="2056"/>
                    <a:pt x="1129" y="2059"/>
                    <a:pt x="1129" y="2064"/>
                  </a:cubicBezTo>
                  <a:cubicBezTo>
                    <a:pt x="1130" y="2069"/>
                    <a:pt x="1126" y="2073"/>
                    <a:pt x="1122" y="2073"/>
                  </a:cubicBezTo>
                  <a:cubicBezTo>
                    <a:pt x="1121" y="2073"/>
                    <a:pt x="1121" y="2073"/>
                    <a:pt x="1121" y="2073"/>
                  </a:cubicBezTo>
                  <a:close/>
                  <a:moveTo>
                    <a:pt x="1149" y="2070"/>
                  </a:moveTo>
                  <a:cubicBezTo>
                    <a:pt x="1145" y="2070"/>
                    <a:pt x="1141" y="2067"/>
                    <a:pt x="1141" y="2063"/>
                  </a:cubicBezTo>
                  <a:cubicBezTo>
                    <a:pt x="1140" y="2061"/>
                    <a:pt x="1141" y="2058"/>
                    <a:pt x="1142" y="2057"/>
                  </a:cubicBezTo>
                  <a:cubicBezTo>
                    <a:pt x="1144" y="2055"/>
                    <a:pt x="1146" y="2054"/>
                    <a:pt x="1148" y="2054"/>
                  </a:cubicBezTo>
                  <a:cubicBezTo>
                    <a:pt x="1185" y="2050"/>
                    <a:pt x="1222" y="2043"/>
                    <a:pt x="1259" y="2035"/>
                  </a:cubicBezTo>
                  <a:cubicBezTo>
                    <a:pt x="1259" y="2035"/>
                    <a:pt x="1259" y="2035"/>
                    <a:pt x="1259" y="2035"/>
                  </a:cubicBezTo>
                  <a:cubicBezTo>
                    <a:pt x="1259" y="2035"/>
                    <a:pt x="1259" y="2035"/>
                    <a:pt x="1259" y="2035"/>
                  </a:cubicBezTo>
                  <a:cubicBezTo>
                    <a:pt x="1290" y="2028"/>
                    <a:pt x="1321" y="2020"/>
                    <a:pt x="1351" y="2010"/>
                  </a:cubicBezTo>
                  <a:cubicBezTo>
                    <a:pt x="1355" y="2009"/>
                    <a:pt x="1360" y="2011"/>
                    <a:pt x="1361" y="2016"/>
                  </a:cubicBezTo>
                  <a:cubicBezTo>
                    <a:pt x="1362" y="2018"/>
                    <a:pt x="1362" y="2020"/>
                    <a:pt x="1361" y="2022"/>
                  </a:cubicBezTo>
                  <a:cubicBezTo>
                    <a:pt x="1360" y="2024"/>
                    <a:pt x="1358" y="2026"/>
                    <a:pt x="1356" y="2026"/>
                  </a:cubicBezTo>
                  <a:cubicBezTo>
                    <a:pt x="1325" y="2036"/>
                    <a:pt x="1294" y="2045"/>
                    <a:pt x="1262" y="2052"/>
                  </a:cubicBezTo>
                  <a:cubicBezTo>
                    <a:pt x="1225" y="2060"/>
                    <a:pt x="1187" y="2066"/>
                    <a:pt x="1150" y="2070"/>
                  </a:cubicBezTo>
                  <a:cubicBezTo>
                    <a:pt x="1150" y="2070"/>
                    <a:pt x="1149" y="2070"/>
                    <a:pt x="1149" y="2070"/>
                  </a:cubicBezTo>
                  <a:close/>
                  <a:moveTo>
                    <a:pt x="856" y="2060"/>
                  </a:moveTo>
                  <a:cubicBezTo>
                    <a:pt x="856" y="2060"/>
                    <a:pt x="856" y="2060"/>
                    <a:pt x="856" y="2060"/>
                  </a:cubicBezTo>
                  <a:cubicBezTo>
                    <a:pt x="856" y="2060"/>
                    <a:pt x="855" y="2060"/>
                    <a:pt x="855" y="2060"/>
                  </a:cubicBezTo>
                  <a:cubicBezTo>
                    <a:pt x="850" y="2059"/>
                    <a:pt x="847" y="2055"/>
                    <a:pt x="848" y="2050"/>
                  </a:cubicBezTo>
                  <a:cubicBezTo>
                    <a:pt x="849" y="2046"/>
                    <a:pt x="853" y="2043"/>
                    <a:pt x="858" y="2043"/>
                  </a:cubicBezTo>
                  <a:cubicBezTo>
                    <a:pt x="862" y="2044"/>
                    <a:pt x="865" y="2049"/>
                    <a:pt x="864" y="2053"/>
                  </a:cubicBezTo>
                  <a:cubicBezTo>
                    <a:pt x="864" y="2057"/>
                    <a:pt x="860" y="2060"/>
                    <a:pt x="856" y="2060"/>
                  </a:cubicBezTo>
                  <a:close/>
                  <a:moveTo>
                    <a:pt x="828" y="2055"/>
                  </a:moveTo>
                  <a:cubicBezTo>
                    <a:pt x="828" y="2055"/>
                    <a:pt x="827" y="2055"/>
                    <a:pt x="827" y="2055"/>
                  </a:cubicBezTo>
                  <a:cubicBezTo>
                    <a:pt x="795" y="2048"/>
                    <a:pt x="763" y="2040"/>
                    <a:pt x="733" y="2030"/>
                  </a:cubicBezTo>
                  <a:cubicBezTo>
                    <a:pt x="732" y="2030"/>
                    <a:pt x="732" y="2030"/>
                    <a:pt x="732" y="2030"/>
                  </a:cubicBezTo>
                  <a:cubicBezTo>
                    <a:pt x="732" y="2030"/>
                    <a:pt x="732" y="2030"/>
                    <a:pt x="732" y="2030"/>
                  </a:cubicBezTo>
                  <a:cubicBezTo>
                    <a:pt x="696" y="2019"/>
                    <a:pt x="660" y="2006"/>
                    <a:pt x="626" y="1991"/>
                  </a:cubicBezTo>
                  <a:cubicBezTo>
                    <a:pt x="624" y="1990"/>
                    <a:pt x="622" y="1988"/>
                    <a:pt x="621" y="1986"/>
                  </a:cubicBezTo>
                  <a:cubicBezTo>
                    <a:pt x="620" y="1984"/>
                    <a:pt x="620" y="1982"/>
                    <a:pt x="621" y="1980"/>
                  </a:cubicBezTo>
                  <a:cubicBezTo>
                    <a:pt x="623" y="1976"/>
                    <a:pt x="628" y="1974"/>
                    <a:pt x="632" y="1975"/>
                  </a:cubicBezTo>
                  <a:cubicBezTo>
                    <a:pt x="667" y="1990"/>
                    <a:pt x="702" y="2003"/>
                    <a:pt x="737" y="2014"/>
                  </a:cubicBezTo>
                  <a:cubicBezTo>
                    <a:pt x="738" y="2014"/>
                    <a:pt x="738" y="2014"/>
                    <a:pt x="738" y="2014"/>
                  </a:cubicBezTo>
                  <a:cubicBezTo>
                    <a:pt x="738" y="2014"/>
                    <a:pt x="738" y="2014"/>
                    <a:pt x="738" y="2014"/>
                  </a:cubicBezTo>
                  <a:cubicBezTo>
                    <a:pt x="768" y="2024"/>
                    <a:pt x="799" y="2032"/>
                    <a:pt x="830" y="2038"/>
                  </a:cubicBezTo>
                  <a:cubicBezTo>
                    <a:pt x="835" y="2039"/>
                    <a:pt x="838" y="2043"/>
                    <a:pt x="837" y="2048"/>
                  </a:cubicBezTo>
                  <a:cubicBezTo>
                    <a:pt x="836" y="2052"/>
                    <a:pt x="832" y="2055"/>
                    <a:pt x="828" y="2055"/>
                  </a:cubicBezTo>
                  <a:close/>
                  <a:moveTo>
                    <a:pt x="1380" y="2018"/>
                  </a:moveTo>
                  <a:cubicBezTo>
                    <a:pt x="1377" y="2018"/>
                    <a:pt x="1373" y="2015"/>
                    <a:pt x="1372" y="2012"/>
                  </a:cubicBezTo>
                  <a:cubicBezTo>
                    <a:pt x="1371" y="2008"/>
                    <a:pt x="1373" y="2003"/>
                    <a:pt x="1377" y="2001"/>
                  </a:cubicBezTo>
                  <a:cubicBezTo>
                    <a:pt x="1377" y="2001"/>
                    <a:pt x="1377" y="2001"/>
                    <a:pt x="1377" y="2001"/>
                  </a:cubicBezTo>
                  <a:cubicBezTo>
                    <a:pt x="1382" y="2000"/>
                    <a:pt x="1387" y="2002"/>
                    <a:pt x="1388" y="2006"/>
                  </a:cubicBezTo>
                  <a:cubicBezTo>
                    <a:pt x="1390" y="2011"/>
                    <a:pt x="1387" y="2016"/>
                    <a:pt x="1383" y="2017"/>
                  </a:cubicBezTo>
                  <a:cubicBezTo>
                    <a:pt x="1382" y="2017"/>
                    <a:pt x="1381" y="2018"/>
                    <a:pt x="1380" y="2018"/>
                  </a:cubicBezTo>
                  <a:close/>
                  <a:moveTo>
                    <a:pt x="1407" y="2008"/>
                  </a:moveTo>
                  <a:cubicBezTo>
                    <a:pt x="1403" y="2008"/>
                    <a:pt x="1400" y="2006"/>
                    <a:pt x="1399" y="2002"/>
                  </a:cubicBezTo>
                  <a:cubicBezTo>
                    <a:pt x="1398" y="2000"/>
                    <a:pt x="1398" y="1998"/>
                    <a:pt x="1399" y="1996"/>
                  </a:cubicBezTo>
                  <a:cubicBezTo>
                    <a:pt x="1400" y="1994"/>
                    <a:pt x="1401" y="1992"/>
                    <a:pt x="1404" y="1991"/>
                  </a:cubicBezTo>
                  <a:cubicBezTo>
                    <a:pt x="1438" y="1978"/>
                    <a:pt x="1472" y="1963"/>
                    <a:pt x="1505" y="1946"/>
                  </a:cubicBezTo>
                  <a:cubicBezTo>
                    <a:pt x="1505" y="1946"/>
                    <a:pt x="1505" y="1946"/>
                    <a:pt x="1505" y="1946"/>
                  </a:cubicBezTo>
                  <a:cubicBezTo>
                    <a:pt x="1506" y="1946"/>
                    <a:pt x="1506" y="1946"/>
                    <a:pt x="1506" y="1946"/>
                  </a:cubicBezTo>
                  <a:cubicBezTo>
                    <a:pt x="1534" y="1931"/>
                    <a:pt x="1562" y="1915"/>
                    <a:pt x="1589" y="1898"/>
                  </a:cubicBezTo>
                  <a:cubicBezTo>
                    <a:pt x="1592" y="1896"/>
                    <a:pt x="1598" y="1897"/>
                    <a:pt x="1600" y="1901"/>
                  </a:cubicBezTo>
                  <a:cubicBezTo>
                    <a:pt x="1603" y="1905"/>
                    <a:pt x="1602" y="1910"/>
                    <a:pt x="1598" y="1912"/>
                  </a:cubicBezTo>
                  <a:cubicBezTo>
                    <a:pt x="1571" y="1930"/>
                    <a:pt x="1542" y="1946"/>
                    <a:pt x="1514" y="1961"/>
                  </a:cubicBezTo>
                  <a:cubicBezTo>
                    <a:pt x="1513" y="1961"/>
                    <a:pt x="1513" y="1961"/>
                    <a:pt x="1513" y="1961"/>
                  </a:cubicBezTo>
                  <a:cubicBezTo>
                    <a:pt x="1513" y="1961"/>
                    <a:pt x="1513" y="1961"/>
                    <a:pt x="1513" y="1961"/>
                  </a:cubicBezTo>
                  <a:cubicBezTo>
                    <a:pt x="1479" y="1978"/>
                    <a:pt x="1445" y="1994"/>
                    <a:pt x="1410" y="2007"/>
                  </a:cubicBezTo>
                  <a:cubicBezTo>
                    <a:pt x="1409" y="2008"/>
                    <a:pt x="1408" y="2008"/>
                    <a:pt x="1407" y="2008"/>
                  </a:cubicBezTo>
                  <a:close/>
                  <a:moveTo>
                    <a:pt x="603" y="1980"/>
                  </a:moveTo>
                  <a:cubicBezTo>
                    <a:pt x="602" y="1980"/>
                    <a:pt x="601" y="1980"/>
                    <a:pt x="600" y="1979"/>
                  </a:cubicBezTo>
                  <a:cubicBezTo>
                    <a:pt x="595" y="1977"/>
                    <a:pt x="594" y="1972"/>
                    <a:pt x="596" y="1968"/>
                  </a:cubicBezTo>
                  <a:cubicBezTo>
                    <a:pt x="597" y="1964"/>
                    <a:pt x="603" y="1962"/>
                    <a:pt x="607" y="1964"/>
                  </a:cubicBezTo>
                  <a:cubicBezTo>
                    <a:pt x="607" y="1964"/>
                    <a:pt x="607" y="1964"/>
                    <a:pt x="607" y="1964"/>
                  </a:cubicBezTo>
                  <a:cubicBezTo>
                    <a:pt x="611" y="1966"/>
                    <a:pt x="613" y="1971"/>
                    <a:pt x="611" y="1975"/>
                  </a:cubicBezTo>
                  <a:cubicBezTo>
                    <a:pt x="610" y="1978"/>
                    <a:pt x="607" y="1980"/>
                    <a:pt x="603" y="1980"/>
                  </a:cubicBezTo>
                  <a:close/>
                  <a:moveTo>
                    <a:pt x="578" y="1968"/>
                  </a:moveTo>
                  <a:cubicBezTo>
                    <a:pt x="576" y="1968"/>
                    <a:pt x="575" y="1968"/>
                    <a:pt x="574" y="1967"/>
                  </a:cubicBezTo>
                  <a:cubicBezTo>
                    <a:pt x="545" y="1953"/>
                    <a:pt x="517" y="1937"/>
                    <a:pt x="489" y="1920"/>
                  </a:cubicBezTo>
                  <a:cubicBezTo>
                    <a:pt x="457" y="1900"/>
                    <a:pt x="426" y="1878"/>
                    <a:pt x="396" y="1854"/>
                  </a:cubicBezTo>
                  <a:cubicBezTo>
                    <a:pt x="394" y="1853"/>
                    <a:pt x="393" y="1851"/>
                    <a:pt x="393" y="1849"/>
                  </a:cubicBezTo>
                  <a:cubicBezTo>
                    <a:pt x="393" y="1846"/>
                    <a:pt x="393" y="1844"/>
                    <a:pt x="395" y="1842"/>
                  </a:cubicBezTo>
                  <a:cubicBezTo>
                    <a:pt x="397" y="1839"/>
                    <a:pt x="403" y="1838"/>
                    <a:pt x="406" y="1841"/>
                  </a:cubicBezTo>
                  <a:cubicBezTo>
                    <a:pt x="436" y="1864"/>
                    <a:pt x="467" y="1886"/>
                    <a:pt x="498" y="1905"/>
                  </a:cubicBezTo>
                  <a:cubicBezTo>
                    <a:pt x="525" y="1922"/>
                    <a:pt x="553" y="1938"/>
                    <a:pt x="582" y="1952"/>
                  </a:cubicBezTo>
                  <a:cubicBezTo>
                    <a:pt x="586" y="1954"/>
                    <a:pt x="587" y="1959"/>
                    <a:pt x="585" y="1963"/>
                  </a:cubicBezTo>
                  <a:cubicBezTo>
                    <a:pt x="584" y="1966"/>
                    <a:pt x="581" y="1968"/>
                    <a:pt x="578" y="1968"/>
                  </a:cubicBezTo>
                  <a:close/>
                  <a:moveTo>
                    <a:pt x="1617" y="1898"/>
                  </a:moveTo>
                  <a:cubicBezTo>
                    <a:pt x="1614" y="1898"/>
                    <a:pt x="1611" y="1897"/>
                    <a:pt x="1610" y="1894"/>
                  </a:cubicBezTo>
                  <a:cubicBezTo>
                    <a:pt x="1607" y="1890"/>
                    <a:pt x="1608" y="1885"/>
                    <a:pt x="1612" y="1883"/>
                  </a:cubicBezTo>
                  <a:cubicBezTo>
                    <a:pt x="1616" y="1880"/>
                    <a:pt x="1621" y="1881"/>
                    <a:pt x="1624" y="1885"/>
                  </a:cubicBezTo>
                  <a:cubicBezTo>
                    <a:pt x="1626" y="1889"/>
                    <a:pt x="1625" y="1894"/>
                    <a:pt x="1622" y="1897"/>
                  </a:cubicBezTo>
                  <a:cubicBezTo>
                    <a:pt x="1620" y="1898"/>
                    <a:pt x="1618" y="1898"/>
                    <a:pt x="1617" y="1898"/>
                  </a:cubicBezTo>
                  <a:close/>
                  <a:moveTo>
                    <a:pt x="1640" y="1882"/>
                  </a:moveTo>
                  <a:cubicBezTo>
                    <a:pt x="1637" y="1882"/>
                    <a:pt x="1635" y="1881"/>
                    <a:pt x="1633" y="1878"/>
                  </a:cubicBezTo>
                  <a:cubicBezTo>
                    <a:pt x="1630" y="1875"/>
                    <a:pt x="1631" y="1869"/>
                    <a:pt x="1635" y="1866"/>
                  </a:cubicBezTo>
                  <a:cubicBezTo>
                    <a:pt x="1665" y="1845"/>
                    <a:pt x="1695" y="1821"/>
                    <a:pt x="1722" y="1796"/>
                  </a:cubicBezTo>
                  <a:cubicBezTo>
                    <a:pt x="1746" y="1775"/>
                    <a:pt x="1769" y="1752"/>
                    <a:pt x="1790" y="1729"/>
                  </a:cubicBezTo>
                  <a:cubicBezTo>
                    <a:pt x="1793" y="1726"/>
                    <a:pt x="1799" y="1725"/>
                    <a:pt x="1802" y="1728"/>
                  </a:cubicBezTo>
                  <a:cubicBezTo>
                    <a:pt x="1805" y="1732"/>
                    <a:pt x="1806" y="1737"/>
                    <a:pt x="1803" y="1740"/>
                  </a:cubicBezTo>
                  <a:cubicBezTo>
                    <a:pt x="1781" y="1764"/>
                    <a:pt x="1758" y="1787"/>
                    <a:pt x="1734" y="1808"/>
                  </a:cubicBezTo>
                  <a:cubicBezTo>
                    <a:pt x="1734" y="1809"/>
                    <a:pt x="1734" y="1809"/>
                    <a:pt x="1734" y="1809"/>
                  </a:cubicBezTo>
                  <a:cubicBezTo>
                    <a:pt x="1734" y="1809"/>
                    <a:pt x="1733" y="1809"/>
                    <a:pt x="1733" y="1809"/>
                  </a:cubicBezTo>
                  <a:cubicBezTo>
                    <a:pt x="1705" y="1834"/>
                    <a:pt x="1676" y="1858"/>
                    <a:pt x="1645" y="1880"/>
                  </a:cubicBezTo>
                  <a:cubicBezTo>
                    <a:pt x="1643" y="1881"/>
                    <a:pt x="1642" y="1882"/>
                    <a:pt x="1640" y="1882"/>
                  </a:cubicBezTo>
                  <a:close/>
                  <a:moveTo>
                    <a:pt x="379" y="1838"/>
                  </a:moveTo>
                  <a:cubicBezTo>
                    <a:pt x="377" y="1838"/>
                    <a:pt x="376" y="1838"/>
                    <a:pt x="374" y="1837"/>
                  </a:cubicBezTo>
                  <a:cubicBezTo>
                    <a:pt x="374" y="1837"/>
                    <a:pt x="374" y="1837"/>
                    <a:pt x="374" y="1837"/>
                  </a:cubicBezTo>
                  <a:cubicBezTo>
                    <a:pt x="374" y="1836"/>
                    <a:pt x="374" y="1836"/>
                    <a:pt x="374" y="1836"/>
                  </a:cubicBezTo>
                  <a:cubicBezTo>
                    <a:pt x="372" y="1835"/>
                    <a:pt x="371" y="1833"/>
                    <a:pt x="371" y="1831"/>
                  </a:cubicBezTo>
                  <a:cubicBezTo>
                    <a:pt x="371" y="1828"/>
                    <a:pt x="371" y="1826"/>
                    <a:pt x="373" y="1825"/>
                  </a:cubicBezTo>
                  <a:cubicBezTo>
                    <a:pt x="376" y="1821"/>
                    <a:pt x="381" y="1821"/>
                    <a:pt x="385" y="1823"/>
                  </a:cubicBezTo>
                  <a:cubicBezTo>
                    <a:pt x="388" y="1826"/>
                    <a:pt x="389" y="1832"/>
                    <a:pt x="386" y="1835"/>
                  </a:cubicBezTo>
                  <a:cubicBezTo>
                    <a:pt x="384" y="1837"/>
                    <a:pt x="382" y="1838"/>
                    <a:pt x="379" y="1838"/>
                  </a:cubicBezTo>
                  <a:close/>
                  <a:moveTo>
                    <a:pt x="358" y="1820"/>
                  </a:moveTo>
                  <a:cubicBezTo>
                    <a:pt x="356" y="1820"/>
                    <a:pt x="354" y="1819"/>
                    <a:pt x="352" y="1818"/>
                  </a:cubicBezTo>
                  <a:cubicBezTo>
                    <a:pt x="328" y="1797"/>
                    <a:pt x="304" y="1774"/>
                    <a:pt x="282" y="1751"/>
                  </a:cubicBezTo>
                  <a:cubicBezTo>
                    <a:pt x="256" y="1723"/>
                    <a:pt x="232" y="1694"/>
                    <a:pt x="209" y="1663"/>
                  </a:cubicBezTo>
                  <a:cubicBezTo>
                    <a:pt x="207" y="1662"/>
                    <a:pt x="207" y="1659"/>
                    <a:pt x="207" y="1657"/>
                  </a:cubicBezTo>
                  <a:cubicBezTo>
                    <a:pt x="208" y="1655"/>
                    <a:pt x="209" y="1653"/>
                    <a:pt x="211" y="1652"/>
                  </a:cubicBezTo>
                  <a:cubicBezTo>
                    <a:pt x="214" y="1649"/>
                    <a:pt x="220" y="1650"/>
                    <a:pt x="222" y="1653"/>
                  </a:cubicBezTo>
                  <a:cubicBezTo>
                    <a:pt x="245" y="1683"/>
                    <a:pt x="269" y="1712"/>
                    <a:pt x="294" y="1739"/>
                  </a:cubicBezTo>
                  <a:cubicBezTo>
                    <a:pt x="295" y="1739"/>
                    <a:pt x="295" y="1739"/>
                    <a:pt x="295" y="1739"/>
                  </a:cubicBezTo>
                  <a:cubicBezTo>
                    <a:pt x="295" y="1739"/>
                    <a:pt x="295" y="1739"/>
                    <a:pt x="295" y="1739"/>
                  </a:cubicBezTo>
                  <a:cubicBezTo>
                    <a:pt x="316" y="1762"/>
                    <a:pt x="339" y="1784"/>
                    <a:pt x="363" y="1805"/>
                  </a:cubicBezTo>
                  <a:cubicBezTo>
                    <a:pt x="365" y="1807"/>
                    <a:pt x="366" y="1809"/>
                    <a:pt x="366" y="1811"/>
                  </a:cubicBezTo>
                  <a:cubicBezTo>
                    <a:pt x="366" y="1813"/>
                    <a:pt x="366" y="1815"/>
                    <a:pt x="364" y="1817"/>
                  </a:cubicBezTo>
                  <a:cubicBezTo>
                    <a:pt x="362" y="1819"/>
                    <a:pt x="360" y="1820"/>
                    <a:pt x="358" y="1820"/>
                  </a:cubicBezTo>
                  <a:close/>
                  <a:moveTo>
                    <a:pt x="1815" y="1722"/>
                  </a:moveTo>
                  <a:cubicBezTo>
                    <a:pt x="1813" y="1722"/>
                    <a:pt x="1811" y="1721"/>
                    <a:pt x="1810" y="1720"/>
                  </a:cubicBezTo>
                  <a:cubicBezTo>
                    <a:pt x="1808" y="1719"/>
                    <a:pt x="1807" y="1716"/>
                    <a:pt x="1807" y="1714"/>
                  </a:cubicBezTo>
                  <a:cubicBezTo>
                    <a:pt x="1806" y="1712"/>
                    <a:pt x="1807" y="1710"/>
                    <a:pt x="1809" y="1708"/>
                  </a:cubicBezTo>
                  <a:cubicBezTo>
                    <a:pt x="1812" y="1705"/>
                    <a:pt x="1817" y="1704"/>
                    <a:pt x="1821" y="1707"/>
                  </a:cubicBezTo>
                  <a:cubicBezTo>
                    <a:pt x="1822" y="1709"/>
                    <a:pt x="1823" y="1711"/>
                    <a:pt x="1824" y="1713"/>
                  </a:cubicBezTo>
                  <a:cubicBezTo>
                    <a:pt x="1824" y="1715"/>
                    <a:pt x="1823" y="1717"/>
                    <a:pt x="1821" y="1719"/>
                  </a:cubicBezTo>
                  <a:cubicBezTo>
                    <a:pt x="1820" y="1721"/>
                    <a:pt x="1818" y="1722"/>
                    <a:pt x="1815" y="1722"/>
                  </a:cubicBezTo>
                  <a:close/>
                  <a:moveTo>
                    <a:pt x="1833" y="1700"/>
                  </a:moveTo>
                  <a:cubicBezTo>
                    <a:pt x="1831" y="1700"/>
                    <a:pt x="1829" y="1700"/>
                    <a:pt x="1828" y="1699"/>
                  </a:cubicBezTo>
                  <a:cubicBezTo>
                    <a:pt x="1826" y="1697"/>
                    <a:pt x="1825" y="1695"/>
                    <a:pt x="1825" y="1693"/>
                  </a:cubicBezTo>
                  <a:cubicBezTo>
                    <a:pt x="1825" y="1691"/>
                    <a:pt x="1825" y="1688"/>
                    <a:pt x="1827" y="1687"/>
                  </a:cubicBezTo>
                  <a:cubicBezTo>
                    <a:pt x="1850" y="1658"/>
                    <a:pt x="1873" y="1627"/>
                    <a:pt x="1893" y="1596"/>
                  </a:cubicBezTo>
                  <a:cubicBezTo>
                    <a:pt x="1910" y="1570"/>
                    <a:pt x="1926" y="1542"/>
                    <a:pt x="1941" y="1514"/>
                  </a:cubicBezTo>
                  <a:cubicBezTo>
                    <a:pt x="1943" y="1510"/>
                    <a:pt x="1949" y="1508"/>
                    <a:pt x="1953" y="1510"/>
                  </a:cubicBezTo>
                  <a:cubicBezTo>
                    <a:pt x="1957" y="1513"/>
                    <a:pt x="1958" y="1518"/>
                    <a:pt x="1956" y="1522"/>
                  </a:cubicBezTo>
                  <a:cubicBezTo>
                    <a:pt x="1941" y="1550"/>
                    <a:pt x="1925" y="1578"/>
                    <a:pt x="1907" y="1605"/>
                  </a:cubicBezTo>
                  <a:cubicBezTo>
                    <a:pt x="1887" y="1637"/>
                    <a:pt x="1864" y="1668"/>
                    <a:pt x="1840" y="1697"/>
                  </a:cubicBezTo>
                  <a:cubicBezTo>
                    <a:pt x="1838" y="1699"/>
                    <a:pt x="1836" y="1700"/>
                    <a:pt x="1833" y="1700"/>
                  </a:cubicBezTo>
                  <a:close/>
                  <a:moveTo>
                    <a:pt x="199" y="1644"/>
                  </a:moveTo>
                  <a:cubicBezTo>
                    <a:pt x="196" y="1644"/>
                    <a:pt x="194" y="1643"/>
                    <a:pt x="192" y="1640"/>
                  </a:cubicBezTo>
                  <a:cubicBezTo>
                    <a:pt x="191" y="1639"/>
                    <a:pt x="190" y="1636"/>
                    <a:pt x="191" y="1634"/>
                  </a:cubicBezTo>
                  <a:cubicBezTo>
                    <a:pt x="191" y="1632"/>
                    <a:pt x="192" y="1630"/>
                    <a:pt x="194" y="1629"/>
                  </a:cubicBezTo>
                  <a:cubicBezTo>
                    <a:pt x="198" y="1626"/>
                    <a:pt x="203" y="1627"/>
                    <a:pt x="206" y="1631"/>
                  </a:cubicBezTo>
                  <a:cubicBezTo>
                    <a:pt x="209" y="1634"/>
                    <a:pt x="208" y="1640"/>
                    <a:pt x="204" y="1642"/>
                  </a:cubicBezTo>
                  <a:cubicBezTo>
                    <a:pt x="202" y="1643"/>
                    <a:pt x="201" y="1644"/>
                    <a:pt x="199" y="1644"/>
                  </a:cubicBezTo>
                  <a:close/>
                  <a:moveTo>
                    <a:pt x="183" y="1621"/>
                  </a:moveTo>
                  <a:cubicBezTo>
                    <a:pt x="180" y="1621"/>
                    <a:pt x="177" y="1619"/>
                    <a:pt x="176" y="1617"/>
                  </a:cubicBezTo>
                  <a:cubicBezTo>
                    <a:pt x="158" y="1590"/>
                    <a:pt x="141" y="1562"/>
                    <a:pt x="126" y="1534"/>
                  </a:cubicBezTo>
                  <a:cubicBezTo>
                    <a:pt x="125" y="1532"/>
                    <a:pt x="124" y="1530"/>
                    <a:pt x="125" y="1528"/>
                  </a:cubicBezTo>
                  <a:cubicBezTo>
                    <a:pt x="126" y="1525"/>
                    <a:pt x="127" y="1524"/>
                    <a:pt x="129" y="1523"/>
                  </a:cubicBezTo>
                  <a:cubicBezTo>
                    <a:pt x="133" y="1520"/>
                    <a:pt x="138" y="1522"/>
                    <a:pt x="141" y="1526"/>
                  </a:cubicBezTo>
                  <a:cubicBezTo>
                    <a:pt x="156" y="1554"/>
                    <a:pt x="172" y="1581"/>
                    <a:pt x="190" y="1608"/>
                  </a:cubicBezTo>
                  <a:cubicBezTo>
                    <a:pt x="192" y="1611"/>
                    <a:pt x="191" y="1617"/>
                    <a:pt x="188" y="1619"/>
                  </a:cubicBezTo>
                  <a:cubicBezTo>
                    <a:pt x="186" y="1620"/>
                    <a:pt x="185" y="1621"/>
                    <a:pt x="183" y="1621"/>
                  </a:cubicBezTo>
                  <a:close/>
                  <a:moveTo>
                    <a:pt x="1962" y="1501"/>
                  </a:moveTo>
                  <a:cubicBezTo>
                    <a:pt x="1962" y="1501"/>
                    <a:pt x="1962" y="1501"/>
                    <a:pt x="1962" y="1501"/>
                  </a:cubicBezTo>
                  <a:cubicBezTo>
                    <a:pt x="1960" y="1501"/>
                    <a:pt x="1959" y="1501"/>
                    <a:pt x="1958" y="1500"/>
                  </a:cubicBezTo>
                  <a:cubicBezTo>
                    <a:pt x="1956" y="1499"/>
                    <a:pt x="1954" y="1498"/>
                    <a:pt x="1954" y="1495"/>
                  </a:cubicBezTo>
                  <a:cubicBezTo>
                    <a:pt x="1953" y="1493"/>
                    <a:pt x="1953" y="1491"/>
                    <a:pt x="1954" y="1489"/>
                  </a:cubicBezTo>
                  <a:cubicBezTo>
                    <a:pt x="1956" y="1485"/>
                    <a:pt x="1961" y="1483"/>
                    <a:pt x="1965" y="1485"/>
                  </a:cubicBezTo>
                  <a:cubicBezTo>
                    <a:pt x="1967" y="1486"/>
                    <a:pt x="1969" y="1488"/>
                    <a:pt x="1970" y="1490"/>
                  </a:cubicBezTo>
                  <a:cubicBezTo>
                    <a:pt x="1970" y="1492"/>
                    <a:pt x="1970" y="1494"/>
                    <a:pt x="1969" y="1496"/>
                  </a:cubicBezTo>
                  <a:cubicBezTo>
                    <a:pt x="1968" y="1499"/>
                    <a:pt x="1965" y="1501"/>
                    <a:pt x="1962" y="1501"/>
                  </a:cubicBezTo>
                  <a:close/>
                  <a:moveTo>
                    <a:pt x="1974" y="1476"/>
                  </a:moveTo>
                  <a:cubicBezTo>
                    <a:pt x="1972" y="1476"/>
                    <a:pt x="1971" y="1475"/>
                    <a:pt x="1970" y="1475"/>
                  </a:cubicBezTo>
                  <a:cubicBezTo>
                    <a:pt x="1966" y="1473"/>
                    <a:pt x="1964" y="1468"/>
                    <a:pt x="1966" y="1464"/>
                  </a:cubicBezTo>
                  <a:cubicBezTo>
                    <a:pt x="1981" y="1430"/>
                    <a:pt x="1995" y="1396"/>
                    <a:pt x="2006" y="1361"/>
                  </a:cubicBezTo>
                  <a:cubicBezTo>
                    <a:pt x="2007" y="1360"/>
                    <a:pt x="2007" y="1360"/>
                    <a:pt x="2007" y="1360"/>
                  </a:cubicBezTo>
                  <a:cubicBezTo>
                    <a:pt x="2007" y="1360"/>
                    <a:pt x="2007" y="1360"/>
                    <a:pt x="2007" y="1359"/>
                  </a:cubicBezTo>
                  <a:cubicBezTo>
                    <a:pt x="2017" y="1329"/>
                    <a:pt x="2026" y="1298"/>
                    <a:pt x="2033" y="1267"/>
                  </a:cubicBezTo>
                  <a:cubicBezTo>
                    <a:pt x="2034" y="1263"/>
                    <a:pt x="2038" y="1260"/>
                    <a:pt x="2043" y="1261"/>
                  </a:cubicBezTo>
                  <a:cubicBezTo>
                    <a:pt x="2047" y="1262"/>
                    <a:pt x="2050" y="1267"/>
                    <a:pt x="2049" y="1271"/>
                  </a:cubicBezTo>
                  <a:cubicBezTo>
                    <a:pt x="2042" y="1303"/>
                    <a:pt x="2033" y="1334"/>
                    <a:pt x="2023" y="1365"/>
                  </a:cubicBezTo>
                  <a:cubicBezTo>
                    <a:pt x="2023" y="1365"/>
                    <a:pt x="2023" y="1365"/>
                    <a:pt x="2023" y="1365"/>
                  </a:cubicBezTo>
                  <a:cubicBezTo>
                    <a:pt x="2023" y="1366"/>
                    <a:pt x="2023" y="1366"/>
                    <a:pt x="2022" y="1366"/>
                  </a:cubicBezTo>
                  <a:cubicBezTo>
                    <a:pt x="2011" y="1402"/>
                    <a:pt x="1997" y="1437"/>
                    <a:pt x="1981" y="1471"/>
                  </a:cubicBezTo>
                  <a:cubicBezTo>
                    <a:pt x="1981" y="1471"/>
                    <a:pt x="1981" y="1471"/>
                    <a:pt x="1981" y="1471"/>
                  </a:cubicBezTo>
                  <a:cubicBezTo>
                    <a:pt x="1981" y="1471"/>
                    <a:pt x="1981" y="1471"/>
                    <a:pt x="1981" y="1471"/>
                  </a:cubicBezTo>
                  <a:cubicBezTo>
                    <a:pt x="1980" y="1474"/>
                    <a:pt x="1977" y="1476"/>
                    <a:pt x="1974" y="1476"/>
                  </a:cubicBezTo>
                  <a:close/>
                  <a:moveTo>
                    <a:pt x="92" y="1454"/>
                  </a:moveTo>
                  <a:cubicBezTo>
                    <a:pt x="89" y="1454"/>
                    <a:pt x="86" y="1452"/>
                    <a:pt x="84" y="1449"/>
                  </a:cubicBezTo>
                  <a:cubicBezTo>
                    <a:pt x="70" y="1416"/>
                    <a:pt x="58" y="1382"/>
                    <a:pt x="47" y="1348"/>
                  </a:cubicBezTo>
                  <a:cubicBezTo>
                    <a:pt x="47" y="1348"/>
                    <a:pt x="47" y="1348"/>
                    <a:pt x="47" y="1348"/>
                  </a:cubicBezTo>
                  <a:cubicBezTo>
                    <a:pt x="46" y="1347"/>
                    <a:pt x="46" y="1347"/>
                    <a:pt x="46" y="1347"/>
                  </a:cubicBezTo>
                  <a:cubicBezTo>
                    <a:pt x="46" y="1345"/>
                    <a:pt x="46" y="1343"/>
                    <a:pt x="47" y="1341"/>
                  </a:cubicBezTo>
                  <a:cubicBezTo>
                    <a:pt x="48" y="1339"/>
                    <a:pt x="50" y="1337"/>
                    <a:pt x="52" y="1336"/>
                  </a:cubicBezTo>
                  <a:cubicBezTo>
                    <a:pt x="56" y="1335"/>
                    <a:pt x="61" y="1338"/>
                    <a:pt x="63" y="1342"/>
                  </a:cubicBezTo>
                  <a:cubicBezTo>
                    <a:pt x="73" y="1376"/>
                    <a:pt x="86" y="1410"/>
                    <a:pt x="100" y="1442"/>
                  </a:cubicBezTo>
                  <a:cubicBezTo>
                    <a:pt x="102" y="1447"/>
                    <a:pt x="100" y="1452"/>
                    <a:pt x="95" y="1454"/>
                  </a:cubicBezTo>
                  <a:cubicBezTo>
                    <a:pt x="94" y="1454"/>
                    <a:pt x="93" y="1454"/>
                    <a:pt x="92" y="1454"/>
                  </a:cubicBezTo>
                  <a:close/>
                  <a:moveTo>
                    <a:pt x="47" y="1326"/>
                  </a:moveTo>
                  <a:cubicBezTo>
                    <a:pt x="43" y="1326"/>
                    <a:pt x="39" y="1323"/>
                    <a:pt x="38" y="1320"/>
                  </a:cubicBezTo>
                  <a:cubicBezTo>
                    <a:pt x="38" y="1320"/>
                    <a:pt x="38" y="1320"/>
                    <a:pt x="38" y="1320"/>
                  </a:cubicBezTo>
                  <a:cubicBezTo>
                    <a:pt x="38" y="1318"/>
                    <a:pt x="38" y="1315"/>
                    <a:pt x="39" y="1313"/>
                  </a:cubicBezTo>
                  <a:cubicBezTo>
                    <a:pt x="40" y="1311"/>
                    <a:pt x="42" y="1310"/>
                    <a:pt x="44" y="1309"/>
                  </a:cubicBezTo>
                  <a:cubicBezTo>
                    <a:pt x="49" y="1308"/>
                    <a:pt x="53" y="1311"/>
                    <a:pt x="55" y="1315"/>
                  </a:cubicBezTo>
                  <a:cubicBezTo>
                    <a:pt x="55" y="1317"/>
                    <a:pt x="55" y="1320"/>
                    <a:pt x="54" y="1322"/>
                  </a:cubicBezTo>
                  <a:cubicBezTo>
                    <a:pt x="53" y="1324"/>
                    <a:pt x="51" y="1325"/>
                    <a:pt x="49" y="1326"/>
                  </a:cubicBezTo>
                  <a:cubicBezTo>
                    <a:pt x="48" y="1326"/>
                    <a:pt x="47" y="1326"/>
                    <a:pt x="47" y="1326"/>
                  </a:cubicBezTo>
                  <a:close/>
                  <a:moveTo>
                    <a:pt x="39" y="1299"/>
                  </a:moveTo>
                  <a:cubicBezTo>
                    <a:pt x="35" y="1299"/>
                    <a:pt x="32" y="1296"/>
                    <a:pt x="31" y="1292"/>
                  </a:cubicBezTo>
                  <a:cubicBezTo>
                    <a:pt x="23" y="1261"/>
                    <a:pt x="17" y="1229"/>
                    <a:pt x="12" y="1197"/>
                  </a:cubicBezTo>
                  <a:cubicBezTo>
                    <a:pt x="6" y="1160"/>
                    <a:pt x="2" y="1121"/>
                    <a:pt x="0" y="1084"/>
                  </a:cubicBezTo>
                  <a:cubicBezTo>
                    <a:pt x="0" y="1081"/>
                    <a:pt x="1" y="1079"/>
                    <a:pt x="3" y="1078"/>
                  </a:cubicBezTo>
                  <a:cubicBezTo>
                    <a:pt x="4" y="1076"/>
                    <a:pt x="6" y="1075"/>
                    <a:pt x="9" y="1075"/>
                  </a:cubicBezTo>
                  <a:cubicBezTo>
                    <a:pt x="13" y="1075"/>
                    <a:pt x="17" y="1078"/>
                    <a:pt x="17" y="1083"/>
                  </a:cubicBezTo>
                  <a:cubicBezTo>
                    <a:pt x="19" y="1120"/>
                    <a:pt x="23" y="1158"/>
                    <a:pt x="28" y="1195"/>
                  </a:cubicBezTo>
                  <a:cubicBezTo>
                    <a:pt x="28" y="1195"/>
                    <a:pt x="28" y="1195"/>
                    <a:pt x="28" y="1195"/>
                  </a:cubicBezTo>
                  <a:cubicBezTo>
                    <a:pt x="33" y="1226"/>
                    <a:pt x="40" y="1257"/>
                    <a:pt x="47" y="1288"/>
                  </a:cubicBezTo>
                  <a:cubicBezTo>
                    <a:pt x="49" y="1293"/>
                    <a:pt x="46" y="1297"/>
                    <a:pt x="41" y="1298"/>
                  </a:cubicBezTo>
                  <a:cubicBezTo>
                    <a:pt x="41" y="1298"/>
                    <a:pt x="40" y="1299"/>
                    <a:pt x="39" y="1299"/>
                  </a:cubicBezTo>
                  <a:close/>
                  <a:moveTo>
                    <a:pt x="2047" y="1250"/>
                  </a:moveTo>
                  <a:cubicBezTo>
                    <a:pt x="2046" y="1250"/>
                    <a:pt x="2046" y="1250"/>
                    <a:pt x="2045" y="1250"/>
                  </a:cubicBezTo>
                  <a:cubicBezTo>
                    <a:pt x="2041" y="1249"/>
                    <a:pt x="2038" y="1245"/>
                    <a:pt x="2039" y="1240"/>
                  </a:cubicBezTo>
                  <a:cubicBezTo>
                    <a:pt x="2039" y="1240"/>
                    <a:pt x="2039" y="1240"/>
                    <a:pt x="2039" y="1240"/>
                  </a:cubicBezTo>
                  <a:cubicBezTo>
                    <a:pt x="2040" y="1235"/>
                    <a:pt x="2044" y="1232"/>
                    <a:pt x="2049" y="1233"/>
                  </a:cubicBezTo>
                  <a:cubicBezTo>
                    <a:pt x="2053" y="1234"/>
                    <a:pt x="2056" y="1239"/>
                    <a:pt x="2055" y="1243"/>
                  </a:cubicBezTo>
                  <a:cubicBezTo>
                    <a:pt x="2054" y="1247"/>
                    <a:pt x="2051" y="1250"/>
                    <a:pt x="2047" y="1250"/>
                  </a:cubicBezTo>
                  <a:close/>
                  <a:moveTo>
                    <a:pt x="2052" y="1222"/>
                  </a:moveTo>
                  <a:cubicBezTo>
                    <a:pt x="2052" y="1222"/>
                    <a:pt x="2051" y="1222"/>
                    <a:pt x="2051" y="1222"/>
                  </a:cubicBezTo>
                  <a:cubicBezTo>
                    <a:pt x="2049" y="1222"/>
                    <a:pt x="2047" y="1221"/>
                    <a:pt x="2045" y="1219"/>
                  </a:cubicBezTo>
                  <a:cubicBezTo>
                    <a:pt x="2044" y="1217"/>
                    <a:pt x="2043" y="1215"/>
                    <a:pt x="2044" y="1212"/>
                  </a:cubicBezTo>
                  <a:cubicBezTo>
                    <a:pt x="2050" y="1176"/>
                    <a:pt x="2055" y="1138"/>
                    <a:pt x="2057" y="1101"/>
                  </a:cubicBezTo>
                  <a:cubicBezTo>
                    <a:pt x="2058" y="1080"/>
                    <a:pt x="2059" y="1059"/>
                    <a:pt x="2059" y="1038"/>
                  </a:cubicBezTo>
                  <a:cubicBezTo>
                    <a:pt x="2059" y="1027"/>
                    <a:pt x="2059" y="1016"/>
                    <a:pt x="2058" y="1006"/>
                  </a:cubicBezTo>
                  <a:cubicBezTo>
                    <a:pt x="2058" y="1001"/>
                    <a:pt x="2062" y="997"/>
                    <a:pt x="2067" y="997"/>
                  </a:cubicBezTo>
                  <a:cubicBezTo>
                    <a:pt x="2071" y="997"/>
                    <a:pt x="2075" y="1000"/>
                    <a:pt x="2075" y="1005"/>
                  </a:cubicBezTo>
                  <a:cubicBezTo>
                    <a:pt x="2076" y="1016"/>
                    <a:pt x="2076" y="1027"/>
                    <a:pt x="2076" y="1038"/>
                  </a:cubicBezTo>
                  <a:cubicBezTo>
                    <a:pt x="2076" y="1059"/>
                    <a:pt x="2075" y="1081"/>
                    <a:pt x="2074" y="1102"/>
                  </a:cubicBezTo>
                  <a:cubicBezTo>
                    <a:pt x="2072" y="1140"/>
                    <a:pt x="2067" y="1178"/>
                    <a:pt x="2061" y="1215"/>
                  </a:cubicBezTo>
                  <a:cubicBezTo>
                    <a:pt x="2061" y="1215"/>
                    <a:pt x="2061" y="1215"/>
                    <a:pt x="2061" y="1215"/>
                  </a:cubicBezTo>
                  <a:cubicBezTo>
                    <a:pt x="2060" y="1219"/>
                    <a:pt x="2056" y="1222"/>
                    <a:pt x="2052" y="1222"/>
                  </a:cubicBezTo>
                  <a:close/>
                  <a:moveTo>
                    <a:pt x="8" y="1064"/>
                  </a:moveTo>
                  <a:cubicBezTo>
                    <a:pt x="8" y="1064"/>
                    <a:pt x="8" y="1064"/>
                    <a:pt x="8" y="1064"/>
                  </a:cubicBezTo>
                  <a:cubicBezTo>
                    <a:pt x="3" y="1064"/>
                    <a:pt x="0" y="1060"/>
                    <a:pt x="0" y="1055"/>
                  </a:cubicBezTo>
                  <a:cubicBezTo>
                    <a:pt x="0" y="1053"/>
                    <a:pt x="0" y="1051"/>
                    <a:pt x="2" y="1049"/>
                  </a:cubicBezTo>
                  <a:cubicBezTo>
                    <a:pt x="4" y="1048"/>
                    <a:pt x="6" y="1047"/>
                    <a:pt x="8" y="1047"/>
                  </a:cubicBezTo>
                  <a:cubicBezTo>
                    <a:pt x="8" y="1047"/>
                    <a:pt x="8" y="1047"/>
                    <a:pt x="8" y="1047"/>
                  </a:cubicBezTo>
                  <a:cubicBezTo>
                    <a:pt x="13" y="1047"/>
                    <a:pt x="16" y="1050"/>
                    <a:pt x="17" y="1055"/>
                  </a:cubicBezTo>
                  <a:cubicBezTo>
                    <a:pt x="17" y="1060"/>
                    <a:pt x="13" y="1063"/>
                    <a:pt x="8" y="1064"/>
                  </a:cubicBezTo>
                  <a:close/>
                  <a:moveTo>
                    <a:pt x="8" y="1035"/>
                  </a:moveTo>
                  <a:cubicBezTo>
                    <a:pt x="8" y="1035"/>
                    <a:pt x="8" y="1035"/>
                    <a:pt x="8" y="1035"/>
                  </a:cubicBezTo>
                  <a:cubicBezTo>
                    <a:pt x="6" y="1035"/>
                    <a:pt x="4" y="1034"/>
                    <a:pt x="2" y="1033"/>
                  </a:cubicBezTo>
                  <a:cubicBezTo>
                    <a:pt x="0" y="1031"/>
                    <a:pt x="0" y="1029"/>
                    <a:pt x="0" y="1027"/>
                  </a:cubicBezTo>
                  <a:cubicBezTo>
                    <a:pt x="0" y="995"/>
                    <a:pt x="2" y="962"/>
                    <a:pt x="5" y="930"/>
                  </a:cubicBezTo>
                  <a:cubicBezTo>
                    <a:pt x="9" y="892"/>
                    <a:pt x="15" y="855"/>
                    <a:pt x="23" y="818"/>
                  </a:cubicBezTo>
                  <a:cubicBezTo>
                    <a:pt x="23" y="817"/>
                    <a:pt x="23" y="817"/>
                    <a:pt x="23" y="817"/>
                  </a:cubicBezTo>
                  <a:cubicBezTo>
                    <a:pt x="24" y="813"/>
                    <a:pt x="29" y="810"/>
                    <a:pt x="34" y="811"/>
                  </a:cubicBezTo>
                  <a:cubicBezTo>
                    <a:pt x="36" y="811"/>
                    <a:pt x="38" y="813"/>
                    <a:pt x="39" y="815"/>
                  </a:cubicBezTo>
                  <a:cubicBezTo>
                    <a:pt x="40" y="817"/>
                    <a:pt x="40" y="819"/>
                    <a:pt x="40" y="821"/>
                  </a:cubicBezTo>
                  <a:cubicBezTo>
                    <a:pt x="32" y="857"/>
                    <a:pt x="26" y="895"/>
                    <a:pt x="22" y="932"/>
                  </a:cubicBezTo>
                  <a:cubicBezTo>
                    <a:pt x="19" y="963"/>
                    <a:pt x="17" y="995"/>
                    <a:pt x="17" y="1027"/>
                  </a:cubicBezTo>
                  <a:cubicBezTo>
                    <a:pt x="16" y="1032"/>
                    <a:pt x="13" y="1035"/>
                    <a:pt x="8" y="1035"/>
                  </a:cubicBezTo>
                  <a:close/>
                  <a:moveTo>
                    <a:pt x="2066" y="986"/>
                  </a:moveTo>
                  <a:cubicBezTo>
                    <a:pt x="2061" y="986"/>
                    <a:pt x="2057" y="982"/>
                    <a:pt x="2057" y="978"/>
                  </a:cubicBezTo>
                  <a:cubicBezTo>
                    <a:pt x="2057" y="975"/>
                    <a:pt x="2058" y="973"/>
                    <a:pt x="2059" y="972"/>
                  </a:cubicBezTo>
                  <a:cubicBezTo>
                    <a:pt x="2061" y="970"/>
                    <a:pt x="2063" y="969"/>
                    <a:pt x="2065" y="969"/>
                  </a:cubicBezTo>
                  <a:cubicBezTo>
                    <a:pt x="2070" y="968"/>
                    <a:pt x="2074" y="972"/>
                    <a:pt x="2074" y="976"/>
                  </a:cubicBezTo>
                  <a:cubicBezTo>
                    <a:pt x="2074" y="977"/>
                    <a:pt x="2074" y="977"/>
                    <a:pt x="2074" y="977"/>
                  </a:cubicBezTo>
                  <a:cubicBezTo>
                    <a:pt x="2074" y="981"/>
                    <a:pt x="2071" y="985"/>
                    <a:pt x="2066" y="986"/>
                  </a:cubicBezTo>
                  <a:cubicBezTo>
                    <a:pt x="2066" y="986"/>
                    <a:pt x="2066" y="986"/>
                    <a:pt x="2066" y="986"/>
                  </a:cubicBezTo>
                  <a:close/>
                  <a:moveTo>
                    <a:pt x="2064" y="957"/>
                  </a:moveTo>
                  <a:cubicBezTo>
                    <a:pt x="2059" y="957"/>
                    <a:pt x="2055" y="954"/>
                    <a:pt x="2055" y="950"/>
                  </a:cubicBezTo>
                  <a:cubicBezTo>
                    <a:pt x="2052" y="913"/>
                    <a:pt x="2047" y="875"/>
                    <a:pt x="2039" y="839"/>
                  </a:cubicBezTo>
                  <a:cubicBezTo>
                    <a:pt x="2033" y="808"/>
                    <a:pt x="2025" y="777"/>
                    <a:pt x="2016" y="746"/>
                  </a:cubicBezTo>
                  <a:cubicBezTo>
                    <a:pt x="2016" y="744"/>
                    <a:pt x="2016" y="742"/>
                    <a:pt x="2017" y="740"/>
                  </a:cubicBezTo>
                  <a:cubicBezTo>
                    <a:pt x="2018" y="738"/>
                    <a:pt x="2020" y="736"/>
                    <a:pt x="2022" y="736"/>
                  </a:cubicBezTo>
                  <a:cubicBezTo>
                    <a:pt x="2026" y="734"/>
                    <a:pt x="2031" y="737"/>
                    <a:pt x="2032" y="741"/>
                  </a:cubicBezTo>
                  <a:cubicBezTo>
                    <a:pt x="2042" y="772"/>
                    <a:pt x="2050" y="804"/>
                    <a:pt x="2056" y="835"/>
                  </a:cubicBezTo>
                  <a:cubicBezTo>
                    <a:pt x="2063" y="873"/>
                    <a:pt x="2069" y="911"/>
                    <a:pt x="2072" y="948"/>
                  </a:cubicBezTo>
                  <a:cubicBezTo>
                    <a:pt x="2072" y="953"/>
                    <a:pt x="2069" y="957"/>
                    <a:pt x="2064" y="957"/>
                  </a:cubicBezTo>
                  <a:cubicBezTo>
                    <a:pt x="2064" y="957"/>
                    <a:pt x="2064" y="957"/>
                    <a:pt x="2064" y="957"/>
                  </a:cubicBezTo>
                  <a:close/>
                  <a:moveTo>
                    <a:pt x="38" y="800"/>
                  </a:moveTo>
                  <a:cubicBezTo>
                    <a:pt x="37" y="800"/>
                    <a:pt x="37" y="800"/>
                    <a:pt x="36" y="800"/>
                  </a:cubicBezTo>
                  <a:cubicBezTo>
                    <a:pt x="32" y="799"/>
                    <a:pt x="29" y="794"/>
                    <a:pt x="30" y="790"/>
                  </a:cubicBezTo>
                  <a:cubicBezTo>
                    <a:pt x="30" y="788"/>
                    <a:pt x="30" y="788"/>
                    <a:pt x="30" y="788"/>
                  </a:cubicBezTo>
                  <a:cubicBezTo>
                    <a:pt x="30" y="788"/>
                    <a:pt x="30" y="788"/>
                    <a:pt x="30" y="788"/>
                  </a:cubicBezTo>
                  <a:cubicBezTo>
                    <a:pt x="32" y="785"/>
                    <a:pt x="36" y="782"/>
                    <a:pt x="40" y="783"/>
                  </a:cubicBezTo>
                  <a:cubicBezTo>
                    <a:pt x="42" y="784"/>
                    <a:pt x="44" y="785"/>
                    <a:pt x="45" y="787"/>
                  </a:cubicBezTo>
                  <a:cubicBezTo>
                    <a:pt x="47" y="789"/>
                    <a:pt x="47" y="791"/>
                    <a:pt x="46" y="794"/>
                  </a:cubicBezTo>
                  <a:cubicBezTo>
                    <a:pt x="45" y="797"/>
                    <a:pt x="42" y="800"/>
                    <a:pt x="38" y="800"/>
                  </a:cubicBezTo>
                  <a:close/>
                  <a:moveTo>
                    <a:pt x="45" y="773"/>
                  </a:moveTo>
                  <a:cubicBezTo>
                    <a:pt x="45" y="773"/>
                    <a:pt x="44" y="773"/>
                    <a:pt x="43" y="772"/>
                  </a:cubicBezTo>
                  <a:cubicBezTo>
                    <a:pt x="41" y="772"/>
                    <a:pt x="39" y="770"/>
                    <a:pt x="38" y="768"/>
                  </a:cubicBezTo>
                  <a:cubicBezTo>
                    <a:pt x="37" y="766"/>
                    <a:pt x="36" y="764"/>
                    <a:pt x="37" y="762"/>
                  </a:cubicBezTo>
                  <a:cubicBezTo>
                    <a:pt x="46" y="731"/>
                    <a:pt x="56" y="700"/>
                    <a:pt x="67" y="670"/>
                  </a:cubicBezTo>
                  <a:cubicBezTo>
                    <a:pt x="67" y="670"/>
                    <a:pt x="67" y="670"/>
                    <a:pt x="67" y="670"/>
                  </a:cubicBezTo>
                  <a:cubicBezTo>
                    <a:pt x="67" y="670"/>
                    <a:pt x="67" y="670"/>
                    <a:pt x="67" y="670"/>
                  </a:cubicBezTo>
                  <a:cubicBezTo>
                    <a:pt x="68" y="669"/>
                    <a:pt x="68" y="669"/>
                    <a:pt x="68" y="669"/>
                  </a:cubicBezTo>
                  <a:cubicBezTo>
                    <a:pt x="68" y="668"/>
                    <a:pt x="68" y="667"/>
                    <a:pt x="69" y="666"/>
                  </a:cubicBezTo>
                  <a:cubicBezTo>
                    <a:pt x="82" y="632"/>
                    <a:pt x="97" y="598"/>
                    <a:pt x="113" y="566"/>
                  </a:cubicBezTo>
                  <a:cubicBezTo>
                    <a:pt x="115" y="562"/>
                    <a:pt x="121" y="560"/>
                    <a:pt x="125" y="562"/>
                  </a:cubicBezTo>
                  <a:cubicBezTo>
                    <a:pt x="129" y="564"/>
                    <a:pt x="131" y="569"/>
                    <a:pt x="129" y="573"/>
                  </a:cubicBezTo>
                  <a:cubicBezTo>
                    <a:pt x="112" y="605"/>
                    <a:pt x="97" y="638"/>
                    <a:pt x="85" y="672"/>
                  </a:cubicBezTo>
                  <a:cubicBezTo>
                    <a:pt x="84" y="672"/>
                    <a:pt x="84" y="673"/>
                    <a:pt x="84" y="674"/>
                  </a:cubicBezTo>
                  <a:cubicBezTo>
                    <a:pt x="84" y="675"/>
                    <a:pt x="83" y="675"/>
                    <a:pt x="83" y="676"/>
                  </a:cubicBezTo>
                  <a:cubicBezTo>
                    <a:pt x="72" y="706"/>
                    <a:pt x="62" y="736"/>
                    <a:pt x="53" y="767"/>
                  </a:cubicBezTo>
                  <a:cubicBezTo>
                    <a:pt x="52" y="770"/>
                    <a:pt x="49" y="773"/>
                    <a:pt x="45" y="773"/>
                  </a:cubicBezTo>
                  <a:close/>
                  <a:moveTo>
                    <a:pt x="2016" y="725"/>
                  </a:moveTo>
                  <a:cubicBezTo>
                    <a:pt x="2012" y="725"/>
                    <a:pt x="2009" y="723"/>
                    <a:pt x="2008" y="719"/>
                  </a:cubicBezTo>
                  <a:cubicBezTo>
                    <a:pt x="2007" y="717"/>
                    <a:pt x="2007" y="715"/>
                    <a:pt x="2008" y="713"/>
                  </a:cubicBezTo>
                  <a:cubicBezTo>
                    <a:pt x="2009" y="711"/>
                    <a:pt x="2011" y="709"/>
                    <a:pt x="2013" y="709"/>
                  </a:cubicBezTo>
                  <a:cubicBezTo>
                    <a:pt x="2018" y="707"/>
                    <a:pt x="2023" y="710"/>
                    <a:pt x="2024" y="714"/>
                  </a:cubicBezTo>
                  <a:cubicBezTo>
                    <a:pt x="2025" y="719"/>
                    <a:pt x="2023" y="723"/>
                    <a:pt x="2019" y="725"/>
                  </a:cubicBezTo>
                  <a:cubicBezTo>
                    <a:pt x="2018" y="725"/>
                    <a:pt x="2017" y="725"/>
                    <a:pt x="2016" y="725"/>
                  </a:cubicBezTo>
                  <a:close/>
                  <a:moveTo>
                    <a:pt x="2007" y="698"/>
                  </a:moveTo>
                  <a:cubicBezTo>
                    <a:pt x="2003" y="698"/>
                    <a:pt x="2000" y="696"/>
                    <a:pt x="1999" y="693"/>
                  </a:cubicBezTo>
                  <a:cubicBezTo>
                    <a:pt x="1986" y="659"/>
                    <a:pt x="1972" y="625"/>
                    <a:pt x="1956" y="592"/>
                  </a:cubicBezTo>
                  <a:cubicBezTo>
                    <a:pt x="1956" y="591"/>
                    <a:pt x="1956" y="591"/>
                    <a:pt x="1956" y="591"/>
                  </a:cubicBezTo>
                  <a:cubicBezTo>
                    <a:pt x="1956" y="591"/>
                    <a:pt x="1955" y="590"/>
                    <a:pt x="1955" y="590"/>
                  </a:cubicBezTo>
                  <a:cubicBezTo>
                    <a:pt x="1941" y="561"/>
                    <a:pt x="1926" y="533"/>
                    <a:pt x="1909" y="506"/>
                  </a:cubicBezTo>
                  <a:cubicBezTo>
                    <a:pt x="1907" y="502"/>
                    <a:pt x="1908" y="497"/>
                    <a:pt x="1912" y="494"/>
                  </a:cubicBezTo>
                  <a:cubicBezTo>
                    <a:pt x="1916" y="492"/>
                    <a:pt x="1921" y="493"/>
                    <a:pt x="1924" y="497"/>
                  </a:cubicBezTo>
                  <a:cubicBezTo>
                    <a:pt x="1940" y="525"/>
                    <a:pt x="1956" y="553"/>
                    <a:pt x="1970" y="582"/>
                  </a:cubicBezTo>
                  <a:cubicBezTo>
                    <a:pt x="1970" y="582"/>
                    <a:pt x="1971" y="583"/>
                    <a:pt x="1971" y="583"/>
                  </a:cubicBezTo>
                  <a:cubicBezTo>
                    <a:pt x="1971" y="584"/>
                    <a:pt x="1971" y="584"/>
                    <a:pt x="1971" y="584"/>
                  </a:cubicBezTo>
                  <a:cubicBezTo>
                    <a:pt x="1988" y="618"/>
                    <a:pt x="2002" y="652"/>
                    <a:pt x="2015" y="687"/>
                  </a:cubicBezTo>
                  <a:cubicBezTo>
                    <a:pt x="2015" y="687"/>
                    <a:pt x="2015" y="687"/>
                    <a:pt x="2015" y="687"/>
                  </a:cubicBezTo>
                  <a:cubicBezTo>
                    <a:pt x="2015" y="689"/>
                    <a:pt x="2015" y="692"/>
                    <a:pt x="2014" y="694"/>
                  </a:cubicBezTo>
                  <a:cubicBezTo>
                    <a:pt x="2013" y="696"/>
                    <a:pt x="2012" y="697"/>
                    <a:pt x="2010" y="698"/>
                  </a:cubicBezTo>
                  <a:cubicBezTo>
                    <a:pt x="2009" y="698"/>
                    <a:pt x="2008" y="698"/>
                    <a:pt x="2007" y="698"/>
                  </a:cubicBezTo>
                  <a:close/>
                  <a:moveTo>
                    <a:pt x="134" y="553"/>
                  </a:moveTo>
                  <a:cubicBezTo>
                    <a:pt x="133" y="553"/>
                    <a:pt x="131" y="553"/>
                    <a:pt x="130" y="552"/>
                  </a:cubicBezTo>
                  <a:cubicBezTo>
                    <a:pt x="128" y="551"/>
                    <a:pt x="127" y="549"/>
                    <a:pt x="126" y="547"/>
                  </a:cubicBezTo>
                  <a:cubicBezTo>
                    <a:pt x="125" y="545"/>
                    <a:pt x="126" y="542"/>
                    <a:pt x="127" y="540"/>
                  </a:cubicBezTo>
                  <a:cubicBezTo>
                    <a:pt x="129" y="536"/>
                    <a:pt x="134" y="535"/>
                    <a:pt x="138" y="537"/>
                  </a:cubicBezTo>
                  <a:cubicBezTo>
                    <a:pt x="142" y="539"/>
                    <a:pt x="144" y="544"/>
                    <a:pt x="142" y="549"/>
                  </a:cubicBezTo>
                  <a:cubicBezTo>
                    <a:pt x="140" y="551"/>
                    <a:pt x="137" y="553"/>
                    <a:pt x="134" y="553"/>
                  </a:cubicBezTo>
                  <a:close/>
                  <a:moveTo>
                    <a:pt x="148" y="528"/>
                  </a:moveTo>
                  <a:cubicBezTo>
                    <a:pt x="147" y="528"/>
                    <a:pt x="145" y="528"/>
                    <a:pt x="144" y="527"/>
                  </a:cubicBezTo>
                  <a:cubicBezTo>
                    <a:pt x="140" y="525"/>
                    <a:pt x="138" y="520"/>
                    <a:pt x="141" y="516"/>
                  </a:cubicBezTo>
                  <a:cubicBezTo>
                    <a:pt x="157" y="488"/>
                    <a:pt x="175" y="460"/>
                    <a:pt x="193" y="434"/>
                  </a:cubicBezTo>
                  <a:cubicBezTo>
                    <a:pt x="215" y="403"/>
                    <a:pt x="239" y="373"/>
                    <a:pt x="265" y="345"/>
                  </a:cubicBezTo>
                  <a:cubicBezTo>
                    <a:pt x="268" y="342"/>
                    <a:pt x="273" y="342"/>
                    <a:pt x="277" y="345"/>
                  </a:cubicBezTo>
                  <a:cubicBezTo>
                    <a:pt x="280" y="348"/>
                    <a:pt x="280" y="353"/>
                    <a:pt x="277" y="357"/>
                  </a:cubicBezTo>
                  <a:cubicBezTo>
                    <a:pt x="252" y="384"/>
                    <a:pt x="229" y="414"/>
                    <a:pt x="207" y="444"/>
                  </a:cubicBezTo>
                  <a:cubicBezTo>
                    <a:pt x="189" y="470"/>
                    <a:pt x="171" y="497"/>
                    <a:pt x="155" y="524"/>
                  </a:cubicBezTo>
                  <a:cubicBezTo>
                    <a:pt x="154" y="527"/>
                    <a:pt x="151" y="528"/>
                    <a:pt x="148" y="528"/>
                  </a:cubicBezTo>
                  <a:close/>
                  <a:moveTo>
                    <a:pt x="1901" y="486"/>
                  </a:moveTo>
                  <a:cubicBezTo>
                    <a:pt x="1899" y="486"/>
                    <a:pt x="1896" y="485"/>
                    <a:pt x="1895" y="483"/>
                  </a:cubicBezTo>
                  <a:cubicBezTo>
                    <a:pt x="1895" y="483"/>
                    <a:pt x="1895" y="483"/>
                    <a:pt x="1895" y="483"/>
                  </a:cubicBezTo>
                  <a:cubicBezTo>
                    <a:pt x="1894" y="482"/>
                    <a:pt x="1894" y="482"/>
                    <a:pt x="1894" y="482"/>
                  </a:cubicBezTo>
                  <a:cubicBezTo>
                    <a:pt x="1892" y="478"/>
                    <a:pt x="1893" y="473"/>
                    <a:pt x="1897" y="470"/>
                  </a:cubicBezTo>
                  <a:cubicBezTo>
                    <a:pt x="1901" y="468"/>
                    <a:pt x="1906" y="469"/>
                    <a:pt x="1908" y="473"/>
                  </a:cubicBezTo>
                  <a:cubicBezTo>
                    <a:pt x="1911" y="477"/>
                    <a:pt x="1910" y="482"/>
                    <a:pt x="1906" y="485"/>
                  </a:cubicBezTo>
                  <a:cubicBezTo>
                    <a:pt x="1905" y="486"/>
                    <a:pt x="1903" y="486"/>
                    <a:pt x="1901" y="486"/>
                  </a:cubicBezTo>
                  <a:close/>
                  <a:moveTo>
                    <a:pt x="1886" y="463"/>
                  </a:moveTo>
                  <a:cubicBezTo>
                    <a:pt x="1883" y="463"/>
                    <a:pt x="1880" y="461"/>
                    <a:pt x="1879" y="459"/>
                  </a:cubicBezTo>
                  <a:cubicBezTo>
                    <a:pt x="1857" y="428"/>
                    <a:pt x="1834" y="398"/>
                    <a:pt x="1810" y="370"/>
                  </a:cubicBezTo>
                  <a:cubicBezTo>
                    <a:pt x="1789" y="346"/>
                    <a:pt x="1767" y="323"/>
                    <a:pt x="1744" y="301"/>
                  </a:cubicBezTo>
                  <a:cubicBezTo>
                    <a:pt x="1743" y="299"/>
                    <a:pt x="1742" y="297"/>
                    <a:pt x="1742" y="295"/>
                  </a:cubicBezTo>
                  <a:cubicBezTo>
                    <a:pt x="1742" y="293"/>
                    <a:pt x="1743" y="291"/>
                    <a:pt x="1744" y="289"/>
                  </a:cubicBezTo>
                  <a:cubicBezTo>
                    <a:pt x="1747" y="286"/>
                    <a:pt x="1753" y="286"/>
                    <a:pt x="1756" y="289"/>
                  </a:cubicBezTo>
                  <a:cubicBezTo>
                    <a:pt x="1779" y="311"/>
                    <a:pt x="1802" y="335"/>
                    <a:pt x="1823" y="359"/>
                  </a:cubicBezTo>
                  <a:cubicBezTo>
                    <a:pt x="1848" y="388"/>
                    <a:pt x="1871" y="418"/>
                    <a:pt x="1893" y="449"/>
                  </a:cubicBezTo>
                  <a:cubicBezTo>
                    <a:pt x="1895" y="453"/>
                    <a:pt x="1894" y="458"/>
                    <a:pt x="1890" y="461"/>
                  </a:cubicBezTo>
                  <a:cubicBezTo>
                    <a:pt x="1889" y="462"/>
                    <a:pt x="1887" y="463"/>
                    <a:pt x="1886" y="463"/>
                  </a:cubicBezTo>
                  <a:close/>
                  <a:moveTo>
                    <a:pt x="290" y="339"/>
                  </a:moveTo>
                  <a:cubicBezTo>
                    <a:pt x="288" y="339"/>
                    <a:pt x="286" y="338"/>
                    <a:pt x="284" y="336"/>
                  </a:cubicBezTo>
                  <a:cubicBezTo>
                    <a:pt x="281" y="333"/>
                    <a:pt x="281" y="328"/>
                    <a:pt x="284" y="324"/>
                  </a:cubicBezTo>
                  <a:cubicBezTo>
                    <a:pt x="287" y="321"/>
                    <a:pt x="293" y="321"/>
                    <a:pt x="296" y="324"/>
                  </a:cubicBezTo>
                  <a:cubicBezTo>
                    <a:pt x="298" y="325"/>
                    <a:pt x="298" y="328"/>
                    <a:pt x="299" y="330"/>
                  </a:cubicBezTo>
                  <a:cubicBezTo>
                    <a:pt x="299" y="332"/>
                    <a:pt x="298" y="334"/>
                    <a:pt x="296" y="336"/>
                  </a:cubicBezTo>
                  <a:cubicBezTo>
                    <a:pt x="295" y="338"/>
                    <a:pt x="292" y="339"/>
                    <a:pt x="290" y="339"/>
                  </a:cubicBezTo>
                  <a:close/>
                  <a:moveTo>
                    <a:pt x="310" y="318"/>
                  </a:moveTo>
                  <a:cubicBezTo>
                    <a:pt x="308" y="318"/>
                    <a:pt x="305" y="317"/>
                    <a:pt x="304" y="316"/>
                  </a:cubicBezTo>
                  <a:cubicBezTo>
                    <a:pt x="300" y="312"/>
                    <a:pt x="300" y="307"/>
                    <a:pt x="304" y="304"/>
                  </a:cubicBezTo>
                  <a:cubicBezTo>
                    <a:pt x="327" y="281"/>
                    <a:pt x="351" y="259"/>
                    <a:pt x="376" y="239"/>
                  </a:cubicBezTo>
                  <a:cubicBezTo>
                    <a:pt x="405" y="215"/>
                    <a:pt x="436" y="192"/>
                    <a:pt x="467" y="171"/>
                  </a:cubicBezTo>
                  <a:cubicBezTo>
                    <a:pt x="468" y="171"/>
                    <a:pt x="468" y="171"/>
                    <a:pt x="468" y="171"/>
                  </a:cubicBezTo>
                  <a:cubicBezTo>
                    <a:pt x="468" y="171"/>
                    <a:pt x="468" y="171"/>
                    <a:pt x="468" y="171"/>
                  </a:cubicBezTo>
                  <a:cubicBezTo>
                    <a:pt x="471" y="168"/>
                    <a:pt x="477" y="170"/>
                    <a:pt x="479" y="173"/>
                  </a:cubicBezTo>
                  <a:cubicBezTo>
                    <a:pt x="482" y="177"/>
                    <a:pt x="481" y="183"/>
                    <a:pt x="477" y="185"/>
                  </a:cubicBezTo>
                  <a:cubicBezTo>
                    <a:pt x="445" y="206"/>
                    <a:pt x="415" y="228"/>
                    <a:pt x="386" y="252"/>
                  </a:cubicBezTo>
                  <a:cubicBezTo>
                    <a:pt x="362" y="272"/>
                    <a:pt x="338" y="293"/>
                    <a:pt x="316" y="316"/>
                  </a:cubicBezTo>
                  <a:cubicBezTo>
                    <a:pt x="314" y="317"/>
                    <a:pt x="312" y="318"/>
                    <a:pt x="310" y="318"/>
                  </a:cubicBezTo>
                  <a:close/>
                  <a:moveTo>
                    <a:pt x="1730" y="284"/>
                  </a:moveTo>
                  <a:cubicBezTo>
                    <a:pt x="1728" y="284"/>
                    <a:pt x="1725" y="283"/>
                    <a:pt x="1724" y="282"/>
                  </a:cubicBezTo>
                  <a:cubicBezTo>
                    <a:pt x="1722" y="280"/>
                    <a:pt x="1721" y="278"/>
                    <a:pt x="1721" y="276"/>
                  </a:cubicBezTo>
                  <a:cubicBezTo>
                    <a:pt x="1721" y="274"/>
                    <a:pt x="1722" y="272"/>
                    <a:pt x="1723" y="270"/>
                  </a:cubicBezTo>
                  <a:cubicBezTo>
                    <a:pt x="1726" y="267"/>
                    <a:pt x="1732" y="266"/>
                    <a:pt x="1735" y="269"/>
                  </a:cubicBezTo>
                  <a:cubicBezTo>
                    <a:pt x="1737" y="271"/>
                    <a:pt x="1738" y="273"/>
                    <a:pt x="1738" y="275"/>
                  </a:cubicBezTo>
                  <a:cubicBezTo>
                    <a:pt x="1738" y="277"/>
                    <a:pt x="1737" y="280"/>
                    <a:pt x="1736" y="281"/>
                  </a:cubicBezTo>
                  <a:cubicBezTo>
                    <a:pt x="1734" y="283"/>
                    <a:pt x="1732" y="284"/>
                    <a:pt x="1730" y="284"/>
                  </a:cubicBezTo>
                  <a:close/>
                  <a:moveTo>
                    <a:pt x="1708" y="265"/>
                  </a:moveTo>
                  <a:cubicBezTo>
                    <a:pt x="1706" y="265"/>
                    <a:pt x="1704" y="265"/>
                    <a:pt x="1703" y="263"/>
                  </a:cubicBezTo>
                  <a:cubicBezTo>
                    <a:pt x="1675" y="239"/>
                    <a:pt x="1645" y="216"/>
                    <a:pt x="1614" y="195"/>
                  </a:cubicBezTo>
                  <a:cubicBezTo>
                    <a:pt x="1614" y="195"/>
                    <a:pt x="1614" y="195"/>
                    <a:pt x="1614" y="195"/>
                  </a:cubicBezTo>
                  <a:cubicBezTo>
                    <a:pt x="1614" y="195"/>
                    <a:pt x="1614" y="195"/>
                    <a:pt x="1614" y="195"/>
                  </a:cubicBezTo>
                  <a:cubicBezTo>
                    <a:pt x="1588" y="177"/>
                    <a:pt x="1560" y="160"/>
                    <a:pt x="1533" y="145"/>
                  </a:cubicBezTo>
                  <a:cubicBezTo>
                    <a:pt x="1529" y="143"/>
                    <a:pt x="1527" y="138"/>
                    <a:pt x="1529" y="134"/>
                  </a:cubicBezTo>
                  <a:cubicBezTo>
                    <a:pt x="1532" y="130"/>
                    <a:pt x="1537" y="128"/>
                    <a:pt x="1541" y="130"/>
                  </a:cubicBezTo>
                  <a:cubicBezTo>
                    <a:pt x="1569" y="146"/>
                    <a:pt x="1597" y="163"/>
                    <a:pt x="1623" y="181"/>
                  </a:cubicBezTo>
                  <a:cubicBezTo>
                    <a:pt x="1655" y="202"/>
                    <a:pt x="1685" y="226"/>
                    <a:pt x="1714" y="250"/>
                  </a:cubicBezTo>
                  <a:cubicBezTo>
                    <a:pt x="1716" y="252"/>
                    <a:pt x="1717" y="254"/>
                    <a:pt x="1717" y="256"/>
                  </a:cubicBezTo>
                  <a:cubicBezTo>
                    <a:pt x="1717" y="259"/>
                    <a:pt x="1716" y="261"/>
                    <a:pt x="1715" y="262"/>
                  </a:cubicBezTo>
                  <a:cubicBezTo>
                    <a:pt x="1713" y="264"/>
                    <a:pt x="1711" y="265"/>
                    <a:pt x="1708" y="265"/>
                  </a:cubicBezTo>
                  <a:close/>
                  <a:moveTo>
                    <a:pt x="496" y="171"/>
                  </a:moveTo>
                  <a:cubicBezTo>
                    <a:pt x="493" y="171"/>
                    <a:pt x="490" y="170"/>
                    <a:pt x="489" y="167"/>
                  </a:cubicBezTo>
                  <a:cubicBezTo>
                    <a:pt x="487" y="165"/>
                    <a:pt x="487" y="163"/>
                    <a:pt x="488" y="161"/>
                  </a:cubicBezTo>
                  <a:cubicBezTo>
                    <a:pt x="488" y="159"/>
                    <a:pt x="489" y="157"/>
                    <a:pt x="491" y="156"/>
                  </a:cubicBezTo>
                  <a:cubicBezTo>
                    <a:pt x="495" y="153"/>
                    <a:pt x="501" y="155"/>
                    <a:pt x="503" y="158"/>
                  </a:cubicBezTo>
                  <a:cubicBezTo>
                    <a:pt x="504" y="160"/>
                    <a:pt x="505" y="163"/>
                    <a:pt x="504" y="165"/>
                  </a:cubicBezTo>
                  <a:cubicBezTo>
                    <a:pt x="504" y="167"/>
                    <a:pt x="502" y="169"/>
                    <a:pt x="500" y="170"/>
                  </a:cubicBezTo>
                  <a:cubicBezTo>
                    <a:pt x="499" y="171"/>
                    <a:pt x="497" y="171"/>
                    <a:pt x="496" y="171"/>
                  </a:cubicBezTo>
                  <a:close/>
                  <a:moveTo>
                    <a:pt x="520" y="157"/>
                  </a:moveTo>
                  <a:cubicBezTo>
                    <a:pt x="517" y="157"/>
                    <a:pt x="514" y="155"/>
                    <a:pt x="513" y="153"/>
                  </a:cubicBezTo>
                  <a:cubicBezTo>
                    <a:pt x="512" y="151"/>
                    <a:pt x="511" y="148"/>
                    <a:pt x="512" y="146"/>
                  </a:cubicBezTo>
                  <a:cubicBezTo>
                    <a:pt x="512" y="144"/>
                    <a:pt x="514" y="142"/>
                    <a:pt x="516" y="141"/>
                  </a:cubicBezTo>
                  <a:cubicBezTo>
                    <a:pt x="544" y="125"/>
                    <a:pt x="573" y="110"/>
                    <a:pt x="602" y="96"/>
                  </a:cubicBezTo>
                  <a:cubicBezTo>
                    <a:pt x="602" y="96"/>
                    <a:pt x="603" y="96"/>
                    <a:pt x="604" y="95"/>
                  </a:cubicBezTo>
                  <a:cubicBezTo>
                    <a:pt x="605" y="95"/>
                    <a:pt x="605" y="95"/>
                    <a:pt x="605" y="95"/>
                  </a:cubicBezTo>
                  <a:cubicBezTo>
                    <a:pt x="638" y="79"/>
                    <a:pt x="673" y="66"/>
                    <a:pt x="708" y="54"/>
                  </a:cubicBezTo>
                  <a:cubicBezTo>
                    <a:pt x="712" y="53"/>
                    <a:pt x="717" y="55"/>
                    <a:pt x="718" y="59"/>
                  </a:cubicBezTo>
                  <a:cubicBezTo>
                    <a:pt x="720" y="64"/>
                    <a:pt x="718" y="69"/>
                    <a:pt x="713" y="70"/>
                  </a:cubicBezTo>
                  <a:cubicBezTo>
                    <a:pt x="679" y="82"/>
                    <a:pt x="645" y="95"/>
                    <a:pt x="612" y="110"/>
                  </a:cubicBezTo>
                  <a:cubicBezTo>
                    <a:pt x="611" y="110"/>
                    <a:pt x="611" y="111"/>
                    <a:pt x="610" y="111"/>
                  </a:cubicBezTo>
                  <a:cubicBezTo>
                    <a:pt x="609" y="112"/>
                    <a:pt x="609" y="112"/>
                    <a:pt x="609" y="112"/>
                  </a:cubicBezTo>
                  <a:cubicBezTo>
                    <a:pt x="609" y="112"/>
                    <a:pt x="609" y="112"/>
                    <a:pt x="609" y="112"/>
                  </a:cubicBezTo>
                  <a:cubicBezTo>
                    <a:pt x="609" y="112"/>
                    <a:pt x="609" y="112"/>
                    <a:pt x="609" y="112"/>
                  </a:cubicBezTo>
                  <a:cubicBezTo>
                    <a:pt x="580" y="125"/>
                    <a:pt x="552" y="140"/>
                    <a:pt x="524" y="156"/>
                  </a:cubicBezTo>
                  <a:cubicBezTo>
                    <a:pt x="523" y="156"/>
                    <a:pt x="522" y="157"/>
                    <a:pt x="520" y="157"/>
                  </a:cubicBezTo>
                  <a:close/>
                  <a:moveTo>
                    <a:pt x="1512" y="133"/>
                  </a:moveTo>
                  <a:cubicBezTo>
                    <a:pt x="1511" y="133"/>
                    <a:pt x="1509" y="133"/>
                    <a:pt x="1508" y="132"/>
                  </a:cubicBezTo>
                  <a:cubicBezTo>
                    <a:pt x="1506" y="131"/>
                    <a:pt x="1504" y="129"/>
                    <a:pt x="1504" y="127"/>
                  </a:cubicBezTo>
                  <a:cubicBezTo>
                    <a:pt x="1503" y="125"/>
                    <a:pt x="1503" y="122"/>
                    <a:pt x="1504" y="120"/>
                  </a:cubicBezTo>
                  <a:cubicBezTo>
                    <a:pt x="1506" y="116"/>
                    <a:pt x="1512" y="115"/>
                    <a:pt x="1516" y="117"/>
                  </a:cubicBezTo>
                  <a:cubicBezTo>
                    <a:pt x="1520" y="119"/>
                    <a:pt x="1522" y="124"/>
                    <a:pt x="1519" y="128"/>
                  </a:cubicBezTo>
                  <a:cubicBezTo>
                    <a:pt x="1518" y="131"/>
                    <a:pt x="1515" y="133"/>
                    <a:pt x="1512" y="133"/>
                  </a:cubicBezTo>
                  <a:close/>
                  <a:moveTo>
                    <a:pt x="1487" y="120"/>
                  </a:moveTo>
                  <a:cubicBezTo>
                    <a:pt x="1485" y="120"/>
                    <a:pt x="1484" y="120"/>
                    <a:pt x="1483" y="119"/>
                  </a:cubicBezTo>
                  <a:cubicBezTo>
                    <a:pt x="1450" y="104"/>
                    <a:pt x="1416" y="89"/>
                    <a:pt x="1382" y="77"/>
                  </a:cubicBezTo>
                  <a:cubicBezTo>
                    <a:pt x="1381" y="77"/>
                    <a:pt x="1380" y="76"/>
                    <a:pt x="1379" y="76"/>
                  </a:cubicBezTo>
                  <a:cubicBezTo>
                    <a:pt x="1350" y="65"/>
                    <a:pt x="1319" y="56"/>
                    <a:pt x="1288" y="48"/>
                  </a:cubicBezTo>
                  <a:cubicBezTo>
                    <a:pt x="1284" y="47"/>
                    <a:pt x="1281" y="43"/>
                    <a:pt x="1282" y="38"/>
                  </a:cubicBezTo>
                  <a:cubicBezTo>
                    <a:pt x="1283" y="34"/>
                    <a:pt x="1288" y="31"/>
                    <a:pt x="1292" y="32"/>
                  </a:cubicBezTo>
                  <a:cubicBezTo>
                    <a:pt x="1324" y="40"/>
                    <a:pt x="1355" y="49"/>
                    <a:pt x="1385" y="60"/>
                  </a:cubicBezTo>
                  <a:cubicBezTo>
                    <a:pt x="1386" y="60"/>
                    <a:pt x="1386" y="61"/>
                    <a:pt x="1387" y="61"/>
                  </a:cubicBezTo>
                  <a:cubicBezTo>
                    <a:pt x="1388" y="61"/>
                    <a:pt x="1388" y="61"/>
                    <a:pt x="1388" y="61"/>
                  </a:cubicBezTo>
                  <a:cubicBezTo>
                    <a:pt x="1423" y="74"/>
                    <a:pt x="1457" y="88"/>
                    <a:pt x="1490" y="104"/>
                  </a:cubicBezTo>
                  <a:cubicBezTo>
                    <a:pt x="1492" y="105"/>
                    <a:pt x="1494" y="107"/>
                    <a:pt x="1495" y="109"/>
                  </a:cubicBezTo>
                  <a:cubicBezTo>
                    <a:pt x="1495" y="111"/>
                    <a:pt x="1495" y="113"/>
                    <a:pt x="1494" y="115"/>
                  </a:cubicBezTo>
                  <a:cubicBezTo>
                    <a:pt x="1493" y="118"/>
                    <a:pt x="1490" y="120"/>
                    <a:pt x="1487" y="120"/>
                  </a:cubicBezTo>
                  <a:close/>
                  <a:moveTo>
                    <a:pt x="737" y="62"/>
                  </a:moveTo>
                  <a:cubicBezTo>
                    <a:pt x="734" y="62"/>
                    <a:pt x="730" y="59"/>
                    <a:pt x="729" y="56"/>
                  </a:cubicBezTo>
                  <a:cubicBezTo>
                    <a:pt x="728" y="51"/>
                    <a:pt x="730" y="47"/>
                    <a:pt x="735" y="45"/>
                  </a:cubicBezTo>
                  <a:cubicBezTo>
                    <a:pt x="739" y="44"/>
                    <a:pt x="744" y="47"/>
                    <a:pt x="745" y="51"/>
                  </a:cubicBezTo>
                  <a:cubicBezTo>
                    <a:pt x="747" y="55"/>
                    <a:pt x="744" y="60"/>
                    <a:pt x="740" y="62"/>
                  </a:cubicBezTo>
                  <a:cubicBezTo>
                    <a:pt x="739" y="62"/>
                    <a:pt x="738" y="62"/>
                    <a:pt x="737" y="62"/>
                  </a:cubicBezTo>
                  <a:close/>
                  <a:moveTo>
                    <a:pt x="764" y="54"/>
                  </a:moveTo>
                  <a:cubicBezTo>
                    <a:pt x="761" y="54"/>
                    <a:pt x="757" y="51"/>
                    <a:pt x="756" y="48"/>
                  </a:cubicBezTo>
                  <a:cubicBezTo>
                    <a:pt x="755" y="43"/>
                    <a:pt x="758" y="39"/>
                    <a:pt x="762" y="37"/>
                  </a:cubicBezTo>
                  <a:cubicBezTo>
                    <a:pt x="793" y="29"/>
                    <a:pt x="825" y="22"/>
                    <a:pt x="857" y="16"/>
                  </a:cubicBezTo>
                  <a:cubicBezTo>
                    <a:pt x="894" y="9"/>
                    <a:pt x="932" y="5"/>
                    <a:pt x="970" y="2"/>
                  </a:cubicBezTo>
                  <a:cubicBezTo>
                    <a:pt x="975" y="2"/>
                    <a:pt x="979" y="5"/>
                    <a:pt x="979" y="10"/>
                  </a:cubicBezTo>
                  <a:cubicBezTo>
                    <a:pt x="979" y="15"/>
                    <a:pt x="976" y="19"/>
                    <a:pt x="971" y="19"/>
                  </a:cubicBezTo>
                  <a:cubicBezTo>
                    <a:pt x="934" y="22"/>
                    <a:pt x="897" y="26"/>
                    <a:pt x="860" y="33"/>
                  </a:cubicBezTo>
                  <a:cubicBezTo>
                    <a:pt x="828" y="38"/>
                    <a:pt x="797" y="45"/>
                    <a:pt x="767" y="54"/>
                  </a:cubicBezTo>
                  <a:cubicBezTo>
                    <a:pt x="766" y="54"/>
                    <a:pt x="765" y="54"/>
                    <a:pt x="764" y="54"/>
                  </a:cubicBezTo>
                  <a:close/>
                  <a:moveTo>
                    <a:pt x="1263" y="42"/>
                  </a:moveTo>
                  <a:cubicBezTo>
                    <a:pt x="1262" y="42"/>
                    <a:pt x="1262" y="42"/>
                    <a:pt x="1261" y="42"/>
                  </a:cubicBezTo>
                  <a:cubicBezTo>
                    <a:pt x="1256" y="41"/>
                    <a:pt x="1253" y="36"/>
                    <a:pt x="1254" y="32"/>
                  </a:cubicBezTo>
                  <a:cubicBezTo>
                    <a:pt x="1255" y="27"/>
                    <a:pt x="1260" y="24"/>
                    <a:pt x="1265" y="25"/>
                  </a:cubicBezTo>
                  <a:cubicBezTo>
                    <a:pt x="1267" y="26"/>
                    <a:pt x="1269" y="27"/>
                    <a:pt x="1270" y="29"/>
                  </a:cubicBezTo>
                  <a:cubicBezTo>
                    <a:pt x="1271" y="31"/>
                    <a:pt x="1272" y="33"/>
                    <a:pt x="1271" y="35"/>
                  </a:cubicBezTo>
                  <a:cubicBezTo>
                    <a:pt x="1270" y="39"/>
                    <a:pt x="1267" y="42"/>
                    <a:pt x="1263" y="42"/>
                  </a:cubicBezTo>
                  <a:close/>
                  <a:moveTo>
                    <a:pt x="1235" y="36"/>
                  </a:moveTo>
                  <a:cubicBezTo>
                    <a:pt x="1235" y="36"/>
                    <a:pt x="1234" y="36"/>
                    <a:pt x="1233" y="36"/>
                  </a:cubicBezTo>
                  <a:cubicBezTo>
                    <a:pt x="1197" y="29"/>
                    <a:pt x="1160" y="24"/>
                    <a:pt x="1123" y="21"/>
                  </a:cubicBezTo>
                  <a:cubicBezTo>
                    <a:pt x="1123" y="21"/>
                    <a:pt x="1123" y="21"/>
                    <a:pt x="1122" y="21"/>
                  </a:cubicBezTo>
                  <a:cubicBezTo>
                    <a:pt x="1094" y="18"/>
                    <a:pt x="1065" y="17"/>
                    <a:pt x="1037" y="17"/>
                  </a:cubicBezTo>
                  <a:cubicBezTo>
                    <a:pt x="1034" y="17"/>
                    <a:pt x="1031" y="17"/>
                    <a:pt x="1027" y="17"/>
                  </a:cubicBezTo>
                  <a:cubicBezTo>
                    <a:pt x="1027" y="17"/>
                    <a:pt x="1027" y="17"/>
                    <a:pt x="1027" y="17"/>
                  </a:cubicBezTo>
                  <a:cubicBezTo>
                    <a:pt x="1022" y="17"/>
                    <a:pt x="1019" y="13"/>
                    <a:pt x="1019" y="9"/>
                  </a:cubicBezTo>
                  <a:cubicBezTo>
                    <a:pt x="1018" y="4"/>
                    <a:pt x="1022" y="0"/>
                    <a:pt x="1027" y="0"/>
                  </a:cubicBezTo>
                  <a:cubicBezTo>
                    <a:pt x="1031" y="0"/>
                    <a:pt x="1034" y="0"/>
                    <a:pt x="1037" y="0"/>
                  </a:cubicBezTo>
                  <a:cubicBezTo>
                    <a:pt x="1066" y="0"/>
                    <a:pt x="1095" y="1"/>
                    <a:pt x="1124" y="4"/>
                  </a:cubicBezTo>
                  <a:cubicBezTo>
                    <a:pt x="1162" y="7"/>
                    <a:pt x="1200" y="12"/>
                    <a:pt x="1237" y="19"/>
                  </a:cubicBezTo>
                  <a:cubicBezTo>
                    <a:pt x="1241" y="20"/>
                    <a:pt x="1244" y="25"/>
                    <a:pt x="1243" y="29"/>
                  </a:cubicBezTo>
                  <a:cubicBezTo>
                    <a:pt x="1243" y="33"/>
                    <a:pt x="1239" y="36"/>
                    <a:pt x="1235" y="36"/>
                  </a:cubicBezTo>
                  <a:close/>
                  <a:moveTo>
                    <a:pt x="999" y="18"/>
                  </a:moveTo>
                  <a:cubicBezTo>
                    <a:pt x="994" y="18"/>
                    <a:pt x="990" y="14"/>
                    <a:pt x="990" y="10"/>
                  </a:cubicBezTo>
                  <a:cubicBezTo>
                    <a:pt x="990" y="7"/>
                    <a:pt x="991" y="5"/>
                    <a:pt x="993" y="3"/>
                  </a:cubicBezTo>
                  <a:cubicBezTo>
                    <a:pt x="994" y="2"/>
                    <a:pt x="996" y="1"/>
                    <a:pt x="998" y="1"/>
                  </a:cubicBezTo>
                  <a:cubicBezTo>
                    <a:pt x="999" y="1"/>
                    <a:pt x="999" y="1"/>
                    <a:pt x="999" y="1"/>
                  </a:cubicBezTo>
                  <a:cubicBezTo>
                    <a:pt x="1003" y="1"/>
                    <a:pt x="1007" y="4"/>
                    <a:pt x="1007" y="9"/>
                  </a:cubicBezTo>
                  <a:cubicBezTo>
                    <a:pt x="1007" y="14"/>
                    <a:pt x="1004" y="18"/>
                    <a:pt x="999" y="18"/>
                  </a:cubicBezTo>
                  <a:cubicBezTo>
                    <a:pt x="999" y="18"/>
                    <a:pt x="999" y="18"/>
                    <a:pt x="999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94B6E4F-671D-463A-89BC-52374EFF1E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6975" y="1154425"/>
              <a:ext cx="4238051" cy="4244389"/>
            </a:xfrm>
            <a:custGeom>
              <a:avLst/>
              <a:gdLst>
                <a:gd name="T0" fmla="*/ 991 w 2004"/>
                <a:gd name="T1" fmla="*/ 1989 h 2006"/>
                <a:gd name="T2" fmla="*/ 1003 w 2004"/>
                <a:gd name="T3" fmla="*/ 2006 h 2006"/>
                <a:gd name="T4" fmla="*/ 1354 w 2004"/>
                <a:gd name="T5" fmla="*/ 1924 h 2006"/>
                <a:gd name="T6" fmla="*/ 1037 w 2004"/>
                <a:gd name="T7" fmla="*/ 2005 h 2006"/>
                <a:gd name="T8" fmla="*/ 631 w 2004"/>
                <a:gd name="T9" fmla="*/ 1925 h 2006"/>
                <a:gd name="T10" fmla="*/ 958 w 2004"/>
                <a:gd name="T11" fmla="*/ 2005 h 2006"/>
                <a:gd name="T12" fmla="*/ 1408 w 2004"/>
                <a:gd name="T13" fmla="*/ 1920 h 2006"/>
                <a:gd name="T14" fmla="*/ 584 w 2004"/>
                <a:gd name="T15" fmla="*/ 1905 h 2006"/>
                <a:gd name="T16" fmla="*/ 1422 w 2004"/>
                <a:gd name="T17" fmla="*/ 1904 h 2006"/>
                <a:gd name="T18" fmla="*/ 1704 w 2004"/>
                <a:gd name="T19" fmla="*/ 1707 h 2006"/>
                <a:gd name="T20" fmla="*/ 1430 w 2004"/>
                <a:gd name="T21" fmla="*/ 1909 h 2006"/>
                <a:gd name="T22" fmla="*/ 294 w 2004"/>
                <a:gd name="T23" fmla="*/ 1701 h 2006"/>
                <a:gd name="T24" fmla="*/ 566 w 2004"/>
                <a:gd name="T25" fmla="*/ 1905 h 2006"/>
                <a:gd name="T26" fmla="*/ 1739 w 2004"/>
                <a:gd name="T27" fmla="*/ 1682 h 2006"/>
                <a:gd name="T28" fmla="*/ 259 w 2004"/>
                <a:gd name="T29" fmla="*/ 1664 h 2006"/>
                <a:gd name="T30" fmla="*/ 1746 w 2004"/>
                <a:gd name="T31" fmla="*/ 1662 h 2006"/>
                <a:gd name="T32" fmla="*/ 1926 w 2004"/>
                <a:gd name="T33" fmla="*/ 1369 h 2006"/>
                <a:gd name="T34" fmla="*/ 1752 w 2004"/>
                <a:gd name="T35" fmla="*/ 1664 h 2006"/>
                <a:gd name="T36" fmla="*/ 70 w 2004"/>
                <a:gd name="T37" fmla="*/ 1372 h 2006"/>
                <a:gd name="T38" fmla="*/ 253 w 2004"/>
                <a:gd name="T39" fmla="*/ 1643 h 2006"/>
                <a:gd name="T40" fmla="*/ 1933 w 2004"/>
                <a:gd name="T41" fmla="*/ 1327 h 2006"/>
                <a:gd name="T42" fmla="*/ 60 w 2004"/>
                <a:gd name="T43" fmla="*/ 1345 h 2006"/>
                <a:gd name="T44" fmla="*/ 68 w 2004"/>
                <a:gd name="T45" fmla="*/ 1351 h 2006"/>
                <a:gd name="T46" fmla="*/ 1987 w 2004"/>
                <a:gd name="T47" fmla="*/ 1037 h 2006"/>
                <a:gd name="T48" fmla="*/ 2004 w 2004"/>
                <a:gd name="T49" fmla="*/ 1037 h 2006"/>
                <a:gd name="T50" fmla="*/ 44 w 2004"/>
                <a:gd name="T51" fmla="*/ 1297 h 2006"/>
                <a:gd name="T52" fmla="*/ 9 w 2004"/>
                <a:gd name="T53" fmla="*/ 962 h 2006"/>
                <a:gd name="T54" fmla="*/ 60 w 2004"/>
                <a:gd name="T55" fmla="*/ 1292 h 2006"/>
                <a:gd name="T56" fmla="*/ 1992 w 2004"/>
                <a:gd name="T57" fmla="*/ 920 h 2006"/>
                <a:gd name="T58" fmla="*/ 10 w 2004"/>
                <a:gd name="T59" fmla="*/ 951 h 2006"/>
                <a:gd name="T60" fmla="*/ 10 w 2004"/>
                <a:gd name="T61" fmla="*/ 951 h 2006"/>
                <a:gd name="T62" fmla="*/ 1896 w 2004"/>
                <a:gd name="T63" fmla="*/ 589 h 2006"/>
                <a:gd name="T64" fmla="*/ 1999 w 2004"/>
                <a:gd name="T65" fmla="*/ 899 h 2006"/>
                <a:gd name="T66" fmla="*/ 54 w 2004"/>
                <a:gd name="T67" fmla="*/ 679 h 2006"/>
                <a:gd name="T68" fmla="*/ 85 w 2004"/>
                <a:gd name="T69" fmla="*/ 643 h 2006"/>
                <a:gd name="T70" fmla="*/ 1883 w 2004"/>
                <a:gd name="T71" fmla="*/ 564 h 2006"/>
                <a:gd name="T72" fmla="*/ 1891 w 2004"/>
                <a:gd name="T73" fmla="*/ 568 h 2006"/>
                <a:gd name="T74" fmla="*/ 135 w 2004"/>
                <a:gd name="T75" fmla="*/ 536 h 2006"/>
                <a:gd name="T76" fmla="*/ 1799 w 2004"/>
                <a:gd name="T77" fmla="*/ 425 h 2006"/>
                <a:gd name="T78" fmla="*/ 1813 w 2004"/>
                <a:gd name="T79" fmla="*/ 415 h 2006"/>
                <a:gd name="T80" fmla="*/ 137 w 2004"/>
                <a:gd name="T81" fmla="*/ 515 h 2006"/>
                <a:gd name="T82" fmla="*/ 355 w 2004"/>
                <a:gd name="T83" fmla="*/ 249 h 2006"/>
                <a:gd name="T84" fmla="*/ 141 w 2004"/>
                <a:gd name="T85" fmla="*/ 516 h 2006"/>
                <a:gd name="T86" fmla="*/ 1646 w 2004"/>
                <a:gd name="T87" fmla="*/ 236 h 2006"/>
                <a:gd name="T88" fmla="*/ 383 w 2004"/>
                <a:gd name="T89" fmla="*/ 216 h 2006"/>
                <a:gd name="T90" fmla="*/ 1596 w 2004"/>
                <a:gd name="T91" fmla="*/ 217 h 2006"/>
                <a:gd name="T92" fmla="*/ 1314 w 2004"/>
                <a:gd name="T93" fmla="*/ 51 h 2006"/>
                <a:gd name="T94" fmla="*/ 1601 w 2004"/>
                <a:gd name="T95" fmla="*/ 219 h 2006"/>
                <a:gd name="T96" fmla="*/ 599 w 2004"/>
                <a:gd name="T97" fmla="*/ 105 h 2006"/>
                <a:gd name="T98" fmla="*/ 718 w 2004"/>
                <a:gd name="T99" fmla="*/ 42 h 2006"/>
                <a:gd name="T100" fmla="*/ 723 w 2004"/>
                <a:gd name="T101" fmla="*/ 59 h 2006"/>
                <a:gd name="T102" fmla="*/ 1254 w 2004"/>
                <a:gd name="T103" fmla="*/ 42 h 2006"/>
                <a:gd name="T104" fmla="*/ 1233 w 2004"/>
                <a:gd name="T105" fmla="*/ 46 h 2006"/>
                <a:gd name="T106" fmla="*/ 909 w 2004"/>
                <a:gd name="T107" fmla="*/ 6 h 2006"/>
                <a:gd name="T108" fmla="*/ 1235 w 2004"/>
                <a:gd name="T109" fmla="*/ 46 h 2006"/>
                <a:gd name="T110" fmla="*/ 882 w 2004"/>
                <a:gd name="T111" fmla="*/ 26 h 20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04" h="2006">
                  <a:moveTo>
                    <a:pt x="1003" y="2006"/>
                  </a:moveTo>
                  <a:cubicBezTo>
                    <a:pt x="999" y="2006"/>
                    <a:pt x="995" y="2006"/>
                    <a:pt x="991" y="2006"/>
                  </a:cubicBezTo>
                  <a:cubicBezTo>
                    <a:pt x="986" y="2006"/>
                    <a:pt x="986" y="2006"/>
                    <a:pt x="986" y="2006"/>
                  </a:cubicBezTo>
                  <a:cubicBezTo>
                    <a:pt x="981" y="2006"/>
                    <a:pt x="978" y="2002"/>
                    <a:pt x="978" y="1997"/>
                  </a:cubicBezTo>
                  <a:cubicBezTo>
                    <a:pt x="978" y="1992"/>
                    <a:pt x="982" y="1989"/>
                    <a:pt x="986" y="1989"/>
                  </a:cubicBezTo>
                  <a:cubicBezTo>
                    <a:pt x="991" y="1989"/>
                    <a:pt x="991" y="1989"/>
                    <a:pt x="991" y="1989"/>
                  </a:cubicBezTo>
                  <a:cubicBezTo>
                    <a:pt x="995" y="1989"/>
                    <a:pt x="999" y="1989"/>
                    <a:pt x="1003" y="1989"/>
                  </a:cubicBezTo>
                  <a:cubicBezTo>
                    <a:pt x="1009" y="1989"/>
                    <a:pt x="1009" y="1989"/>
                    <a:pt x="1009" y="1989"/>
                  </a:cubicBezTo>
                  <a:cubicBezTo>
                    <a:pt x="1009" y="1989"/>
                    <a:pt x="1009" y="1989"/>
                    <a:pt x="1009" y="1989"/>
                  </a:cubicBezTo>
                  <a:cubicBezTo>
                    <a:pt x="1014" y="1989"/>
                    <a:pt x="1017" y="1993"/>
                    <a:pt x="1017" y="1997"/>
                  </a:cubicBezTo>
                  <a:cubicBezTo>
                    <a:pt x="1017" y="2002"/>
                    <a:pt x="1014" y="2006"/>
                    <a:pt x="1009" y="2006"/>
                  </a:cubicBezTo>
                  <a:lnTo>
                    <a:pt x="1003" y="2006"/>
                  </a:lnTo>
                  <a:close/>
                  <a:moveTo>
                    <a:pt x="1037" y="2005"/>
                  </a:moveTo>
                  <a:cubicBezTo>
                    <a:pt x="1033" y="2005"/>
                    <a:pt x="1029" y="2002"/>
                    <a:pt x="1029" y="1997"/>
                  </a:cubicBezTo>
                  <a:cubicBezTo>
                    <a:pt x="1029" y="1992"/>
                    <a:pt x="1032" y="1988"/>
                    <a:pt x="1037" y="1988"/>
                  </a:cubicBezTo>
                  <a:cubicBezTo>
                    <a:pt x="1074" y="1987"/>
                    <a:pt x="1111" y="1983"/>
                    <a:pt x="1148" y="1978"/>
                  </a:cubicBezTo>
                  <a:cubicBezTo>
                    <a:pt x="1148" y="1978"/>
                    <a:pt x="1148" y="1978"/>
                    <a:pt x="1148" y="1978"/>
                  </a:cubicBezTo>
                  <a:cubicBezTo>
                    <a:pt x="1219" y="1967"/>
                    <a:pt x="1288" y="1949"/>
                    <a:pt x="1354" y="1924"/>
                  </a:cubicBezTo>
                  <a:cubicBezTo>
                    <a:pt x="1359" y="1922"/>
                    <a:pt x="1363" y="1924"/>
                    <a:pt x="1365" y="1929"/>
                  </a:cubicBezTo>
                  <a:cubicBezTo>
                    <a:pt x="1367" y="1933"/>
                    <a:pt x="1365" y="1938"/>
                    <a:pt x="1360" y="1939"/>
                  </a:cubicBezTo>
                  <a:cubicBezTo>
                    <a:pt x="1293" y="1965"/>
                    <a:pt x="1223" y="1984"/>
                    <a:pt x="1151" y="1995"/>
                  </a:cubicBezTo>
                  <a:cubicBezTo>
                    <a:pt x="1151" y="1995"/>
                    <a:pt x="1151" y="1995"/>
                    <a:pt x="1151" y="1995"/>
                  </a:cubicBezTo>
                  <a:cubicBezTo>
                    <a:pt x="1113" y="2000"/>
                    <a:pt x="1075" y="2004"/>
                    <a:pt x="1037" y="2005"/>
                  </a:cubicBezTo>
                  <a:cubicBezTo>
                    <a:pt x="1037" y="2005"/>
                    <a:pt x="1037" y="2005"/>
                    <a:pt x="1037" y="2005"/>
                  </a:cubicBezTo>
                  <a:close/>
                  <a:moveTo>
                    <a:pt x="958" y="2005"/>
                  </a:moveTo>
                  <a:cubicBezTo>
                    <a:pt x="958" y="2005"/>
                    <a:pt x="958" y="2005"/>
                    <a:pt x="958" y="2005"/>
                  </a:cubicBezTo>
                  <a:cubicBezTo>
                    <a:pt x="886" y="2002"/>
                    <a:pt x="814" y="1990"/>
                    <a:pt x="744" y="1972"/>
                  </a:cubicBezTo>
                  <a:cubicBezTo>
                    <a:pt x="744" y="1972"/>
                    <a:pt x="744" y="1972"/>
                    <a:pt x="744" y="1972"/>
                  </a:cubicBezTo>
                  <a:cubicBezTo>
                    <a:pt x="707" y="1962"/>
                    <a:pt x="671" y="1950"/>
                    <a:pt x="635" y="1936"/>
                  </a:cubicBezTo>
                  <a:cubicBezTo>
                    <a:pt x="631" y="1934"/>
                    <a:pt x="629" y="1929"/>
                    <a:pt x="631" y="1925"/>
                  </a:cubicBezTo>
                  <a:cubicBezTo>
                    <a:pt x="632" y="1921"/>
                    <a:pt x="637" y="1919"/>
                    <a:pt x="642" y="1920"/>
                  </a:cubicBezTo>
                  <a:cubicBezTo>
                    <a:pt x="676" y="1934"/>
                    <a:pt x="712" y="1946"/>
                    <a:pt x="748" y="1955"/>
                  </a:cubicBezTo>
                  <a:cubicBezTo>
                    <a:pt x="748" y="1955"/>
                    <a:pt x="748" y="1955"/>
                    <a:pt x="748" y="1955"/>
                  </a:cubicBezTo>
                  <a:cubicBezTo>
                    <a:pt x="817" y="1974"/>
                    <a:pt x="888" y="1985"/>
                    <a:pt x="958" y="1988"/>
                  </a:cubicBezTo>
                  <a:cubicBezTo>
                    <a:pt x="963" y="1988"/>
                    <a:pt x="967" y="1992"/>
                    <a:pt x="966" y="1997"/>
                  </a:cubicBezTo>
                  <a:cubicBezTo>
                    <a:pt x="966" y="2001"/>
                    <a:pt x="963" y="2005"/>
                    <a:pt x="958" y="2005"/>
                  </a:cubicBezTo>
                  <a:close/>
                  <a:moveTo>
                    <a:pt x="1384" y="1930"/>
                  </a:moveTo>
                  <a:cubicBezTo>
                    <a:pt x="1380" y="1930"/>
                    <a:pt x="1377" y="1928"/>
                    <a:pt x="1376" y="1924"/>
                  </a:cubicBezTo>
                  <a:cubicBezTo>
                    <a:pt x="1374" y="1920"/>
                    <a:pt x="1376" y="1915"/>
                    <a:pt x="1380" y="1913"/>
                  </a:cubicBezTo>
                  <a:cubicBezTo>
                    <a:pt x="1387" y="1910"/>
                    <a:pt x="1394" y="1907"/>
                    <a:pt x="1401" y="1904"/>
                  </a:cubicBezTo>
                  <a:cubicBezTo>
                    <a:pt x="1405" y="1902"/>
                    <a:pt x="1410" y="1904"/>
                    <a:pt x="1412" y="1909"/>
                  </a:cubicBezTo>
                  <a:cubicBezTo>
                    <a:pt x="1414" y="1913"/>
                    <a:pt x="1412" y="1918"/>
                    <a:pt x="1408" y="1920"/>
                  </a:cubicBezTo>
                  <a:cubicBezTo>
                    <a:pt x="1401" y="1923"/>
                    <a:pt x="1394" y="1926"/>
                    <a:pt x="1387" y="1929"/>
                  </a:cubicBezTo>
                  <a:cubicBezTo>
                    <a:pt x="1386" y="1929"/>
                    <a:pt x="1385" y="1930"/>
                    <a:pt x="1384" y="1930"/>
                  </a:cubicBezTo>
                  <a:close/>
                  <a:moveTo>
                    <a:pt x="612" y="1926"/>
                  </a:moveTo>
                  <a:cubicBezTo>
                    <a:pt x="611" y="1926"/>
                    <a:pt x="610" y="1926"/>
                    <a:pt x="609" y="1925"/>
                  </a:cubicBezTo>
                  <a:cubicBezTo>
                    <a:pt x="602" y="1922"/>
                    <a:pt x="595" y="1919"/>
                    <a:pt x="588" y="1916"/>
                  </a:cubicBezTo>
                  <a:cubicBezTo>
                    <a:pt x="584" y="1914"/>
                    <a:pt x="582" y="1909"/>
                    <a:pt x="584" y="1905"/>
                  </a:cubicBezTo>
                  <a:cubicBezTo>
                    <a:pt x="586" y="1901"/>
                    <a:pt x="591" y="1899"/>
                    <a:pt x="595" y="1901"/>
                  </a:cubicBezTo>
                  <a:cubicBezTo>
                    <a:pt x="602" y="1904"/>
                    <a:pt x="609" y="1907"/>
                    <a:pt x="616" y="1910"/>
                  </a:cubicBezTo>
                  <a:cubicBezTo>
                    <a:pt x="620" y="1911"/>
                    <a:pt x="622" y="1916"/>
                    <a:pt x="620" y="1921"/>
                  </a:cubicBezTo>
                  <a:cubicBezTo>
                    <a:pt x="619" y="1924"/>
                    <a:pt x="616" y="1926"/>
                    <a:pt x="612" y="1926"/>
                  </a:cubicBezTo>
                  <a:close/>
                  <a:moveTo>
                    <a:pt x="1430" y="1909"/>
                  </a:moveTo>
                  <a:cubicBezTo>
                    <a:pt x="1427" y="1909"/>
                    <a:pt x="1424" y="1907"/>
                    <a:pt x="1422" y="1904"/>
                  </a:cubicBezTo>
                  <a:cubicBezTo>
                    <a:pt x="1420" y="1900"/>
                    <a:pt x="1422" y="1895"/>
                    <a:pt x="1426" y="1893"/>
                  </a:cubicBezTo>
                  <a:cubicBezTo>
                    <a:pt x="1460" y="1877"/>
                    <a:pt x="1493" y="1858"/>
                    <a:pt x="1524" y="1839"/>
                  </a:cubicBezTo>
                  <a:cubicBezTo>
                    <a:pt x="1524" y="1839"/>
                    <a:pt x="1525" y="1839"/>
                    <a:pt x="1525" y="1839"/>
                  </a:cubicBezTo>
                  <a:cubicBezTo>
                    <a:pt x="1582" y="1803"/>
                    <a:pt x="1635" y="1762"/>
                    <a:pt x="1683" y="1716"/>
                  </a:cubicBezTo>
                  <a:cubicBezTo>
                    <a:pt x="1686" y="1713"/>
                    <a:pt x="1689" y="1710"/>
                    <a:pt x="1692" y="1707"/>
                  </a:cubicBezTo>
                  <a:cubicBezTo>
                    <a:pt x="1695" y="1704"/>
                    <a:pt x="1700" y="1704"/>
                    <a:pt x="1704" y="1707"/>
                  </a:cubicBezTo>
                  <a:cubicBezTo>
                    <a:pt x="1707" y="1711"/>
                    <a:pt x="1707" y="1716"/>
                    <a:pt x="1704" y="1719"/>
                  </a:cubicBezTo>
                  <a:cubicBezTo>
                    <a:pt x="1701" y="1722"/>
                    <a:pt x="1698" y="1725"/>
                    <a:pt x="1695" y="1728"/>
                  </a:cubicBezTo>
                  <a:cubicBezTo>
                    <a:pt x="1646" y="1775"/>
                    <a:pt x="1592" y="1817"/>
                    <a:pt x="1534" y="1853"/>
                  </a:cubicBezTo>
                  <a:cubicBezTo>
                    <a:pt x="1534" y="1853"/>
                    <a:pt x="1534" y="1853"/>
                    <a:pt x="1534" y="1853"/>
                  </a:cubicBezTo>
                  <a:cubicBezTo>
                    <a:pt x="1501" y="1873"/>
                    <a:pt x="1468" y="1892"/>
                    <a:pt x="1434" y="1908"/>
                  </a:cubicBezTo>
                  <a:cubicBezTo>
                    <a:pt x="1432" y="1909"/>
                    <a:pt x="1431" y="1909"/>
                    <a:pt x="1430" y="1909"/>
                  </a:cubicBezTo>
                  <a:close/>
                  <a:moveTo>
                    <a:pt x="566" y="1905"/>
                  </a:moveTo>
                  <a:cubicBezTo>
                    <a:pt x="565" y="1905"/>
                    <a:pt x="564" y="1905"/>
                    <a:pt x="562" y="1904"/>
                  </a:cubicBezTo>
                  <a:cubicBezTo>
                    <a:pt x="497" y="1872"/>
                    <a:pt x="436" y="1833"/>
                    <a:pt x="379" y="1789"/>
                  </a:cubicBezTo>
                  <a:cubicBezTo>
                    <a:pt x="379" y="1789"/>
                    <a:pt x="379" y="1789"/>
                    <a:pt x="379" y="1789"/>
                  </a:cubicBezTo>
                  <a:cubicBezTo>
                    <a:pt x="349" y="1765"/>
                    <a:pt x="321" y="1740"/>
                    <a:pt x="294" y="1713"/>
                  </a:cubicBezTo>
                  <a:cubicBezTo>
                    <a:pt x="291" y="1710"/>
                    <a:pt x="291" y="1704"/>
                    <a:pt x="294" y="1701"/>
                  </a:cubicBezTo>
                  <a:cubicBezTo>
                    <a:pt x="297" y="1698"/>
                    <a:pt x="303" y="1698"/>
                    <a:pt x="306" y="1701"/>
                  </a:cubicBezTo>
                  <a:cubicBezTo>
                    <a:pt x="332" y="1727"/>
                    <a:pt x="360" y="1752"/>
                    <a:pt x="390" y="1775"/>
                  </a:cubicBezTo>
                  <a:cubicBezTo>
                    <a:pt x="390" y="1775"/>
                    <a:pt x="390" y="1775"/>
                    <a:pt x="390" y="1775"/>
                  </a:cubicBezTo>
                  <a:cubicBezTo>
                    <a:pt x="445" y="1819"/>
                    <a:pt x="506" y="1858"/>
                    <a:pt x="570" y="1889"/>
                  </a:cubicBezTo>
                  <a:cubicBezTo>
                    <a:pt x="574" y="1891"/>
                    <a:pt x="576" y="1896"/>
                    <a:pt x="574" y="1900"/>
                  </a:cubicBezTo>
                  <a:cubicBezTo>
                    <a:pt x="572" y="1903"/>
                    <a:pt x="569" y="1905"/>
                    <a:pt x="566" y="1905"/>
                  </a:cubicBezTo>
                  <a:close/>
                  <a:moveTo>
                    <a:pt x="1718" y="1702"/>
                  </a:moveTo>
                  <a:cubicBezTo>
                    <a:pt x="1715" y="1702"/>
                    <a:pt x="1713" y="1701"/>
                    <a:pt x="1712" y="1699"/>
                  </a:cubicBezTo>
                  <a:cubicBezTo>
                    <a:pt x="1708" y="1696"/>
                    <a:pt x="1708" y="1691"/>
                    <a:pt x="1711" y="1687"/>
                  </a:cubicBezTo>
                  <a:cubicBezTo>
                    <a:pt x="1717" y="1682"/>
                    <a:pt x="1722" y="1676"/>
                    <a:pt x="1727" y="1671"/>
                  </a:cubicBezTo>
                  <a:cubicBezTo>
                    <a:pt x="1730" y="1667"/>
                    <a:pt x="1735" y="1667"/>
                    <a:pt x="1739" y="1670"/>
                  </a:cubicBezTo>
                  <a:cubicBezTo>
                    <a:pt x="1742" y="1674"/>
                    <a:pt x="1742" y="1679"/>
                    <a:pt x="1739" y="1682"/>
                  </a:cubicBezTo>
                  <a:cubicBezTo>
                    <a:pt x="1734" y="1688"/>
                    <a:pt x="1729" y="1693"/>
                    <a:pt x="1724" y="1699"/>
                  </a:cubicBezTo>
                  <a:cubicBezTo>
                    <a:pt x="1722" y="1701"/>
                    <a:pt x="1720" y="1702"/>
                    <a:pt x="1718" y="1702"/>
                  </a:cubicBezTo>
                  <a:close/>
                  <a:moveTo>
                    <a:pt x="280" y="1695"/>
                  </a:moveTo>
                  <a:cubicBezTo>
                    <a:pt x="278" y="1695"/>
                    <a:pt x="276" y="1694"/>
                    <a:pt x="274" y="1692"/>
                  </a:cubicBezTo>
                  <a:cubicBezTo>
                    <a:pt x="269" y="1687"/>
                    <a:pt x="264" y="1681"/>
                    <a:pt x="259" y="1676"/>
                  </a:cubicBezTo>
                  <a:cubicBezTo>
                    <a:pt x="255" y="1672"/>
                    <a:pt x="256" y="1667"/>
                    <a:pt x="259" y="1664"/>
                  </a:cubicBezTo>
                  <a:cubicBezTo>
                    <a:pt x="263" y="1661"/>
                    <a:pt x="268" y="1661"/>
                    <a:pt x="271" y="1664"/>
                  </a:cubicBezTo>
                  <a:cubicBezTo>
                    <a:pt x="276" y="1670"/>
                    <a:pt x="281" y="1675"/>
                    <a:pt x="286" y="1681"/>
                  </a:cubicBezTo>
                  <a:cubicBezTo>
                    <a:pt x="290" y="1684"/>
                    <a:pt x="289" y="1690"/>
                    <a:pt x="286" y="1693"/>
                  </a:cubicBezTo>
                  <a:cubicBezTo>
                    <a:pt x="284" y="1694"/>
                    <a:pt x="282" y="1695"/>
                    <a:pt x="280" y="1695"/>
                  </a:cubicBezTo>
                  <a:close/>
                  <a:moveTo>
                    <a:pt x="1752" y="1664"/>
                  </a:moveTo>
                  <a:cubicBezTo>
                    <a:pt x="1750" y="1664"/>
                    <a:pt x="1748" y="1663"/>
                    <a:pt x="1746" y="1662"/>
                  </a:cubicBezTo>
                  <a:cubicBezTo>
                    <a:pt x="1743" y="1659"/>
                    <a:pt x="1742" y="1653"/>
                    <a:pt x="1746" y="1650"/>
                  </a:cubicBezTo>
                  <a:cubicBezTo>
                    <a:pt x="1770" y="1622"/>
                    <a:pt x="1793" y="1592"/>
                    <a:pt x="1814" y="1561"/>
                  </a:cubicBezTo>
                  <a:cubicBezTo>
                    <a:pt x="1814" y="1561"/>
                    <a:pt x="1814" y="1561"/>
                    <a:pt x="1814" y="1561"/>
                  </a:cubicBezTo>
                  <a:cubicBezTo>
                    <a:pt x="1848" y="1512"/>
                    <a:pt x="1877" y="1460"/>
                    <a:pt x="1901" y="1406"/>
                  </a:cubicBezTo>
                  <a:cubicBezTo>
                    <a:pt x="1906" y="1395"/>
                    <a:pt x="1910" y="1385"/>
                    <a:pt x="1915" y="1374"/>
                  </a:cubicBezTo>
                  <a:cubicBezTo>
                    <a:pt x="1917" y="1370"/>
                    <a:pt x="1922" y="1367"/>
                    <a:pt x="1926" y="1369"/>
                  </a:cubicBezTo>
                  <a:cubicBezTo>
                    <a:pt x="1930" y="1371"/>
                    <a:pt x="1932" y="1376"/>
                    <a:pt x="1931" y="1380"/>
                  </a:cubicBezTo>
                  <a:cubicBezTo>
                    <a:pt x="1926" y="1391"/>
                    <a:pt x="1921" y="1402"/>
                    <a:pt x="1917" y="1413"/>
                  </a:cubicBezTo>
                  <a:cubicBezTo>
                    <a:pt x="1892" y="1468"/>
                    <a:pt x="1862" y="1521"/>
                    <a:pt x="1828" y="1571"/>
                  </a:cubicBezTo>
                  <a:cubicBezTo>
                    <a:pt x="1828" y="1571"/>
                    <a:pt x="1828" y="1571"/>
                    <a:pt x="1828" y="1571"/>
                  </a:cubicBezTo>
                  <a:cubicBezTo>
                    <a:pt x="1806" y="1602"/>
                    <a:pt x="1783" y="1633"/>
                    <a:pt x="1758" y="1661"/>
                  </a:cubicBezTo>
                  <a:cubicBezTo>
                    <a:pt x="1757" y="1663"/>
                    <a:pt x="1754" y="1664"/>
                    <a:pt x="1752" y="1664"/>
                  </a:cubicBezTo>
                  <a:close/>
                  <a:moveTo>
                    <a:pt x="246" y="1657"/>
                  </a:moveTo>
                  <a:cubicBezTo>
                    <a:pt x="244" y="1657"/>
                    <a:pt x="241" y="1656"/>
                    <a:pt x="240" y="1654"/>
                  </a:cubicBezTo>
                  <a:cubicBezTo>
                    <a:pt x="193" y="1599"/>
                    <a:pt x="152" y="1539"/>
                    <a:pt x="118" y="1475"/>
                  </a:cubicBezTo>
                  <a:cubicBezTo>
                    <a:pt x="118" y="1475"/>
                    <a:pt x="118" y="1475"/>
                    <a:pt x="118" y="1475"/>
                  </a:cubicBezTo>
                  <a:cubicBezTo>
                    <a:pt x="104" y="1448"/>
                    <a:pt x="90" y="1421"/>
                    <a:pt x="79" y="1393"/>
                  </a:cubicBezTo>
                  <a:cubicBezTo>
                    <a:pt x="76" y="1386"/>
                    <a:pt x="73" y="1379"/>
                    <a:pt x="70" y="1372"/>
                  </a:cubicBezTo>
                  <a:cubicBezTo>
                    <a:pt x="69" y="1368"/>
                    <a:pt x="71" y="1363"/>
                    <a:pt x="75" y="1361"/>
                  </a:cubicBezTo>
                  <a:cubicBezTo>
                    <a:pt x="79" y="1359"/>
                    <a:pt x="84" y="1361"/>
                    <a:pt x="86" y="1366"/>
                  </a:cubicBezTo>
                  <a:cubicBezTo>
                    <a:pt x="89" y="1372"/>
                    <a:pt x="91" y="1379"/>
                    <a:pt x="94" y="1386"/>
                  </a:cubicBezTo>
                  <a:cubicBezTo>
                    <a:pt x="106" y="1414"/>
                    <a:pt x="119" y="1441"/>
                    <a:pt x="133" y="1467"/>
                  </a:cubicBezTo>
                  <a:cubicBezTo>
                    <a:pt x="133" y="1467"/>
                    <a:pt x="133" y="1467"/>
                    <a:pt x="133" y="1467"/>
                  </a:cubicBezTo>
                  <a:cubicBezTo>
                    <a:pt x="166" y="1530"/>
                    <a:pt x="207" y="1589"/>
                    <a:pt x="253" y="1643"/>
                  </a:cubicBezTo>
                  <a:cubicBezTo>
                    <a:pt x="256" y="1647"/>
                    <a:pt x="255" y="1652"/>
                    <a:pt x="252" y="1655"/>
                  </a:cubicBezTo>
                  <a:cubicBezTo>
                    <a:pt x="250" y="1657"/>
                    <a:pt x="248" y="1657"/>
                    <a:pt x="246" y="1657"/>
                  </a:cubicBezTo>
                  <a:close/>
                  <a:moveTo>
                    <a:pt x="1933" y="1359"/>
                  </a:moveTo>
                  <a:cubicBezTo>
                    <a:pt x="1932" y="1359"/>
                    <a:pt x="1931" y="1359"/>
                    <a:pt x="1930" y="1359"/>
                  </a:cubicBezTo>
                  <a:cubicBezTo>
                    <a:pt x="1926" y="1357"/>
                    <a:pt x="1923" y="1352"/>
                    <a:pt x="1925" y="1348"/>
                  </a:cubicBezTo>
                  <a:cubicBezTo>
                    <a:pt x="1928" y="1341"/>
                    <a:pt x="1930" y="1334"/>
                    <a:pt x="1933" y="1327"/>
                  </a:cubicBezTo>
                  <a:cubicBezTo>
                    <a:pt x="1934" y="1322"/>
                    <a:pt x="1939" y="1320"/>
                    <a:pt x="1943" y="1321"/>
                  </a:cubicBezTo>
                  <a:cubicBezTo>
                    <a:pt x="1948" y="1323"/>
                    <a:pt x="1950" y="1328"/>
                    <a:pt x="1949" y="1332"/>
                  </a:cubicBezTo>
                  <a:cubicBezTo>
                    <a:pt x="1946" y="1339"/>
                    <a:pt x="1944" y="1347"/>
                    <a:pt x="1941" y="1354"/>
                  </a:cubicBezTo>
                  <a:cubicBezTo>
                    <a:pt x="1940" y="1357"/>
                    <a:pt x="1936" y="1359"/>
                    <a:pt x="1933" y="1359"/>
                  </a:cubicBezTo>
                  <a:close/>
                  <a:moveTo>
                    <a:pt x="68" y="1351"/>
                  </a:moveTo>
                  <a:cubicBezTo>
                    <a:pt x="65" y="1351"/>
                    <a:pt x="61" y="1349"/>
                    <a:pt x="60" y="1345"/>
                  </a:cubicBezTo>
                  <a:cubicBezTo>
                    <a:pt x="58" y="1338"/>
                    <a:pt x="55" y="1331"/>
                    <a:pt x="53" y="1324"/>
                  </a:cubicBezTo>
                  <a:cubicBezTo>
                    <a:pt x="51" y="1319"/>
                    <a:pt x="53" y="1314"/>
                    <a:pt x="58" y="1313"/>
                  </a:cubicBezTo>
                  <a:cubicBezTo>
                    <a:pt x="62" y="1311"/>
                    <a:pt x="67" y="1314"/>
                    <a:pt x="69" y="1318"/>
                  </a:cubicBezTo>
                  <a:cubicBezTo>
                    <a:pt x="71" y="1325"/>
                    <a:pt x="74" y="1332"/>
                    <a:pt x="76" y="1339"/>
                  </a:cubicBezTo>
                  <a:cubicBezTo>
                    <a:pt x="78" y="1344"/>
                    <a:pt x="75" y="1349"/>
                    <a:pt x="71" y="1350"/>
                  </a:cubicBezTo>
                  <a:cubicBezTo>
                    <a:pt x="70" y="1351"/>
                    <a:pt x="69" y="1351"/>
                    <a:pt x="68" y="1351"/>
                  </a:cubicBezTo>
                  <a:close/>
                  <a:moveTo>
                    <a:pt x="1950" y="1311"/>
                  </a:moveTo>
                  <a:cubicBezTo>
                    <a:pt x="1949" y="1311"/>
                    <a:pt x="1948" y="1311"/>
                    <a:pt x="1947" y="1311"/>
                  </a:cubicBezTo>
                  <a:cubicBezTo>
                    <a:pt x="1942" y="1309"/>
                    <a:pt x="1940" y="1304"/>
                    <a:pt x="1941" y="1300"/>
                  </a:cubicBezTo>
                  <a:cubicBezTo>
                    <a:pt x="1953" y="1264"/>
                    <a:pt x="1962" y="1228"/>
                    <a:pt x="1969" y="1191"/>
                  </a:cubicBezTo>
                  <a:cubicBezTo>
                    <a:pt x="1969" y="1191"/>
                    <a:pt x="1969" y="1191"/>
                    <a:pt x="1969" y="1191"/>
                  </a:cubicBezTo>
                  <a:cubicBezTo>
                    <a:pt x="1979" y="1140"/>
                    <a:pt x="1985" y="1088"/>
                    <a:pt x="1987" y="1037"/>
                  </a:cubicBezTo>
                  <a:cubicBezTo>
                    <a:pt x="1987" y="1026"/>
                    <a:pt x="1987" y="1014"/>
                    <a:pt x="1987" y="1003"/>
                  </a:cubicBezTo>
                  <a:cubicBezTo>
                    <a:pt x="1987" y="995"/>
                    <a:pt x="1987" y="987"/>
                    <a:pt x="1987" y="979"/>
                  </a:cubicBezTo>
                  <a:cubicBezTo>
                    <a:pt x="1987" y="975"/>
                    <a:pt x="1991" y="971"/>
                    <a:pt x="1995" y="971"/>
                  </a:cubicBezTo>
                  <a:cubicBezTo>
                    <a:pt x="2000" y="971"/>
                    <a:pt x="2004" y="974"/>
                    <a:pt x="2004" y="979"/>
                  </a:cubicBezTo>
                  <a:cubicBezTo>
                    <a:pt x="2004" y="987"/>
                    <a:pt x="2004" y="995"/>
                    <a:pt x="2004" y="1003"/>
                  </a:cubicBezTo>
                  <a:cubicBezTo>
                    <a:pt x="2004" y="1015"/>
                    <a:pt x="2004" y="1026"/>
                    <a:pt x="2004" y="1037"/>
                  </a:cubicBezTo>
                  <a:cubicBezTo>
                    <a:pt x="2002" y="1090"/>
                    <a:pt x="1996" y="1143"/>
                    <a:pt x="1986" y="1195"/>
                  </a:cubicBezTo>
                  <a:cubicBezTo>
                    <a:pt x="1986" y="1195"/>
                    <a:pt x="1986" y="1195"/>
                    <a:pt x="1986" y="1195"/>
                  </a:cubicBezTo>
                  <a:cubicBezTo>
                    <a:pt x="1978" y="1232"/>
                    <a:pt x="1969" y="1269"/>
                    <a:pt x="1958" y="1305"/>
                  </a:cubicBezTo>
                  <a:cubicBezTo>
                    <a:pt x="1956" y="1309"/>
                    <a:pt x="1953" y="1311"/>
                    <a:pt x="1950" y="1311"/>
                  </a:cubicBezTo>
                  <a:close/>
                  <a:moveTo>
                    <a:pt x="52" y="1303"/>
                  </a:moveTo>
                  <a:cubicBezTo>
                    <a:pt x="48" y="1303"/>
                    <a:pt x="45" y="1300"/>
                    <a:pt x="44" y="1297"/>
                  </a:cubicBezTo>
                  <a:cubicBezTo>
                    <a:pt x="23" y="1227"/>
                    <a:pt x="9" y="1156"/>
                    <a:pt x="3" y="1084"/>
                  </a:cubicBezTo>
                  <a:cubicBezTo>
                    <a:pt x="3" y="1084"/>
                    <a:pt x="3" y="1084"/>
                    <a:pt x="3" y="1084"/>
                  </a:cubicBezTo>
                  <a:cubicBezTo>
                    <a:pt x="1" y="1061"/>
                    <a:pt x="0" y="1038"/>
                    <a:pt x="0" y="1015"/>
                  </a:cubicBezTo>
                  <a:cubicBezTo>
                    <a:pt x="0" y="1011"/>
                    <a:pt x="0" y="1007"/>
                    <a:pt x="0" y="1003"/>
                  </a:cubicBezTo>
                  <a:cubicBezTo>
                    <a:pt x="0" y="992"/>
                    <a:pt x="0" y="981"/>
                    <a:pt x="0" y="970"/>
                  </a:cubicBezTo>
                  <a:cubicBezTo>
                    <a:pt x="0" y="965"/>
                    <a:pt x="4" y="962"/>
                    <a:pt x="9" y="962"/>
                  </a:cubicBezTo>
                  <a:cubicBezTo>
                    <a:pt x="14" y="962"/>
                    <a:pt x="17" y="966"/>
                    <a:pt x="17" y="971"/>
                  </a:cubicBezTo>
                  <a:cubicBezTo>
                    <a:pt x="17" y="981"/>
                    <a:pt x="17" y="992"/>
                    <a:pt x="17" y="1003"/>
                  </a:cubicBezTo>
                  <a:cubicBezTo>
                    <a:pt x="17" y="1007"/>
                    <a:pt x="17" y="1011"/>
                    <a:pt x="17" y="1015"/>
                  </a:cubicBezTo>
                  <a:cubicBezTo>
                    <a:pt x="17" y="1037"/>
                    <a:pt x="18" y="1060"/>
                    <a:pt x="20" y="1083"/>
                  </a:cubicBezTo>
                  <a:cubicBezTo>
                    <a:pt x="20" y="1083"/>
                    <a:pt x="20" y="1083"/>
                    <a:pt x="20" y="1083"/>
                  </a:cubicBezTo>
                  <a:cubicBezTo>
                    <a:pt x="26" y="1153"/>
                    <a:pt x="39" y="1223"/>
                    <a:pt x="60" y="1292"/>
                  </a:cubicBezTo>
                  <a:cubicBezTo>
                    <a:pt x="61" y="1296"/>
                    <a:pt x="59" y="1301"/>
                    <a:pt x="54" y="1302"/>
                  </a:cubicBezTo>
                  <a:cubicBezTo>
                    <a:pt x="54" y="1302"/>
                    <a:pt x="53" y="1303"/>
                    <a:pt x="52" y="1303"/>
                  </a:cubicBezTo>
                  <a:close/>
                  <a:moveTo>
                    <a:pt x="1994" y="959"/>
                  </a:moveTo>
                  <a:cubicBezTo>
                    <a:pt x="1990" y="959"/>
                    <a:pt x="1986" y="956"/>
                    <a:pt x="1986" y="951"/>
                  </a:cubicBezTo>
                  <a:cubicBezTo>
                    <a:pt x="1986" y="944"/>
                    <a:pt x="1985" y="936"/>
                    <a:pt x="1984" y="929"/>
                  </a:cubicBezTo>
                  <a:cubicBezTo>
                    <a:pt x="1984" y="924"/>
                    <a:pt x="1988" y="920"/>
                    <a:pt x="1992" y="920"/>
                  </a:cubicBezTo>
                  <a:cubicBezTo>
                    <a:pt x="1997" y="920"/>
                    <a:pt x="2001" y="923"/>
                    <a:pt x="2001" y="928"/>
                  </a:cubicBezTo>
                  <a:cubicBezTo>
                    <a:pt x="2002" y="935"/>
                    <a:pt x="2002" y="943"/>
                    <a:pt x="2003" y="951"/>
                  </a:cubicBezTo>
                  <a:cubicBezTo>
                    <a:pt x="2003" y="955"/>
                    <a:pt x="2000" y="959"/>
                    <a:pt x="1995" y="959"/>
                  </a:cubicBezTo>
                  <a:cubicBezTo>
                    <a:pt x="1995" y="959"/>
                    <a:pt x="1995" y="959"/>
                    <a:pt x="1994" y="959"/>
                  </a:cubicBezTo>
                  <a:close/>
                  <a:moveTo>
                    <a:pt x="10" y="951"/>
                  </a:moveTo>
                  <a:cubicBezTo>
                    <a:pt x="10" y="951"/>
                    <a:pt x="10" y="951"/>
                    <a:pt x="10" y="951"/>
                  </a:cubicBezTo>
                  <a:cubicBezTo>
                    <a:pt x="5" y="950"/>
                    <a:pt x="1" y="946"/>
                    <a:pt x="2" y="942"/>
                  </a:cubicBezTo>
                  <a:cubicBezTo>
                    <a:pt x="2" y="934"/>
                    <a:pt x="3" y="926"/>
                    <a:pt x="3" y="919"/>
                  </a:cubicBezTo>
                  <a:cubicBezTo>
                    <a:pt x="4" y="914"/>
                    <a:pt x="8" y="911"/>
                    <a:pt x="13" y="911"/>
                  </a:cubicBezTo>
                  <a:cubicBezTo>
                    <a:pt x="17" y="911"/>
                    <a:pt x="21" y="916"/>
                    <a:pt x="20" y="920"/>
                  </a:cubicBezTo>
                  <a:cubicBezTo>
                    <a:pt x="20" y="928"/>
                    <a:pt x="19" y="935"/>
                    <a:pt x="19" y="943"/>
                  </a:cubicBezTo>
                  <a:cubicBezTo>
                    <a:pt x="18" y="947"/>
                    <a:pt x="15" y="951"/>
                    <a:pt x="10" y="951"/>
                  </a:cubicBezTo>
                  <a:close/>
                  <a:moveTo>
                    <a:pt x="1990" y="909"/>
                  </a:moveTo>
                  <a:cubicBezTo>
                    <a:pt x="1986" y="909"/>
                    <a:pt x="1982" y="905"/>
                    <a:pt x="1982" y="901"/>
                  </a:cubicBezTo>
                  <a:cubicBezTo>
                    <a:pt x="1978" y="864"/>
                    <a:pt x="1972" y="827"/>
                    <a:pt x="1964" y="791"/>
                  </a:cubicBezTo>
                  <a:cubicBezTo>
                    <a:pt x="1964" y="791"/>
                    <a:pt x="1964" y="790"/>
                    <a:pt x="1964" y="790"/>
                  </a:cubicBezTo>
                  <a:cubicBezTo>
                    <a:pt x="1954" y="747"/>
                    <a:pt x="1942" y="704"/>
                    <a:pt x="1926" y="663"/>
                  </a:cubicBezTo>
                  <a:cubicBezTo>
                    <a:pt x="1917" y="638"/>
                    <a:pt x="1907" y="613"/>
                    <a:pt x="1896" y="589"/>
                  </a:cubicBezTo>
                  <a:cubicBezTo>
                    <a:pt x="1894" y="585"/>
                    <a:pt x="1895" y="580"/>
                    <a:pt x="1900" y="578"/>
                  </a:cubicBezTo>
                  <a:cubicBezTo>
                    <a:pt x="1904" y="576"/>
                    <a:pt x="1909" y="578"/>
                    <a:pt x="1911" y="582"/>
                  </a:cubicBezTo>
                  <a:cubicBezTo>
                    <a:pt x="1922" y="606"/>
                    <a:pt x="1933" y="632"/>
                    <a:pt x="1942" y="657"/>
                  </a:cubicBezTo>
                  <a:cubicBezTo>
                    <a:pt x="1958" y="699"/>
                    <a:pt x="1971" y="743"/>
                    <a:pt x="1980" y="787"/>
                  </a:cubicBezTo>
                  <a:cubicBezTo>
                    <a:pt x="1980" y="787"/>
                    <a:pt x="1980" y="787"/>
                    <a:pt x="1980" y="787"/>
                  </a:cubicBezTo>
                  <a:cubicBezTo>
                    <a:pt x="1989" y="824"/>
                    <a:pt x="1995" y="862"/>
                    <a:pt x="1999" y="899"/>
                  </a:cubicBezTo>
                  <a:cubicBezTo>
                    <a:pt x="1999" y="904"/>
                    <a:pt x="1996" y="908"/>
                    <a:pt x="1991" y="909"/>
                  </a:cubicBezTo>
                  <a:cubicBezTo>
                    <a:pt x="1991" y="909"/>
                    <a:pt x="1991" y="909"/>
                    <a:pt x="1990" y="909"/>
                  </a:cubicBezTo>
                  <a:close/>
                  <a:moveTo>
                    <a:pt x="15" y="900"/>
                  </a:moveTo>
                  <a:cubicBezTo>
                    <a:pt x="14" y="900"/>
                    <a:pt x="14" y="900"/>
                    <a:pt x="14" y="900"/>
                  </a:cubicBezTo>
                  <a:cubicBezTo>
                    <a:pt x="9" y="899"/>
                    <a:pt x="6" y="895"/>
                    <a:pt x="6" y="890"/>
                  </a:cubicBezTo>
                  <a:cubicBezTo>
                    <a:pt x="14" y="819"/>
                    <a:pt x="30" y="748"/>
                    <a:pt x="54" y="679"/>
                  </a:cubicBezTo>
                  <a:cubicBezTo>
                    <a:pt x="54" y="679"/>
                    <a:pt x="54" y="679"/>
                    <a:pt x="54" y="679"/>
                  </a:cubicBezTo>
                  <a:cubicBezTo>
                    <a:pt x="59" y="665"/>
                    <a:pt x="64" y="650"/>
                    <a:pt x="70" y="636"/>
                  </a:cubicBezTo>
                  <a:cubicBezTo>
                    <a:pt x="78" y="615"/>
                    <a:pt x="87" y="594"/>
                    <a:pt x="97" y="574"/>
                  </a:cubicBezTo>
                  <a:cubicBezTo>
                    <a:pt x="99" y="569"/>
                    <a:pt x="104" y="568"/>
                    <a:pt x="108" y="570"/>
                  </a:cubicBezTo>
                  <a:cubicBezTo>
                    <a:pt x="112" y="572"/>
                    <a:pt x="114" y="577"/>
                    <a:pt x="112" y="581"/>
                  </a:cubicBezTo>
                  <a:cubicBezTo>
                    <a:pt x="103" y="601"/>
                    <a:pt x="94" y="622"/>
                    <a:pt x="85" y="643"/>
                  </a:cubicBezTo>
                  <a:cubicBezTo>
                    <a:pt x="80" y="656"/>
                    <a:pt x="75" y="671"/>
                    <a:pt x="70" y="685"/>
                  </a:cubicBezTo>
                  <a:cubicBezTo>
                    <a:pt x="70" y="685"/>
                    <a:pt x="70" y="685"/>
                    <a:pt x="70" y="685"/>
                  </a:cubicBezTo>
                  <a:cubicBezTo>
                    <a:pt x="47" y="752"/>
                    <a:pt x="31" y="822"/>
                    <a:pt x="23" y="892"/>
                  </a:cubicBezTo>
                  <a:cubicBezTo>
                    <a:pt x="23" y="897"/>
                    <a:pt x="19" y="900"/>
                    <a:pt x="15" y="900"/>
                  </a:cubicBezTo>
                  <a:close/>
                  <a:moveTo>
                    <a:pt x="1891" y="568"/>
                  </a:moveTo>
                  <a:cubicBezTo>
                    <a:pt x="1888" y="568"/>
                    <a:pt x="1885" y="567"/>
                    <a:pt x="1883" y="564"/>
                  </a:cubicBezTo>
                  <a:cubicBezTo>
                    <a:pt x="1880" y="557"/>
                    <a:pt x="1877" y="550"/>
                    <a:pt x="1873" y="544"/>
                  </a:cubicBezTo>
                  <a:cubicBezTo>
                    <a:pt x="1871" y="540"/>
                    <a:pt x="1873" y="534"/>
                    <a:pt x="1877" y="532"/>
                  </a:cubicBezTo>
                  <a:cubicBezTo>
                    <a:pt x="1881" y="530"/>
                    <a:pt x="1886" y="532"/>
                    <a:pt x="1888" y="536"/>
                  </a:cubicBezTo>
                  <a:cubicBezTo>
                    <a:pt x="1892" y="543"/>
                    <a:pt x="1895" y="549"/>
                    <a:pt x="1899" y="556"/>
                  </a:cubicBezTo>
                  <a:cubicBezTo>
                    <a:pt x="1901" y="560"/>
                    <a:pt x="1899" y="565"/>
                    <a:pt x="1895" y="568"/>
                  </a:cubicBezTo>
                  <a:cubicBezTo>
                    <a:pt x="1894" y="568"/>
                    <a:pt x="1892" y="568"/>
                    <a:pt x="1891" y="568"/>
                  </a:cubicBezTo>
                  <a:close/>
                  <a:moveTo>
                    <a:pt x="117" y="560"/>
                  </a:moveTo>
                  <a:cubicBezTo>
                    <a:pt x="116" y="560"/>
                    <a:pt x="114" y="560"/>
                    <a:pt x="113" y="560"/>
                  </a:cubicBezTo>
                  <a:cubicBezTo>
                    <a:pt x="109" y="557"/>
                    <a:pt x="107" y="552"/>
                    <a:pt x="109" y="548"/>
                  </a:cubicBezTo>
                  <a:cubicBezTo>
                    <a:pt x="113" y="541"/>
                    <a:pt x="116" y="535"/>
                    <a:pt x="120" y="528"/>
                  </a:cubicBezTo>
                  <a:cubicBezTo>
                    <a:pt x="122" y="524"/>
                    <a:pt x="127" y="522"/>
                    <a:pt x="132" y="524"/>
                  </a:cubicBezTo>
                  <a:cubicBezTo>
                    <a:pt x="136" y="527"/>
                    <a:pt x="137" y="532"/>
                    <a:pt x="135" y="536"/>
                  </a:cubicBezTo>
                  <a:cubicBezTo>
                    <a:pt x="131" y="543"/>
                    <a:pt x="128" y="549"/>
                    <a:pt x="125" y="556"/>
                  </a:cubicBezTo>
                  <a:cubicBezTo>
                    <a:pt x="123" y="559"/>
                    <a:pt x="120" y="560"/>
                    <a:pt x="117" y="560"/>
                  </a:cubicBezTo>
                  <a:close/>
                  <a:moveTo>
                    <a:pt x="1867" y="523"/>
                  </a:moveTo>
                  <a:cubicBezTo>
                    <a:pt x="1864" y="523"/>
                    <a:pt x="1861" y="522"/>
                    <a:pt x="1860" y="519"/>
                  </a:cubicBezTo>
                  <a:cubicBezTo>
                    <a:pt x="1841" y="487"/>
                    <a:pt x="1821" y="455"/>
                    <a:pt x="1799" y="425"/>
                  </a:cubicBezTo>
                  <a:cubicBezTo>
                    <a:pt x="1799" y="425"/>
                    <a:pt x="1799" y="425"/>
                    <a:pt x="1799" y="425"/>
                  </a:cubicBezTo>
                  <a:cubicBezTo>
                    <a:pt x="1778" y="395"/>
                    <a:pt x="1754" y="366"/>
                    <a:pt x="1729" y="339"/>
                  </a:cubicBezTo>
                  <a:cubicBezTo>
                    <a:pt x="1707" y="314"/>
                    <a:pt x="1682" y="290"/>
                    <a:pt x="1657" y="267"/>
                  </a:cubicBezTo>
                  <a:cubicBezTo>
                    <a:pt x="1653" y="264"/>
                    <a:pt x="1653" y="259"/>
                    <a:pt x="1656" y="255"/>
                  </a:cubicBezTo>
                  <a:cubicBezTo>
                    <a:pt x="1659" y="252"/>
                    <a:pt x="1664" y="251"/>
                    <a:pt x="1668" y="254"/>
                  </a:cubicBezTo>
                  <a:cubicBezTo>
                    <a:pt x="1694" y="277"/>
                    <a:pt x="1719" y="302"/>
                    <a:pt x="1742" y="327"/>
                  </a:cubicBezTo>
                  <a:cubicBezTo>
                    <a:pt x="1767" y="355"/>
                    <a:pt x="1791" y="384"/>
                    <a:pt x="1813" y="415"/>
                  </a:cubicBezTo>
                  <a:cubicBezTo>
                    <a:pt x="1813" y="415"/>
                    <a:pt x="1813" y="415"/>
                    <a:pt x="1813" y="415"/>
                  </a:cubicBezTo>
                  <a:cubicBezTo>
                    <a:pt x="1835" y="446"/>
                    <a:pt x="1856" y="478"/>
                    <a:pt x="1875" y="511"/>
                  </a:cubicBezTo>
                  <a:cubicBezTo>
                    <a:pt x="1877" y="515"/>
                    <a:pt x="1875" y="520"/>
                    <a:pt x="1871" y="522"/>
                  </a:cubicBezTo>
                  <a:cubicBezTo>
                    <a:pt x="1870" y="523"/>
                    <a:pt x="1869" y="523"/>
                    <a:pt x="1867" y="523"/>
                  </a:cubicBezTo>
                  <a:close/>
                  <a:moveTo>
                    <a:pt x="141" y="516"/>
                  </a:moveTo>
                  <a:cubicBezTo>
                    <a:pt x="140" y="516"/>
                    <a:pt x="138" y="515"/>
                    <a:pt x="137" y="515"/>
                  </a:cubicBezTo>
                  <a:cubicBezTo>
                    <a:pt x="133" y="512"/>
                    <a:pt x="132" y="507"/>
                    <a:pt x="134" y="503"/>
                  </a:cubicBezTo>
                  <a:cubicBezTo>
                    <a:pt x="170" y="440"/>
                    <a:pt x="213" y="381"/>
                    <a:pt x="261" y="328"/>
                  </a:cubicBezTo>
                  <a:cubicBezTo>
                    <a:pt x="261" y="328"/>
                    <a:pt x="261" y="328"/>
                    <a:pt x="262" y="328"/>
                  </a:cubicBezTo>
                  <a:cubicBezTo>
                    <a:pt x="267" y="323"/>
                    <a:pt x="272" y="317"/>
                    <a:pt x="277" y="312"/>
                  </a:cubicBezTo>
                  <a:cubicBezTo>
                    <a:pt x="298" y="290"/>
                    <a:pt x="320" y="268"/>
                    <a:pt x="343" y="248"/>
                  </a:cubicBezTo>
                  <a:cubicBezTo>
                    <a:pt x="347" y="245"/>
                    <a:pt x="352" y="246"/>
                    <a:pt x="355" y="249"/>
                  </a:cubicBezTo>
                  <a:cubicBezTo>
                    <a:pt x="358" y="253"/>
                    <a:pt x="358" y="258"/>
                    <a:pt x="354" y="261"/>
                  </a:cubicBezTo>
                  <a:cubicBezTo>
                    <a:pt x="332" y="281"/>
                    <a:pt x="310" y="302"/>
                    <a:pt x="289" y="323"/>
                  </a:cubicBezTo>
                  <a:cubicBezTo>
                    <a:pt x="284" y="329"/>
                    <a:pt x="279" y="334"/>
                    <a:pt x="274" y="340"/>
                  </a:cubicBezTo>
                  <a:cubicBezTo>
                    <a:pt x="274" y="340"/>
                    <a:pt x="274" y="340"/>
                    <a:pt x="274" y="340"/>
                  </a:cubicBezTo>
                  <a:cubicBezTo>
                    <a:pt x="226" y="392"/>
                    <a:pt x="184" y="450"/>
                    <a:pt x="149" y="511"/>
                  </a:cubicBezTo>
                  <a:cubicBezTo>
                    <a:pt x="147" y="514"/>
                    <a:pt x="144" y="516"/>
                    <a:pt x="141" y="516"/>
                  </a:cubicBezTo>
                  <a:close/>
                  <a:moveTo>
                    <a:pt x="1641" y="251"/>
                  </a:moveTo>
                  <a:cubicBezTo>
                    <a:pt x="1639" y="251"/>
                    <a:pt x="1637" y="250"/>
                    <a:pt x="1635" y="249"/>
                  </a:cubicBezTo>
                  <a:cubicBezTo>
                    <a:pt x="1630" y="244"/>
                    <a:pt x="1624" y="239"/>
                    <a:pt x="1618" y="235"/>
                  </a:cubicBezTo>
                  <a:cubicBezTo>
                    <a:pt x="1614" y="232"/>
                    <a:pt x="1614" y="226"/>
                    <a:pt x="1617" y="223"/>
                  </a:cubicBezTo>
                  <a:cubicBezTo>
                    <a:pt x="1620" y="219"/>
                    <a:pt x="1625" y="218"/>
                    <a:pt x="1629" y="221"/>
                  </a:cubicBezTo>
                  <a:cubicBezTo>
                    <a:pt x="1634" y="226"/>
                    <a:pt x="1640" y="231"/>
                    <a:pt x="1646" y="236"/>
                  </a:cubicBezTo>
                  <a:cubicBezTo>
                    <a:pt x="1650" y="239"/>
                    <a:pt x="1650" y="244"/>
                    <a:pt x="1647" y="248"/>
                  </a:cubicBezTo>
                  <a:cubicBezTo>
                    <a:pt x="1646" y="250"/>
                    <a:pt x="1643" y="251"/>
                    <a:pt x="1641" y="251"/>
                  </a:cubicBezTo>
                  <a:close/>
                  <a:moveTo>
                    <a:pt x="370" y="245"/>
                  </a:moveTo>
                  <a:cubicBezTo>
                    <a:pt x="368" y="245"/>
                    <a:pt x="365" y="244"/>
                    <a:pt x="364" y="242"/>
                  </a:cubicBezTo>
                  <a:cubicBezTo>
                    <a:pt x="361" y="238"/>
                    <a:pt x="361" y="233"/>
                    <a:pt x="365" y="230"/>
                  </a:cubicBezTo>
                  <a:cubicBezTo>
                    <a:pt x="371" y="225"/>
                    <a:pt x="377" y="220"/>
                    <a:pt x="383" y="216"/>
                  </a:cubicBezTo>
                  <a:cubicBezTo>
                    <a:pt x="386" y="213"/>
                    <a:pt x="392" y="213"/>
                    <a:pt x="394" y="217"/>
                  </a:cubicBezTo>
                  <a:cubicBezTo>
                    <a:pt x="397" y="221"/>
                    <a:pt x="397" y="226"/>
                    <a:pt x="393" y="229"/>
                  </a:cubicBezTo>
                  <a:cubicBezTo>
                    <a:pt x="387" y="234"/>
                    <a:pt x="381" y="238"/>
                    <a:pt x="376" y="243"/>
                  </a:cubicBezTo>
                  <a:cubicBezTo>
                    <a:pt x="374" y="244"/>
                    <a:pt x="372" y="245"/>
                    <a:pt x="370" y="245"/>
                  </a:cubicBezTo>
                  <a:close/>
                  <a:moveTo>
                    <a:pt x="1601" y="219"/>
                  </a:moveTo>
                  <a:cubicBezTo>
                    <a:pt x="1599" y="219"/>
                    <a:pt x="1597" y="219"/>
                    <a:pt x="1596" y="217"/>
                  </a:cubicBezTo>
                  <a:cubicBezTo>
                    <a:pt x="1566" y="195"/>
                    <a:pt x="1535" y="174"/>
                    <a:pt x="1503" y="155"/>
                  </a:cubicBezTo>
                  <a:cubicBezTo>
                    <a:pt x="1503" y="155"/>
                    <a:pt x="1503" y="155"/>
                    <a:pt x="1503" y="155"/>
                  </a:cubicBezTo>
                  <a:cubicBezTo>
                    <a:pt x="1477" y="140"/>
                    <a:pt x="1451" y="126"/>
                    <a:pt x="1425" y="114"/>
                  </a:cubicBezTo>
                  <a:cubicBezTo>
                    <a:pt x="1387" y="96"/>
                    <a:pt x="1348" y="80"/>
                    <a:pt x="1309" y="67"/>
                  </a:cubicBezTo>
                  <a:cubicBezTo>
                    <a:pt x="1304" y="66"/>
                    <a:pt x="1302" y="61"/>
                    <a:pt x="1303" y="57"/>
                  </a:cubicBezTo>
                  <a:cubicBezTo>
                    <a:pt x="1305" y="52"/>
                    <a:pt x="1310" y="50"/>
                    <a:pt x="1314" y="51"/>
                  </a:cubicBezTo>
                  <a:cubicBezTo>
                    <a:pt x="1354" y="64"/>
                    <a:pt x="1394" y="80"/>
                    <a:pt x="1432" y="98"/>
                  </a:cubicBezTo>
                  <a:cubicBezTo>
                    <a:pt x="1459" y="111"/>
                    <a:pt x="1485" y="125"/>
                    <a:pt x="1511" y="140"/>
                  </a:cubicBezTo>
                  <a:cubicBezTo>
                    <a:pt x="1511" y="140"/>
                    <a:pt x="1511" y="140"/>
                    <a:pt x="1511" y="140"/>
                  </a:cubicBezTo>
                  <a:cubicBezTo>
                    <a:pt x="1544" y="160"/>
                    <a:pt x="1576" y="181"/>
                    <a:pt x="1606" y="204"/>
                  </a:cubicBezTo>
                  <a:cubicBezTo>
                    <a:pt x="1610" y="207"/>
                    <a:pt x="1611" y="212"/>
                    <a:pt x="1608" y="216"/>
                  </a:cubicBezTo>
                  <a:cubicBezTo>
                    <a:pt x="1606" y="218"/>
                    <a:pt x="1603" y="219"/>
                    <a:pt x="1601" y="219"/>
                  </a:cubicBezTo>
                  <a:close/>
                  <a:moveTo>
                    <a:pt x="410" y="214"/>
                  </a:moveTo>
                  <a:cubicBezTo>
                    <a:pt x="408" y="214"/>
                    <a:pt x="405" y="212"/>
                    <a:pt x="403" y="210"/>
                  </a:cubicBezTo>
                  <a:cubicBezTo>
                    <a:pt x="401" y="206"/>
                    <a:pt x="401" y="201"/>
                    <a:pt x="405" y="198"/>
                  </a:cubicBezTo>
                  <a:cubicBezTo>
                    <a:pt x="463" y="155"/>
                    <a:pt x="526" y="119"/>
                    <a:pt x="592" y="89"/>
                  </a:cubicBezTo>
                  <a:cubicBezTo>
                    <a:pt x="596" y="87"/>
                    <a:pt x="601" y="89"/>
                    <a:pt x="603" y="93"/>
                  </a:cubicBezTo>
                  <a:cubicBezTo>
                    <a:pt x="605" y="98"/>
                    <a:pt x="603" y="103"/>
                    <a:pt x="599" y="105"/>
                  </a:cubicBezTo>
                  <a:cubicBezTo>
                    <a:pt x="534" y="134"/>
                    <a:pt x="472" y="170"/>
                    <a:pt x="415" y="212"/>
                  </a:cubicBezTo>
                  <a:cubicBezTo>
                    <a:pt x="414" y="213"/>
                    <a:pt x="412" y="214"/>
                    <a:pt x="410" y="214"/>
                  </a:cubicBezTo>
                  <a:close/>
                  <a:moveTo>
                    <a:pt x="680" y="72"/>
                  </a:moveTo>
                  <a:cubicBezTo>
                    <a:pt x="676" y="72"/>
                    <a:pt x="673" y="70"/>
                    <a:pt x="672" y="66"/>
                  </a:cubicBezTo>
                  <a:cubicBezTo>
                    <a:pt x="670" y="62"/>
                    <a:pt x="672" y="57"/>
                    <a:pt x="677" y="56"/>
                  </a:cubicBezTo>
                  <a:cubicBezTo>
                    <a:pt x="690" y="51"/>
                    <a:pt x="704" y="46"/>
                    <a:pt x="718" y="42"/>
                  </a:cubicBezTo>
                  <a:cubicBezTo>
                    <a:pt x="718" y="42"/>
                    <a:pt x="718" y="42"/>
                    <a:pt x="719" y="42"/>
                  </a:cubicBezTo>
                  <a:cubicBezTo>
                    <a:pt x="755" y="32"/>
                    <a:pt x="792" y="23"/>
                    <a:pt x="830" y="16"/>
                  </a:cubicBezTo>
                  <a:cubicBezTo>
                    <a:pt x="834" y="15"/>
                    <a:pt x="839" y="19"/>
                    <a:pt x="839" y="23"/>
                  </a:cubicBezTo>
                  <a:cubicBezTo>
                    <a:pt x="840" y="28"/>
                    <a:pt x="837" y="32"/>
                    <a:pt x="833" y="33"/>
                  </a:cubicBezTo>
                  <a:cubicBezTo>
                    <a:pt x="796" y="39"/>
                    <a:pt x="759" y="48"/>
                    <a:pt x="724" y="58"/>
                  </a:cubicBezTo>
                  <a:cubicBezTo>
                    <a:pt x="724" y="58"/>
                    <a:pt x="723" y="59"/>
                    <a:pt x="723" y="59"/>
                  </a:cubicBezTo>
                  <a:cubicBezTo>
                    <a:pt x="710" y="63"/>
                    <a:pt x="696" y="67"/>
                    <a:pt x="682" y="72"/>
                  </a:cubicBezTo>
                  <a:cubicBezTo>
                    <a:pt x="681" y="72"/>
                    <a:pt x="680" y="72"/>
                    <a:pt x="680" y="72"/>
                  </a:cubicBezTo>
                  <a:close/>
                  <a:moveTo>
                    <a:pt x="1284" y="59"/>
                  </a:moveTo>
                  <a:cubicBezTo>
                    <a:pt x="1284" y="59"/>
                    <a:pt x="1283" y="59"/>
                    <a:pt x="1282" y="59"/>
                  </a:cubicBezTo>
                  <a:cubicBezTo>
                    <a:pt x="1275" y="57"/>
                    <a:pt x="1268" y="55"/>
                    <a:pt x="1260" y="53"/>
                  </a:cubicBezTo>
                  <a:cubicBezTo>
                    <a:pt x="1256" y="52"/>
                    <a:pt x="1253" y="47"/>
                    <a:pt x="1254" y="42"/>
                  </a:cubicBezTo>
                  <a:cubicBezTo>
                    <a:pt x="1256" y="38"/>
                    <a:pt x="1260" y="35"/>
                    <a:pt x="1265" y="37"/>
                  </a:cubicBezTo>
                  <a:cubicBezTo>
                    <a:pt x="1272" y="39"/>
                    <a:pt x="1280" y="41"/>
                    <a:pt x="1287" y="43"/>
                  </a:cubicBezTo>
                  <a:cubicBezTo>
                    <a:pt x="1291" y="44"/>
                    <a:pt x="1294" y="49"/>
                    <a:pt x="1293" y="53"/>
                  </a:cubicBezTo>
                  <a:cubicBezTo>
                    <a:pt x="1291" y="57"/>
                    <a:pt x="1288" y="59"/>
                    <a:pt x="1284" y="59"/>
                  </a:cubicBezTo>
                  <a:close/>
                  <a:moveTo>
                    <a:pt x="1235" y="46"/>
                  </a:moveTo>
                  <a:cubicBezTo>
                    <a:pt x="1235" y="46"/>
                    <a:pt x="1234" y="46"/>
                    <a:pt x="1233" y="46"/>
                  </a:cubicBezTo>
                  <a:cubicBezTo>
                    <a:pt x="1197" y="37"/>
                    <a:pt x="1160" y="30"/>
                    <a:pt x="1123" y="26"/>
                  </a:cubicBezTo>
                  <a:cubicBezTo>
                    <a:pt x="1123" y="26"/>
                    <a:pt x="1123" y="26"/>
                    <a:pt x="1123" y="26"/>
                  </a:cubicBezTo>
                  <a:cubicBezTo>
                    <a:pt x="1101" y="23"/>
                    <a:pt x="1079" y="21"/>
                    <a:pt x="1058" y="20"/>
                  </a:cubicBezTo>
                  <a:cubicBezTo>
                    <a:pt x="1009" y="17"/>
                    <a:pt x="959" y="18"/>
                    <a:pt x="910" y="23"/>
                  </a:cubicBezTo>
                  <a:cubicBezTo>
                    <a:pt x="906" y="23"/>
                    <a:pt x="902" y="20"/>
                    <a:pt x="901" y="15"/>
                  </a:cubicBezTo>
                  <a:cubicBezTo>
                    <a:pt x="901" y="10"/>
                    <a:pt x="904" y="6"/>
                    <a:pt x="909" y="6"/>
                  </a:cubicBezTo>
                  <a:cubicBezTo>
                    <a:pt x="959" y="1"/>
                    <a:pt x="1009" y="0"/>
                    <a:pt x="1059" y="3"/>
                  </a:cubicBezTo>
                  <a:cubicBezTo>
                    <a:pt x="1081" y="4"/>
                    <a:pt x="1103" y="6"/>
                    <a:pt x="1125" y="9"/>
                  </a:cubicBezTo>
                  <a:cubicBezTo>
                    <a:pt x="1125" y="9"/>
                    <a:pt x="1125" y="9"/>
                    <a:pt x="1125" y="9"/>
                  </a:cubicBezTo>
                  <a:cubicBezTo>
                    <a:pt x="1163" y="14"/>
                    <a:pt x="1200" y="20"/>
                    <a:pt x="1237" y="29"/>
                  </a:cubicBezTo>
                  <a:cubicBezTo>
                    <a:pt x="1242" y="31"/>
                    <a:pt x="1245" y="35"/>
                    <a:pt x="1244" y="40"/>
                  </a:cubicBezTo>
                  <a:cubicBezTo>
                    <a:pt x="1243" y="44"/>
                    <a:pt x="1239" y="46"/>
                    <a:pt x="1235" y="46"/>
                  </a:cubicBezTo>
                  <a:close/>
                  <a:moveTo>
                    <a:pt x="859" y="29"/>
                  </a:moveTo>
                  <a:cubicBezTo>
                    <a:pt x="855" y="29"/>
                    <a:pt x="851" y="26"/>
                    <a:pt x="851" y="21"/>
                  </a:cubicBezTo>
                  <a:cubicBezTo>
                    <a:pt x="850" y="17"/>
                    <a:pt x="853" y="12"/>
                    <a:pt x="858" y="12"/>
                  </a:cubicBezTo>
                  <a:cubicBezTo>
                    <a:pt x="865" y="11"/>
                    <a:pt x="873" y="10"/>
                    <a:pt x="880" y="9"/>
                  </a:cubicBezTo>
                  <a:cubicBezTo>
                    <a:pt x="885" y="8"/>
                    <a:pt x="889" y="11"/>
                    <a:pt x="890" y="16"/>
                  </a:cubicBezTo>
                  <a:cubicBezTo>
                    <a:pt x="890" y="21"/>
                    <a:pt x="887" y="25"/>
                    <a:pt x="882" y="26"/>
                  </a:cubicBezTo>
                  <a:cubicBezTo>
                    <a:pt x="875" y="26"/>
                    <a:pt x="868" y="27"/>
                    <a:pt x="860" y="29"/>
                  </a:cubicBezTo>
                  <a:cubicBezTo>
                    <a:pt x="860" y="29"/>
                    <a:pt x="859" y="29"/>
                    <a:pt x="859" y="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F75FC93F-C002-43A7-9B2E-F0EA83A412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51975" y="1231539"/>
              <a:ext cx="4088051" cy="4090163"/>
            </a:xfrm>
            <a:custGeom>
              <a:avLst/>
              <a:gdLst>
                <a:gd name="T0" fmla="*/ 785 w 1933"/>
                <a:gd name="T1" fmla="*/ 1899 h 1933"/>
                <a:gd name="T2" fmla="*/ 1043 w 1933"/>
                <a:gd name="T3" fmla="*/ 1930 h 1933"/>
                <a:gd name="T4" fmla="*/ 1092 w 1933"/>
                <a:gd name="T5" fmla="*/ 1908 h 1933"/>
                <a:gd name="T6" fmla="*/ 1113 w 1933"/>
                <a:gd name="T7" fmla="*/ 1914 h 1933"/>
                <a:gd name="T8" fmla="*/ 1377 w 1933"/>
                <a:gd name="T9" fmla="*/ 1833 h 1933"/>
                <a:gd name="T10" fmla="*/ 1121 w 1933"/>
                <a:gd name="T11" fmla="*/ 1921 h 1933"/>
                <a:gd name="T12" fmla="*/ 758 w 1933"/>
                <a:gd name="T13" fmla="*/ 1893 h 1933"/>
                <a:gd name="T14" fmla="*/ 596 w 1933"/>
                <a:gd name="T15" fmla="*/ 1859 h 1933"/>
                <a:gd name="T16" fmla="*/ 603 w 1933"/>
                <a:gd name="T17" fmla="*/ 1844 h 1933"/>
                <a:gd name="T18" fmla="*/ 1387 w 1933"/>
                <a:gd name="T19" fmla="*/ 1828 h 1933"/>
                <a:gd name="T20" fmla="*/ 1394 w 1933"/>
                <a:gd name="T21" fmla="*/ 1832 h 1933"/>
                <a:gd name="T22" fmla="*/ 1640 w 1933"/>
                <a:gd name="T23" fmla="*/ 1637 h 1933"/>
                <a:gd name="T24" fmla="*/ 1439 w 1933"/>
                <a:gd name="T25" fmla="*/ 1808 h 1933"/>
                <a:gd name="T26" fmla="*/ 449 w 1933"/>
                <a:gd name="T27" fmla="*/ 1763 h 1933"/>
                <a:gd name="T28" fmla="*/ 310 w 1933"/>
                <a:gd name="T29" fmla="*/ 1676 h 1933"/>
                <a:gd name="T30" fmla="*/ 321 w 1933"/>
                <a:gd name="T31" fmla="*/ 1663 h 1933"/>
                <a:gd name="T32" fmla="*/ 1659 w 1933"/>
                <a:gd name="T33" fmla="*/ 1629 h 1933"/>
                <a:gd name="T34" fmla="*/ 1665 w 1933"/>
                <a:gd name="T35" fmla="*/ 1631 h 1933"/>
                <a:gd name="T36" fmla="*/ 1830 w 1933"/>
                <a:gd name="T37" fmla="*/ 1362 h 1933"/>
                <a:gd name="T38" fmla="*/ 1699 w 1933"/>
                <a:gd name="T39" fmla="*/ 1593 h 1933"/>
                <a:gd name="T40" fmla="*/ 205 w 1933"/>
                <a:gd name="T41" fmla="*/ 1534 h 1933"/>
                <a:gd name="T42" fmla="*/ 105 w 1933"/>
                <a:gd name="T43" fmla="*/ 1403 h 1933"/>
                <a:gd name="T44" fmla="*/ 120 w 1933"/>
                <a:gd name="T45" fmla="*/ 1396 h 1933"/>
                <a:gd name="T46" fmla="*/ 1846 w 1933"/>
                <a:gd name="T47" fmla="*/ 1347 h 1933"/>
                <a:gd name="T48" fmla="*/ 1849 w 1933"/>
                <a:gd name="T49" fmla="*/ 1348 h 1933"/>
                <a:gd name="T50" fmla="*/ 1919 w 1933"/>
                <a:gd name="T51" fmla="*/ 1131 h 1933"/>
                <a:gd name="T52" fmla="*/ 40 w 1933"/>
                <a:gd name="T53" fmla="*/ 1207 h 1933"/>
                <a:gd name="T54" fmla="*/ 27 w 1933"/>
                <a:gd name="T55" fmla="*/ 1189 h 1933"/>
                <a:gd name="T56" fmla="*/ 18 w 1933"/>
                <a:gd name="T57" fmla="*/ 930 h 1933"/>
                <a:gd name="T58" fmla="*/ 35 w 1933"/>
                <a:gd name="T59" fmla="*/ 1196 h 1933"/>
                <a:gd name="T60" fmla="*/ 1926 w 1933"/>
                <a:gd name="T61" fmla="*/ 1080 h 1933"/>
                <a:gd name="T62" fmla="*/ 1916 w 1933"/>
                <a:gd name="T63" fmla="*/ 967 h 1933"/>
                <a:gd name="T64" fmla="*/ 1917 w 1933"/>
                <a:gd name="T65" fmla="*/ 790 h 1933"/>
                <a:gd name="T66" fmla="*/ 1921 w 1933"/>
                <a:gd name="T67" fmla="*/ 1060 h 1933"/>
                <a:gd name="T68" fmla="*/ 22 w 1933"/>
                <a:gd name="T69" fmla="*/ 879 h 1933"/>
                <a:gd name="T70" fmla="*/ 28 w 1933"/>
                <a:gd name="T71" fmla="*/ 737 h 1933"/>
                <a:gd name="T72" fmla="*/ 45 w 1933"/>
                <a:gd name="T73" fmla="*/ 741 h 1933"/>
                <a:gd name="T74" fmla="*/ 1896 w 1933"/>
                <a:gd name="T75" fmla="*/ 734 h 1933"/>
                <a:gd name="T76" fmla="*/ 1882 w 1933"/>
                <a:gd name="T77" fmla="*/ 717 h 1933"/>
                <a:gd name="T78" fmla="*/ 1796 w 1933"/>
                <a:gd name="T79" fmla="*/ 472 h 1933"/>
                <a:gd name="T80" fmla="*/ 1891 w 1933"/>
                <a:gd name="T81" fmla="*/ 723 h 1933"/>
                <a:gd name="T82" fmla="*/ 111 w 1933"/>
                <a:gd name="T83" fmla="*/ 557 h 1933"/>
                <a:gd name="T84" fmla="*/ 166 w 1933"/>
                <a:gd name="T85" fmla="*/ 426 h 1933"/>
                <a:gd name="T86" fmla="*/ 254 w 1933"/>
                <a:gd name="T87" fmla="*/ 340 h 1933"/>
                <a:gd name="T88" fmla="*/ 1767 w 1933"/>
                <a:gd name="T89" fmla="*/ 457 h 1933"/>
                <a:gd name="T90" fmla="*/ 1774 w 1933"/>
                <a:gd name="T91" fmla="*/ 461 h 1933"/>
                <a:gd name="T92" fmla="*/ 1562 w 1933"/>
                <a:gd name="T93" fmla="*/ 228 h 1933"/>
                <a:gd name="T94" fmla="*/ 1752 w 1933"/>
                <a:gd name="T95" fmla="*/ 405 h 1933"/>
                <a:gd name="T96" fmla="*/ 295 w 1933"/>
                <a:gd name="T97" fmla="*/ 273 h 1933"/>
                <a:gd name="T98" fmla="*/ 315 w 1933"/>
                <a:gd name="T99" fmla="*/ 265 h 1933"/>
                <a:gd name="T100" fmla="*/ 539 w 1933"/>
                <a:gd name="T101" fmla="*/ 120 h 1933"/>
                <a:gd name="T102" fmla="*/ 1540 w 1933"/>
                <a:gd name="T103" fmla="*/ 211 h 1933"/>
                <a:gd name="T104" fmla="*/ 1545 w 1933"/>
                <a:gd name="T105" fmla="*/ 212 h 1933"/>
                <a:gd name="T106" fmla="*/ 1263 w 1933"/>
                <a:gd name="T107" fmla="*/ 57 h 1933"/>
                <a:gd name="T108" fmla="*/ 1504 w 1933"/>
                <a:gd name="T109" fmla="*/ 183 h 1933"/>
                <a:gd name="T110" fmla="*/ 584 w 1933"/>
                <a:gd name="T111" fmla="*/ 99 h 1933"/>
                <a:gd name="T112" fmla="*/ 712 w 1933"/>
                <a:gd name="T113" fmla="*/ 35 h 1933"/>
                <a:gd name="T114" fmla="*/ 716 w 1933"/>
                <a:gd name="T115" fmla="*/ 52 h 1933"/>
                <a:gd name="T116" fmla="*/ 1214 w 1933"/>
                <a:gd name="T117" fmla="*/ 42 h 1933"/>
                <a:gd name="T118" fmla="*/ 1193 w 1933"/>
                <a:gd name="T119" fmla="*/ 46 h 1933"/>
                <a:gd name="T120" fmla="*/ 937 w 1933"/>
                <a:gd name="T121" fmla="*/ 1 h 1933"/>
                <a:gd name="T122" fmla="*/ 886 w 1933"/>
                <a:gd name="T123" fmla="*/ 21 h 1933"/>
                <a:gd name="T124" fmla="*/ 909 w 1933"/>
                <a:gd name="T125" fmla="*/ 20 h 1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33" h="1933">
                  <a:moveTo>
                    <a:pt x="967" y="1933"/>
                  </a:moveTo>
                  <a:cubicBezTo>
                    <a:pt x="954" y="1933"/>
                    <a:pt x="941" y="1933"/>
                    <a:pt x="929" y="1933"/>
                  </a:cubicBezTo>
                  <a:cubicBezTo>
                    <a:pt x="929" y="1933"/>
                    <a:pt x="929" y="1933"/>
                    <a:pt x="929" y="1933"/>
                  </a:cubicBezTo>
                  <a:cubicBezTo>
                    <a:pt x="880" y="1931"/>
                    <a:pt x="830" y="1925"/>
                    <a:pt x="782" y="1915"/>
                  </a:cubicBezTo>
                  <a:cubicBezTo>
                    <a:pt x="777" y="1914"/>
                    <a:pt x="774" y="1910"/>
                    <a:pt x="775" y="1905"/>
                  </a:cubicBezTo>
                  <a:cubicBezTo>
                    <a:pt x="776" y="1901"/>
                    <a:pt x="780" y="1898"/>
                    <a:pt x="785" y="1899"/>
                  </a:cubicBezTo>
                  <a:cubicBezTo>
                    <a:pt x="833" y="1908"/>
                    <a:pt x="881" y="1914"/>
                    <a:pt x="930" y="1916"/>
                  </a:cubicBezTo>
                  <a:cubicBezTo>
                    <a:pt x="930" y="1916"/>
                    <a:pt x="930" y="1916"/>
                    <a:pt x="930" y="1916"/>
                  </a:cubicBezTo>
                  <a:cubicBezTo>
                    <a:pt x="952" y="1917"/>
                    <a:pt x="974" y="1917"/>
                    <a:pt x="995" y="1916"/>
                  </a:cubicBezTo>
                  <a:cubicBezTo>
                    <a:pt x="1011" y="1916"/>
                    <a:pt x="1026" y="1915"/>
                    <a:pt x="1042" y="1914"/>
                  </a:cubicBezTo>
                  <a:cubicBezTo>
                    <a:pt x="1046" y="1913"/>
                    <a:pt x="1050" y="1917"/>
                    <a:pt x="1051" y="1921"/>
                  </a:cubicBezTo>
                  <a:cubicBezTo>
                    <a:pt x="1051" y="1926"/>
                    <a:pt x="1048" y="1930"/>
                    <a:pt x="1043" y="1930"/>
                  </a:cubicBezTo>
                  <a:cubicBezTo>
                    <a:pt x="1027" y="1932"/>
                    <a:pt x="1011" y="1933"/>
                    <a:pt x="996" y="1933"/>
                  </a:cubicBezTo>
                  <a:cubicBezTo>
                    <a:pt x="986" y="1933"/>
                    <a:pt x="976" y="1933"/>
                    <a:pt x="967" y="1933"/>
                  </a:cubicBezTo>
                  <a:close/>
                  <a:moveTo>
                    <a:pt x="1070" y="1928"/>
                  </a:moveTo>
                  <a:cubicBezTo>
                    <a:pt x="1066" y="1928"/>
                    <a:pt x="1063" y="1925"/>
                    <a:pt x="1062" y="1920"/>
                  </a:cubicBezTo>
                  <a:cubicBezTo>
                    <a:pt x="1062" y="1916"/>
                    <a:pt x="1065" y="1911"/>
                    <a:pt x="1070" y="1911"/>
                  </a:cubicBezTo>
                  <a:cubicBezTo>
                    <a:pt x="1077" y="1910"/>
                    <a:pt x="1085" y="1909"/>
                    <a:pt x="1092" y="1908"/>
                  </a:cubicBezTo>
                  <a:cubicBezTo>
                    <a:pt x="1096" y="1908"/>
                    <a:pt x="1101" y="1911"/>
                    <a:pt x="1101" y="1915"/>
                  </a:cubicBezTo>
                  <a:cubicBezTo>
                    <a:pt x="1102" y="1920"/>
                    <a:pt x="1099" y="1924"/>
                    <a:pt x="1094" y="1925"/>
                  </a:cubicBezTo>
                  <a:cubicBezTo>
                    <a:pt x="1087" y="1926"/>
                    <a:pt x="1079" y="1927"/>
                    <a:pt x="1071" y="1928"/>
                  </a:cubicBezTo>
                  <a:cubicBezTo>
                    <a:pt x="1071" y="1928"/>
                    <a:pt x="1071" y="1928"/>
                    <a:pt x="1070" y="1928"/>
                  </a:cubicBezTo>
                  <a:close/>
                  <a:moveTo>
                    <a:pt x="1121" y="1921"/>
                  </a:moveTo>
                  <a:cubicBezTo>
                    <a:pt x="1117" y="1921"/>
                    <a:pt x="1113" y="1918"/>
                    <a:pt x="1113" y="1914"/>
                  </a:cubicBezTo>
                  <a:cubicBezTo>
                    <a:pt x="1112" y="1909"/>
                    <a:pt x="1115" y="1905"/>
                    <a:pt x="1120" y="1904"/>
                  </a:cubicBezTo>
                  <a:cubicBezTo>
                    <a:pt x="1167" y="1896"/>
                    <a:pt x="1215" y="1885"/>
                    <a:pt x="1261" y="1870"/>
                  </a:cubicBezTo>
                  <a:cubicBezTo>
                    <a:pt x="1261" y="1870"/>
                    <a:pt x="1261" y="1869"/>
                    <a:pt x="1261" y="1869"/>
                  </a:cubicBezTo>
                  <a:cubicBezTo>
                    <a:pt x="1292" y="1860"/>
                    <a:pt x="1322" y="1848"/>
                    <a:pt x="1351" y="1835"/>
                  </a:cubicBezTo>
                  <a:cubicBezTo>
                    <a:pt x="1356" y="1833"/>
                    <a:pt x="1361" y="1831"/>
                    <a:pt x="1365" y="1828"/>
                  </a:cubicBezTo>
                  <a:cubicBezTo>
                    <a:pt x="1370" y="1827"/>
                    <a:pt x="1375" y="1828"/>
                    <a:pt x="1377" y="1833"/>
                  </a:cubicBezTo>
                  <a:cubicBezTo>
                    <a:pt x="1379" y="1837"/>
                    <a:pt x="1377" y="1842"/>
                    <a:pt x="1372" y="1844"/>
                  </a:cubicBezTo>
                  <a:cubicBezTo>
                    <a:pt x="1368" y="1846"/>
                    <a:pt x="1363" y="1848"/>
                    <a:pt x="1358" y="1850"/>
                  </a:cubicBezTo>
                  <a:cubicBezTo>
                    <a:pt x="1328" y="1864"/>
                    <a:pt x="1297" y="1875"/>
                    <a:pt x="1266" y="1886"/>
                  </a:cubicBezTo>
                  <a:cubicBezTo>
                    <a:pt x="1266" y="1886"/>
                    <a:pt x="1266" y="1886"/>
                    <a:pt x="1266" y="1886"/>
                  </a:cubicBezTo>
                  <a:cubicBezTo>
                    <a:pt x="1219" y="1901"/>
                    <a:pt x="1171" y="1913"/>
                    <a:pt x="1122" y="1921"/>
                  </a:cubicBezTo>
                  <a:cubicBezTo>
                    <a:pt x="1122" y="1921"/>
                    <a:pt x="1121" y="1921"/>
                    <a:pt x="1121" y="1921"/>
                  </a:cubicBezTo>
                  <a:close/>
                  <a:moveTo>
                    <a:pt x="756" y="1910"/>
                  </a:moveTo>
                  <a:cubicBezTo>
                    <a:pt x="755" y="1910"/>
                    <a:pt x="754" y="1910"/>
                    <a:pt x="754" y="1909"/>
                  </a:cubicBezTo>
                  <a:cubicBezTo>
                    <a:pt x="746" y="1908"/>
                    <a:pt x="739" y="1906"/>
                    <a:pt x="732" y="1904"/>
                  </a:cubicBezTo>
                  <a:cubicBezTo>
                    <a:pt x="727" y="1903"/>
                    <a:pt x="724" y="1898"/>
                    <a:pt x="725" y="1894"/>
                  </a:cubicBezTo>
                  <a:cubicBezTo>
                    <a:pt x="727" y="1889"/>
                    <a:pt x="731" y="1887"/>
                    <a:pt x="736" y="1888"/>
                  </a:cubicBezTo>
                  <a:cubicBezTo>
                    <a:pt x="743" y="1889"/>
                    <a:pt x="750" y="1891"/>
                    <a:pt x="758" y="1893"/>
                  </a:cubicBezTo>
                  <a:cubicBezTo>
                    <a:pt x="762" y="1894"/>
                    <a:pt x="765" y="1898"/>
                    <a:pt x="764" y="1903"/>
                  </a:cubicBezTo>
                  <a:cubicBezTo>
                    <a:pt x="763" y="1907"/>
                    <a:pt x="760" y="1910"/>
                    <a:pt x="756" y="1910"/>
                  </a:cubicBezTo>
                  <a:close/>
                  <a:moveTo>
                    <a:pt x="706" y="1897"/>
                  </a:moveTo>
                  <a:cubicBezTo>
                    <a:pt x="706" y="1897"/>
                    <a:pt x="705" y="1897"/>
                    <a:pt x="704" y="1897"/>
                  </a:cubicBezTo>
                  <a:cubicBezTo>
                    <a:pt x="679" y="1890"/>
                    <a:pt x="654" y="1881"/>
                    <a:pt x="629" y="1872"/>
                  </a:cubicBezTo>
                  <a:cubicBezTo>
                    <a:pt x="618" y="1868"/>
                    <a:pt x="607" y="1864"/>
                    <a:pt x="596" y="1859"/>
                  </a:cubicBezTo>
                  <a:cubicBezTo>
                    <a:pt x="596" y="1859"/>
                    <a:pt x="596" y="1859"/>
                    <a:pt x="596" y="1859"/>
                  </a:cubicBezTo>
                  <a:cubicBezTo>
                    <a:pt x="551" y="1840"/>
                    <a:pt x="506" y="1818"/>
                    <a:pt x="464" y="1792"/>
                  </a:cubicBezTo>
                  <a:cubicBezTo>
                    <a:pt x="460" y="1790"/>
                    <a:pt x="459" y="1785"/>
                    <a:pt x="461" y="1781"/>
                  </a:cubicBezTo>
                  <a:cubicBezTo>
                    <a:pt x="464" y="1777"/>
                    <a:pt x="469" y="1775"/>
                    <a:pt x="473" y="1778"/>
                  </a:cubicBezTo>
                  <a:cubicBezTo>
                    <a:pt x="514" y="1803"/>
                    <a:pt x="558" y="1825"/>
                    <a:pt x="603" y="1844"/>
                  </a:cubicBezTo>
                  <a:cubicBezTo>
                    <a:pt x="603" y="1844"/>
                    <a:pt x="603" y="1844"/>
                    <a:pt x="603" y="1844"/>
                  </a:cubicBezTo>
                  <a:cubicBezTo>
                    <a:pt x="614" y="1848"/>
                    <a:pt x="624" y="1852"/>
                    <a:pt x="635" y="1856"/>
                  </a:cubicBezTo>
                  <a:cubicBezTo>
                    <a:pt x="659" y="1865"/>
                    <a:pt x="684" y="1873"/>
                    <a:pt x="709" y="1880"/>
                  </a:cubicBezTo>
                  <a:cubicBezTo>
                    <a:pt x="713" y="1882"/>
                    <a:pt x="716" y="1886"/>
                    <a:pt x="715" y="1891"/>
                  </a:cubicBezTo>
                  <a:cubicBezTo>
                    <a:pt x="713" y="1895"/>
                    <a:pt x="710" y="1897"/>
                    <a:pt x="706" y="1897"/>
                  </a:cubicBezTo>
                  <a:close/>
                  <a:moveTo>
                    <a:pt x="1394" y="1832"/>
                  </a:moveTo>
                  <a:cubicBezTo>
                    <a:pt x="1391" y="1832"/>
                    <a:pt x="1388" y="1831"/>
                    <a:pt x="1387" y="1828"/>
                  </a:cubicBezTo>
                  <a:cubicBezTo>
                    <a:pt x="1385" y="1824"/>
                    <a:pt x="1386" y="1818"/>
                    <a:pt x="1391" y="1816"/>
                  </a:cubicBezTo>
                  <a:cubicBezTo>
                    <a:pt x="1397" y="1813"/>
                    <a:pt x="1404" y="1810"/>
                    <a:pt x="1411" y="1806"/>
                  </a:cubicBezTo>
                  <a:cubicBezTo>
                    <a:pt x="1415" y="1804"/>
                    <a:pt x="1420" y="1805"/>
                    <a:pt x="1422" y="1810"/>
                  </a:cubicBezTo>
                  <a:cubicBezTo>
                    <a:pt x="1424" y="1814"/>
                    <a:pt x="1423" y="1819"/>
                    <a:pt x="1418" y="1821"/>
                  </a:cubicBezTo>
                  <a:cubicBezTo>
                    <a:pt x="1412" y="1825"/>
                    <a:pt x="1405" y="1828"/>
                    <a:pt x="1398" y="1832"/>
                  </a:cubicBezTo>
                  <a:cubicBezTo>
                    <a:pt x="1397" y="1832"/>
                    <a:pt x="1396" y="1832"/>
                    <a:pt x="1394" y="1832"/>
                  </a:cubicBezTo>
                  <a:close/>
                  <a:moveTo>
                    <a:pt x="1439" y="1808"/>
                  </a:moveTo>
                  <a:cubicBezTo>
                    <a:pt x="1436" y="1808"/>
                    <a:pt x="1433" y="1807"/>
                    <a:pt x="1432" y="1804"/>
                  </a:cubicBezTo>
                  <a:cubicBezTo>
                    <a:pt x="1430" y="1800"/>
                    <a:pt x="1431" y="1795"/>
                    <a:pt x="1435" y="1793"/>
                  </a:cubicBezTo>
                  <a:cubicBezTo>
                    <a:pt x="1477" y="1769"/>
                    <a:pt x="1518" y="1741"/>
                    <a:pt x="1556" y="1711"/>
                  </a:cubicBezTo>
                  <a:cubicBezTo>
                    <a:pt x="1556" y="1711"/>
                    <a:pt x="1556" y="1711"/>
                    <a:pt x="1556" y="1711"/>
                  </a:cubicBezTo>
                  <a:cubicBezTo>
                    <a:pt x="1585" y="1688"/>
                    <a:pt x="1613" y="1663"/>
                    <a:pt x="1640" y="1637"/>
                  </a:cubicBezTo>
                  <a:cubicBezTo>
                    <a:pt x="1643" y="1633"/>
                    <a:pt x="1648" y="1633"/>
                    <a:pt x="1652" y="1637"/>
                  </a:cubicBezTo>
                  <a:cubicBezTo>
                    <a:pt x="1655" y="1640"/>
                    <a:pt x="1655" y="1645"/>
                    <a:pt x="1652" y="1649"/>
                  </a:cubicBezTo>
                  <a:cubicBezTo>
                    <a:pt x="1625" y="1676"/>
                    <a:pt x="1596" y="1701"/>
                    <a:pt x="1566" y="1725"/>
                  </a:cubicBezTo>
                  <a:cubicBezTo>
                    <a:pt x="1566" y="1725"/>
                    <a:pt x="1566" y="1725"/>
                    <a:pt x="1566" y="1725"/>
                  </a:cubicBezTo>
                  <a:cubicBezTo>
                    <a:pt x="1528" y="1755"/>
                    <a:pt x="1486" y="1783"/>
                    <a:pt x="1443" y="1807"/>
                  </a:cubicBezTo>
                  <a:cubicBezTo>
                    <a:pt x="1442" y="1808"/>
                    <a:pt x="1441" y="1808"/>
                    <a:pt x="1439" y="1808"/>
                  </a:cubicBezTo>
                  <a:close/>
                  <a:moveTo>
                    <a:pt x="445" y="1778"/>
                  </a:moveTo>
                  <a:cubicBezTo>
                    <a:pt x="443" y="1778"/>
                    <a:pt x="441" y="1778"/>
                    <a:pt x="440" y="1777"/>
                  </a:cubicBezTo>
                  <a:cubicBezTo>
                    <a:pt x="434" y="1773"/>
                    <a:pt x="427" y="1769"/>
                    <a:pt x="421" y="1764"/>
                  </a:cubicBezTo>
                  <a:cubicBezTo>
                    <a:pt x="417" y="1762"/>
                    <a:pt x="416" y="1757"/>
                    <a:pt x="419" y="1753"/>
                  </a:cubicBezTo>
                  <a:cubicBezTo>
                    <a:pt x="421" y="1749"/>
                    <a:pt x="427" y="1748"/>
                    <a:pt x="430" y="1750"/>
                  </a:cubicBezTo>
                  <a:cubicBezTo>
                    <a:pt x="437" y="1755"/>
                    <a:pt x="443" y="1759"/>
                    <a:pt x="449" y="1763"/>
                  </a:cubicBezTo>
                  <a:cubicBezTo>
                    <a:pt x="453" y="1765"/>
                    <a:pt x="454" y="1771"/>
                    <a:pt x="452" y="1775"/>
                  </a:cubicBezTo>
                  <a:cubicBezTo>
                    <a:pt x="450" y="1777"/>
                    <a:pt x="447" y="1778"/>
                    <a:pt x="445" y="1778"/>
                  </a:cubicBezTo>
                  <a:close/>
                  <a:moveTo>
                    <a:pt x="403" y="1750"/>
                  </a:moveTo>
                  <a:cubicBezTo>
                    <a:pt x="401" y="1750"/>
                    <a:pt x="399" y="1749"/>
                    <a:pt x="398" y="1748"/>
                  </a:cubicBezTo>
                  <a:cubicBezTo>
                    <a:pt x="368" y="1726"/>
                    <a:pt x="339" y="1703"/>
                    <a:pt x="312" y="1678"/>
                  </a:cubicBezTo>
                  <a:cubicBezTo>
                    <a:pt x="310" y="1676"/>
                    <a:pt x="310" y="1676"/>
                    <a:pt x="310" y="1676"/>
                  </a:cubicBezTo>
                  <a:cubicBezTo>
                    <a:pt x="310" y="1676"/>
                    <a:pt x="310" y="1676"/>
                    <a:pt x="310" y="1676"/>
                  </a:cubicBezTo>
                  <a:cubicBezTo>
                    <a:pt x="273" y="1642"/>
                    <a:pt x="240" y="1605"/>
                    <a:pt x="209" y="1567"/>
                  </a:cubicBezTo>
                  <a:cubicBezTo>
                    <a:pt x="206" y="1563"/>
                    <a:pt x="207" y="1558"/>
                    <a:pt x="210" y="1555"/>
                  </a:cubicBezTo>
                  <a:cubicBezTo>
                    <a:pt x="214" y="1552"/>
                    <a:pt x="219" y="1552"/>
                    <a:pt x="222" y="1556"/>
                  </a:cubicBezTo>
                  <a:cubicBezTo>
                    <a:pt x="252" y="1594"/>
                    <a:pt x="286" y="1630"/>
                    <a:pt x="321" y="1663"/>
                  </a:cubicBezTo>
                  <a:cubicBezTo>
                    <a:pt x="321" y="1663"/>
                    <a:pt x="321" y="1663"/>
                    <a:pt x="321" y="1663"/>
                  </a:cubicBezTo>
                  <a:cubicBezTo>
                    <a:pt x="324" y="1666"/>
                    <a:pt x="324" y="1666"/>
                    <a:pt x="324" y="1666"/>
                  </a:cubicBezTo>
                  <a:cubicBezTo>
                    <a:pt x="350" y="1690"/>
                    <a:pt x="378" y="1713"/>
                    <a:pt x="408" y="1734"/>
                  </a:cubicBezTo>
                  <a:cubicBezTo>
                    <a:pt x="411" y="1737"/>
                    <a:pt x="412" y="1742"/>
                    <a:pt x="409" y="1746"/>
                  </a:cubicBezTo>
                  <a:cubicBezTo>
                    <a:pt x="408" y="1748"/>
                    <a:pt x="405" y="1750"/>
                    <a:pt x="403" y="1750"/>
                  </a:cubicBezTo>
                  <a:close/>
                  <a:moveTo>
                    <a:pt x="1665" y="1631"/>
                  </a:moveTo>
                  <a:cubicBezTo>
                    <a:pt x="1663" y="1631"/>
                    <a:pt x="1661" y="1630"/>
                    <a:pt x="1659" y="1629"/>
                  </a:cubicBezTo>
                  <a:cubicBezTo>
                    <a:pt x="1656" y="1625"/>
                    <a:pt x="1656" y="1620"/>
                    <a:pt x="1659" y="1617"/>
                  </a:cubicBezTo>
                  <a:cubicBezTo>
                    <a:pt x="1664" y="1611"/>
                    <a:pt x="1669" y="1606"/>
                    <a:pt x="1674" y="1600"/>
                  </a:cubicBezTo>
                  <a:cubicBezTo>
                    <a:pt x="1677" y="1597"/>
                    <a:pt x="1683" y="1596"/>
                    <a:pt x="1686" y="1599"/>
                  </a:cubicBezTo>
                  <a:cubicBezTo>
                    <a:pt x="1690" y="1603"/>
                    <a:pt x="1690" y="1608"/>
                    <a:pt x="1687" y="1611"/>
                  </a:cubicBezTo>
                  <a:cubicBezTo>
                    <a:pt x="1682" y="1617"/>
                    <a:pt x="1677" y="1623"/>
                    <a:pt x="1671" y="1628"/>
                  </a:cubicBezTo>
                  <a:cubicBezTo>
                    <a:pt x="1670" y="1630"/>
                    <a:pt x="1668" y="1631"/>
                    <a:pt x="1665" y="1631"/>
                  </a:cubicBezTo>
                  <a:close/>
                  <a:moveTo>
                    <a:pt x="1699" y="1593"/>
                  </a:moveTo>
                  <a:cubicBezTo>
                    <a:pt x="1697" y="1593"/>
                    <a:pt x="1695" y="1592"/>
                    <a:pt x="1694" y="1591"/>
                  </a:cubicBezTo>
                  <a:cubicBezTo>
                    <a:pt x="1690" y="1588"/>
                    <a:pt x="1690" y="1582"/>
                    <a:pt x="1693" y="1579"/>
                  </a:cubicBezTo>
                  <a:cubicBezTo>
                    <a:pt x="1724" y="1542"/>
                    <a:pt x="1752" y="1502"/>
                    <a:pt x="1778" y="1461"/>
                  </a:cubicBezTo>
                  <a:cubicBezTo>
                    <a:pt x="1778" y="1461"/>
                    <a:pt x="1778" y="1461"/>
                    <a:pt x="1778" y="1461"/>
                  </a:cubicBezTo>
                  <a:cubicBezTo>
                    <a:pt x="1797" y="1429"/>
                    <a:pt x="1815" y="1395"/>
                    <a:pt x="1830" y="1362"/>
                  </a:cubicBezTo>
                  <a:cubicBezTo>
                    <a:pt x="1832" y="1357"/>
                    <a:pt x="1837" y="1355"/>
                    <a:pt x="1841" y="1357"/>
                  </a:cubicBezTo>
                  <a:cubicBezTo>
                    <a:pt x="1846" y="1359"/>
                    <a:pt x="1847" y="1364"/>
                    <a:pt x="1846" y="1369"/>
                  </a:cubicBezTo>
                  <a:cubicBezTo>
                    <a:pt x="1830" y="1403"/>
                    <a:pt x="1812" y="1437"/>
                    <a:pt x="1792" y="1469"/>
                  </a:cubicBezTo>
                  <a:cubicBezTo>
                    <a:pt x="1792" y="1469"/>
                    <a:pt x="1792" y="1469"/>
                    <a:pt x="1792" y="1469"/>
                  </a:cubicBezTo>
                  <a:cubicBezTo>
                    <a:pt x="1766" y="1512"/>
                    <a:pt x="1737" y="1552"/>
                    <a:pt x="1706" y="1590"/>
                  </a:cubicBezTo>
                  <a:cubicBezTo>
                    <a:pt x="1704" y="1592"/>
                    <a:pt x="1702" y="1593"/>
                    <a:pt x="1699" y="1593"/>
                  </a:cubicBezTo>
                  <a:close/>
                  <a:moveTo>
                    <a:pt x="198" y="1547"/>
                  </a:moveTo>
                  <a:cubicBezTo>
                    <a:pt x="196" y="1547"/>
                    <a:pt x="193" y="1546"/>
                    <a:pt x="192" y="1544"/>
                  </a:cubicBezTo>
                  <a:cubicBezTo>
                    <a:pt x="187" y="1538"/>
                    <a:pt x="183" y="1532"/>
                    <a:pt x="178" y="1525"/>
                  </a:cubicBezTo>
                  <a:cubicBezTo>
                    <a:pt x="176" y="1522"/>
                    <a:pt x="176" y="1516"/>
                    <a:pt x="180" y="1514"/>
                  </a:cubicBezTo>
                  <a:cubicBezTo>
                    <a:pt x="184" y="1511"/>
                    <a:pt x="189" y="1512"/>
                    <a:pt x="192" y="1516"/>
                  </a:cubicBezTo>
                  <a:cubicBezTo>
                    <a:pt x="196" y="1522"/>
                    <a:pt x="201" y="1528"/>
                    <a:pt x="205" y="1534"/>
                  </a:cubicBezTo>
                  <a:cubicBezTo>
                    <a:pt x="208" y="1538"/>
                    <a:pt x="207" y="1543"/>
                    <a:pt x="204" y="1546"/>
                  </a:cubicBezTo>
                  <a:cubicBezTo>
                    <a:pt x="202" y="1547"/>
                    <a:pt x="200" y="1547"/>
                    <a:pt x="198" y="1547"/>
                  </a:cubicBezTo>
                  <a:close/>
                  <a:moveTo>
                    <a:pt x="169" y="1506"/>
                  </a:moveTo>
                  <a:cubicBezTo>
                    <a:pt x="166" y="1506"/>
                    <a:pt x="164" y="1504"/>
                    <a:pt x="162" y="1502"/>
                  </a:cubicBezTo>
                  <a:cubicBezTo>
                    <a:pt x="141" y="1470"/>
                    <a:pt x="122" y="1437"/>
                    <a:pt x="105" y="1403"/>
                  </a:cubicBezTo>
                  <a:cubicBezTo>
                    <a:pt x="105" y="1403"/>
                    <a:pt x="105" y="1403"/>
                    <a:pt x="105" y="1403"/>
                  </a:cubicBezTo>
                  <a:cubicBezTo>
                    <a:pt x="101" y="1395"/>
                    <a:pt x="97" y="1387"/>
                    <a:pt x="93" y="1379"/>
                  </a:cubicBezTo>
                  <a:cubicBezTo>
                    <a:pt x="76" y="1342"/>
                    <a:pt x="61" y="1305"/>
                    <a:pt x="48" y="1266"/>
                  </a:cubicBezTo>
                  <a:cubicBezTo>
                    <a:pt x="47" y="1262"/>
                    <a:pt x="49" y="1257"/>
                    <a:pt x="54" y="1256"/>
                  </a:cubicBezTo>
                  <a:cubicBezTo>
                    <a:pt x="58" y="1254"/>
                    <a:pt x="63" y="1257"/>
                    <a:pt x="64" y="1261"/>
                  </a:cubicBezTo>
                  <a:cubicBezTo>
                    <a:pt x="77" y="1299"/>
                    <a:pt x="91" y="1336"/>
                    <a:pt x="108" y="1371"/>
                  </a:cubicBezTo>
                  <a:cubicBezTo>
                    <a:pt x="112" y="1379"/>
                    <a:pt x="116" y="1388"/>
                    <a:pt x="120" y="1396"/>
                  </a:cubicBezTo>
                  <a:cubicBezTo>
                    <a:pt x="120" y="1396"/>
                    <a:pt x="120" y="1396"/>
                    <a:pt x="120" y="1396"/>
                  </a:cubicBezTo>
                  <a:cubicBezTo>
                    <a:pt x="137" y="1429"/>
                    <a:pt x="156" y="1461"/>
                    <a:pt x="176" y="1493"/>
                  </a:cubicBezTo>
                  <a:cubicBezTo>
                    <a:pt x="179" y="1496"/>
                    <a:pt x="178" y="1502"/>
                    <a:pt x="174" y="1504"/>
                  </a:cubicBezTo>
                  <a:cubicBezTo>
                    <a:pt x="172" y="1505"/>
                    <a:pt x="171" y="1506"/>
                    <a:pt x="169" y="1506"/>
                  </a:cubicBezTo>
                  <a:close/>
                  <a:moveTo>
                    <a:pt x="1849" y="1348"/>
                  </a:moveTo>
                  <a:cubicBezTo>
                    <a:pt x="1848" y="1348"/>
                    <a:pt x="1847" y="1348"/>
                    <a:pt x="1846" y="1347"/>
                  </a:cubicBezTo>
                  <a:cubicBezTo>
                    <a:pt x="1842" y="1345"/>
                    <a:pt x="1840" y="1340"/>
                    <a:pt x="1841" y="1336"/>
                  </a:cubicBezTo>
                  <a:cubicBezTo>
                    <a:pt x="1844" y="1330"/>
                    <a:pt x="1846" y="1325"/>
                    <a:pt x="1848" y="1319"/>
                  </a:cubicBezTo>
                  <a:cubicBezTo>
                    <a:pt x="1850" y="1315"/>
                    <a:pt x="1855" y="1313"/>
                    <a:pt x="1859" y="1314"/>
                  </a:cubicBezTo>
                  <a:cubicBezTo>
                    <a:pt x="1864" y="1316"/>
                    <a:pt x="1866" y="1321"/>
                    <a:pt x="1864" y="1325"/>
                  </a:cubicBezTo>
                  <a:cubicBezTo>
                    <a:pt x="1862" y="1331"/>
                    <a:pt x="1859" y="1337"/>
                    <a:pt x="1857" y="1343"/>
                  </a:cubicBezTo>
                  <a:cubicBezTo>
                    <a:pt x="1856" y="1346"/>
                    <a:pt x="1852" y="1348"/>
                    <a:pt x="1849" y="1348"/>
                  </a:cubicBezTo>
                  <a:close/>
                  <a:moveTo>
                    <a:pt x="1885" y="1248"/>
                  </a:moveTo>
                  <a:cubicBezTo>
                    <a:pt x="1884" y="1248"/>
                    <a:pt x="1883" y="1248"/>
                    <a:pt x="1882" y="1248"/>
                  </a:cubicBezTo>
                  <a:cubicBezTo>
                    <a:pt x="1878" y="1247"/>
                    <a:pt x="1875" y="1242"/>
                    <a:pt x="1877" y="1237"/>
                  </a:cubicBezTo>
                  <a:cubicBezTo>
                    <a:pt x="1887" y="1202"/>
                    <a:pt x="1896" y="1165"/>
                    <a:pt x="1902" y="1128"/>
                  </a:cubicBezTo>
                  <a:cubicBezTo>
                    <a:pt x="1903" y="1124"/>
                    <a:pt x="1907" y="1120"/>
                    <a:pt x="1912" y="1121"/>
                  </a:cubicBezTo>
                  <a:cubicBezTo>
                    <a:pt x="1917" y="1122"/>
                    <a:pt x="1920" y="1126"/>
                    <a:pt x="1919" y="1131"/>
                  </a:cubicBezTo>
                  <a:cubicBezTo>
                    <a:pt x="1912" y="1169"/>
                    <a:pt x="1904" y="1206"/>
                    <a:pt x="1893" y="1242"/>
                  </a:cubicBezTo>
                  <a:cubicBezTo>
                    <a:pt x="1892" y="1246"/>
                    <a:pt x="1888" y="1248"/>
                    <a:pt x="1885" y="1248"/>
                  </a:cubicBezTo>
                  <a:close/>
                  <a:moveTo>
                    <a:pt x="48" y="1245"/>
                  </a:moveTo>
                  <a:cubicBezTo>
                    <a:pt x="44" y="1245"/>
                    <a:pt x="41" y="1243"/>
                    <a:pt x="40" y="1239"/>
                  </a:cubicBezTo>
                  <a:cubicBezTo>
                    <a:pt x="38" y="1232"/>
                    <a:pt x="36" y="1224"/>
                    <a:pt x="34" y="1217"/>
                  </a:cubicBezTo>
                  <a:cubicBezTo>
                    <a:pt x="32" y="1213"/>
                    <a:pt x="35" y="1208"/>
                    <a:pt x="40" y="1207"/>
                  </a:cubicBezTo>
                  <a:cubicBezTo>
                    <a:pt x="44" y="1205"/>
                    <a:pt x="49" y="1208"/>
                    <a:pt x="50" y="1213"/>
                  </a:cubicBezTo>
                  <a:cubicBezTo>
                    <a:pt x="52" y="1220"/>
                    <a:pt x="54" y="1227"/>
                    <a:pt x="56" y="1234"/>
                  </a:cubicBezTo>
                  <a:cubicBezTo>
                    <a:pt x="57" y="1239"/>
                    <a:pt x="55" y="1243"/>
                    <a:pt x="50" y="1245"/>
                  </a:cubicBezTo>
                  <a:cubicBezTo>
                    <a:pt x="49" y="1245"/>
                    <a:pt x="49" y="1245"/>
                    <a:pt x="48" y="1245"/>
                  </a:cubicBezTo>
                  <a:close/>
                  <a:moveTo>
                    <a:pt x="35" y="1196"/>
                  </a:moveTo>
                  <a:cubicBezTo>
                    <a:pt x="31" y="1196"/>
                    <a:pt x="27" y="1193"/>
                    <a:pt x="27" y="1189"/>
                  </a:cubicBezTo>
                  <a:cubicBezTo>
                    <a:pt x="18" y="1152"/>
                    <a:pt x="11" y="1115"/>
                    <a:pt x="7" y="1077"/>
                  </a:cubicBezTo>
                  <a:cubicBezTo>
                    <a:pt x="5" y="1058"/>
                    <a:pt x="3" y="1038"/>
                    <a:pt x="2" y="1018"/>
                  </a:cubicBezTo>
                  <a:cubicBezTo>
                    <a:pt x="1" y="1001"/>
                    <a:pt x="0" y="984"/>
                    <a:pt x="0" y="967"/>
                  </a:cubicBezTo>
                  <a:cubicBezTo>
                    <a:pt x="0" y="954"/>
                    <a:pt x="1" y="942"/>
                    <a:pt x="1" y="929"/>
                  </a:cubicBezTo>
                  <a:cubicBezTo>
                    <a:pt x="1" y="924"/>
                    <a:pt x="6" y="921"/>
                    <a:pt x="10" y="921"/>
                  </a:cubicBezTo>
                  <a:cubicBezTo>
                    <a:pt x="15" y="921"/>
                    <a:pt x="18" y="925"/>
                    <a:pt x="18" y="930"/>
                  </a:cubicBezTo>
                  <a:cubicBezTo>
                    <a:pt x="18" y="942"/>
                    <a:pt x="17" y="955"/>
                    <a:pt x="17" y="967"/>
                  </a:cubicBezTo>
                  <a:cubicBezTo>
                    <a:pt x="17" y="984"/>
                    <a:pt x="18" y="1001"/>
                    <a:pt x="19" y="1017"/>
                  </a:cubicBezTo>
                  <a:cubicBezTo>
                    <a:pt x="20" y="1037"/>
                    <a:pt x="21" y="1056"/>
                    <a:pt x="24" y="1075"/>
                  </a:cubicBezTo>
                  <a:cubicBezTo>
                    <a:pt x="28" y="1112"/>
                    <a:pt x="34" y="1149"/>
                    <a:pt x="43" y="1185"/>
                  </a:cubicBezTo>
                  <a:cubicBezTo>
                    <a:pt x="44" y="1190"/>
                    <a:pt x="41" y="1195"/>
                    <a:pt x="37" y="1196"/>
                  </a:cubicBezTo>
                  <a:cubicBezTo>
                    <a:pt x="36" y="1196"/>
                    <a:pt x="35" y="1196"/>
                    <a:pt x="35" y="1196"/>
                  </a:cubicBezTo>
                  <a:close/>
                  <a:moveTo>
                    <a:pt x="1915" y="1110"/>
                  </a:moveTo>
                  <a:cubicBezTo>
                    <a:pt x="1915" y="1110"/>
                    <a:pt x="1914" y="1110"/>
                    <a:pt x="1914" y="1110"/>
                  </a:cubicBezTo>
                  <a:cubicBezTo>
                    <a:pt x="1909" y="1109"/>
                    <a:pt x="1906" y="1105"/>
                    <a:pt x="1907" y="1100"/>
                  </a:cubicBezTo>
                  <a:cubicBezTo>
                    <a:pt x="1908" y="1093"/>
                    <a:pt x="1909" y="1086"/>
                    <a:pt x="1909" y="1078"/>
                  </a:cubicBezTo>
                  <a:cubicBezTo>
                    <a:pt x="1910" y="1074"/>
                    <a:pt x="1914" y="1070"/>
                    <a:pt x="1919" y="1071"/>
                  </a:cubicBezTo>
                  <a:cubicBezTo>
                    <a:pt x="1924" y="1071"/>
                    <a:pt x="1927" y="1076"/>
                    <a:pt x="1926" y="1080"/>
                  </a:cubicBezTo>
                  <a:cubicBezTo>
                    <a:pt x="1925" y="1088"/>
                    <a:pt x="1924" y="1095"/>
                    <a:pt x="1923" y="1103"/>
                  </a:cubicBezTo>
                  <a:cubicBezTo>
                    <a:pt x="1923" y="1107"/>
                    <a:pt x="1919" y="1110"/>
                    <a:pt x="1915" y="1110"/>
                  </a:cubicBezTo>
                  <a:close/>
                  <a:moveTo>
                    <a:pt x="1921" y="1060"/>
                  </a:moveTo>
                  <a:cubicBezTo>
                    <a:pt x="1921" y="1060"/>
                    <a:pt x="1920" y="1060"/>
                    <a:pt x="1920" y="1060"/>
                  </a:cubicBezTo>
                  <a:cubicBezTo>
                    <a:pt x="1915" y="1059"/>
                    <a:pt x="1912" y="1055"/>
                    <a:pt x="1912" y="1050"/>
                  </a:cubicBezTo>
                  <a:cubicBezTo>
                    <a:pt x="1915" y="1023"/>
                    <a:pt x="1916" y="995"/>
                    <a:pt x="1916" y="967"/>
                  </a:cubicBezTo>
                  <a:cubicBezTo>
                    <a:pt x="1916" y="946"/>
                    <a:pt x="1915" y="925"/>
                    <a:pt x="1914" y="905"/>
                  </a:cubicBezTo>
                  <a:cubicBezTo>
                    <a:pt x="1914" y="905"/>
                    <a:pt x="1914" y="905"/>
                    <a:pt x="1914" y="905"/>
                  </a:cubicBezTo>
                  <a:cubicBezTo>
                    <a:pt x="1913" y="894"/>
                    <a:pt x="1912" y="884"/>
                    <a:pt x="1911" y="874"/>
                  </a:cubicBezTo>
                  <a:cubicBezTo>
                    <a:pt x="1909" y="847"/>
                    <a:pt x="1905" y="820"/>
                    <a:pt x="1900" y="794"/>
                  </a:cubicBezTo>
                  <a:cubicBezTo>
                    <a:pt x="1899" y="789"/>
                    <a:pt x="1902" y="785"/>
                    <a:pt x="1907" y="784"/>
                  </a:cubicBezTo>
                  <a:cubicBezTo>
                    <a:pt x="1911" y="783"/>
                    <a:pt x="1916" y="786"/>
                    <a:pt x="1917" y="790"/>
                  </a:cubicBezTo>
                  <a:cubicBezTo>
                    <a:pt x="1922" y="817"/>
                    <a:pt x="1926" y="845"/>
                    <a:pt x="1928" y="872"/>
                  </a:cubicBezTo>
                  <a:cubicBezTo>
                    <a:pt x="1929" y="883"/>
                    <a:pt x="1930" y="893"/>
                    <a:pt x="1931" y="904"/>
                  </a:cubicBezTo>
                  <a:cubicBezTo>
                    <a:pt x="1931" y="904"/>
                    <a:pt x="1931" y="904"/>
                    <a:pt x="1931" y="904"/>
                  </a:cubicBezTo>
                  <a:cubicBezTo>
                    <a:pt x="1932" y="925"/>
                    <a:pt x="1933" y="946"/>
                    <a:pt x="1933" y="967"/>
                  </a:cubicBezTo>
                  <a:cubicBezTo>
                    <a:pt x="1933" y="995"/>
                    <a:pt x="1932" y="1024"/>
                    <a:pt x="1929" y="1052"/>
                  </a:cubicBezTo>
                  <a:cubicBezTo>
                    <a:pt x="1929" y="1056"/>
                    <a:pt x="1925" y="1060"/>
                    <a:pt x="1921" y="1060"/>
                  </a:cubicBezTo>
                  <a:close/>
                  <a:moveTo>
                    <a:pt x="11" y="910"/>
                  </a:moveTo>
                  <a:cubicBezTo>
                    <a:pt x="11" y="910"/>
                    <a:pt x="11" y="909"/>
                    <a:pt x="11" y="909"/>
                  </a:cubicBezTo>
                  <a:cubicBezTo>
                    <a:pt x="6" y="909"/>
                    <a:pt x="2" y="905"/>
                    <a:pt x="3" y="900"/>
                  </a:cubicBezTo>
                  <a:cubicBezTo>
                    <a:pt x="3" y="893"/>
                    <a:pt x="4" y="885"/>
                    <a:pt x="5" y="878"/>
                  </a:cubicBezTo>
                  <a:cubicBezTo>
                    <a:pt x="5" y="873"/>
                    <a:pt x="9" y="870"/>
                    <a:pt x="14" y="870"/>
                  </a:cubicBezTo>
                  <a:cubicBezTo>
                    <a:pt x="19" y="870"/>
                    <a:pt x="22" y="875"/>
                    <a:pt x="22" y="879"/>
                  </a:cubicBezTo>
                  <a:cubicBezTo>
                    <a:pt x="21" y="887"/>
                    <a:pt x="20" y="894"/>
                    <a:pt x="20" y="902"/>
                  </a:cubicBezTo>
                  <a:cubicBezTo>
                    <a:pt x="19" y="906"/>
                    <a:pt x="16" y="910"/>
                    <a:pt x="11" y="910"/>
                  </a:cubicBezTo>
                  <a:close/>
                  <a:moveTo>
                    <a:pt x="16" y="859"/>
                  </a:moveTo>
                  <a:cubicBezTo>
                    <a:pt x="16" y="859"/>
                    <a:pt x="15" y="859"/>
                    <a:pt x="15" y="859"/>
                  </a:cubicBezTo>
                  <a:cubicBezTo>
                    <a:pt x="10" y="858"/>
                    <a:pt x="7" y="854"/>
                    <a:pt x="8" y="849"/>
                  </a:cubicBezTo>
                  <a:cubicBezTo>
                    <a:pt x="12" y="812"/>
                    <a:pt x="19" y="774"/>
                    <a:pt x="28" y="737"/>
                  </a:cubicBezTo>
                  <a:cubicBezTo>
                    <a:pt x="36" y="708"/>
                    <a:pt x="44" y="679"/>
                    <a:pt x="54" y="650"/>
                  </a:cubicBezTo>
                  <a:cubicBezTo>
                    <a:pt x="60" y="632"/>
                    <a:pt x="67" y="614"/>
                    <a:pt x="75" y="596"/>
                  </a:cubicBezTo>
                  <a:cubicBezTo>
                    <a:pt x="76" y="592"/>
                    <a:pt x="81" y="590"/>
                    <a:pt x="86" y="592"/>
                  </a:cubicBezTo>
                  <a:cubicBezTo>
                    <a:pt x="90" y="593"/>
                    <a:pt x="92" y="598"/>
                    <a:pt x="90" y="603"/>
                  </a:cubicBezTo>
                  <a:cubicBezTo>
                    <a:pt x="83" y="620"/>
                    <a:pt x="76" y="638"/>
                    <a:pt x="70" y="656"/>
                  </a:cubicBezTo>
                  <a:cubicBezTo>
                    <a:pt x="60" y="684"/>
                    <a:pt x="52" y="712"/>
                    <a:pt x="45" y="741"/>
                  </a:cubicBezTo>
                  <a:cubicBezTo>
                    <a:pt x="36" y="777"/>
                    <a:pt x="29" y="814"/>
                    <a:pt x="25" y="851"/>
                  </a:cubicBezTo>
                  <a:cubicBezTo>
                    <a:pt x="24" y="856"/>
                    <a:pt x="20" y="859"/>
                    <a:pt x="16" y="859"/>
                  </a:cubicBezTo>
                  <a:close/>
                  <a:moveTo>
                    <a:pt x="1903" y="773"/>
                  </a:moveTo>
                  <a:cubicBezTo>
                    <a:pt x="1899" y="773"/>
                    <a:pt x="1895" y="770"/>
                    <a:pt x="1894" y="766"/>
                  </a:cubicBezTo>
                  <a:cubicBezTo>
                    <a:pt x="1893" y="759"/>
                    <a:pt x="1891" y="751"/>
                    <a:pt x="1889" y="744"/>
                  </a:cubicBezTo>
                  <a:cubicBezTo>
                    <a:pt x="1888" y="740"/>
                    <a:pt x="1891" y="735"/>
                    <a:pt x="1896" y="734"/>
                  </a:cubicBezTo>
                  <a:cubicBezTo>
                    <a:pt x="1900" y="733"/>
                    <a:pt x="1905" y="736"/>
                    <a:pt x="1906" y="740"/>
                  </a:cubicBezTo>
                  <a:cubicBezTo>
                    <a:pt x="1908" y="748"/>
                    <a:pt x="1909" y="755"/>
                    <a:pt x="1911" y="762"/>
                  </a:cubicBezTo>
                  <a:cubicBezTo>
                    <a:pt x="1912" y="767"/>
                    <a:pt x="1909" y="772"/>
                    <a:pt x="1904" y="773"/>
                  </a:cubicBezTo>
                  <a:cubicBezTo>
                    <a:pt x="1904" y="773"/>
                    <a:pt x="1903" y="773"/>
                    <a:pt x="1903" y="773"/>
                  </a:cubicBezTo>
                  <a:close/>
                  <a:moveTo>
                    <a:pt x="1891" y="723"/>
                  </a:moveTo>
                  <a:cubicBezTo>
                    <a:pt x="1887" y="723"/>
                    <a:pt x="1883" y="721"/>
                    <a:pt x="1882" y="717"/>
                  </a:cubicBezTo>
                  <a:cubicBezTo>
                    <a:pt x="1870" y="670"/>
                    <a:pt x="1853" y="624"/>
                    <a:pt x="1833" y="580"/>
                  </a:cubicBezTo>
                  <a:cubicBezTo>
                    <a:pt x="1833" y="580"/>
                    <a:pt x="1833" y="580"/>
                    <a:pt x="1833" y="580"/>
                  </a:cubicBezTo>
                  <a:cubicBezTo>
                    <a:pt x="1825" y="561"/>
                    <a:pt x="1816" y="542"/>
                    <a:pt x="1806" y="524"/>
                  </a:cubicBezTo>
                  <a:cubicBezTo>
                    <a:pt x="1798" y="510"/>
                    <a:pt x="1790" y="495"/>
                    <a:pt x="1782" y="481"/>
                  </a:cubicBezTo>
                  <a:cubicBezTo>
                    <a:pt x="1779" y="477"/>
                    <a:pt x="1780" y="471"/>
                    <a:pt x="1784" y="469"/>
                  </a:cubicBezTo>
                  <a:cubicBezTo>
                    <a:pt x="1789" y="466"/>
                    <a:pt x="1794" y="468"/>
                    <a:pt x="1796" y="472"/>
                  </a:cubicBezTo>
                  <a:cubicBezTo>
                    <a:pt x="1805" y="486"/>
                    <a:pt x="1813" y="501"/>
                    <a:pt x="1821" y="516"/>
                  </a:cubicBezTo>
                  <a:cubicBezTo>
                    <a:pt x="1831" y="535"/>
                    <a:pt x="1840" y="554"/>
                    <a:pt x="1849" y="573"/>
                  </a:cubicBezTo>
                  <a:cubicBezTo>
                    <a:pt x="1849" y="573"/>
                    <a:pt x="1849" y="573"/>
                    <a:pt x="1849" y="573"/>
                  </a:cubicBezTo>
                  <a:cubicBezTo>
                    <a:pt x="1869" y="618"/>
                    <a:pt x="1886" y="665"/>
                    <a:pt x="1899" y="713"/>
                  </a:cubicBezTo>
                  <a:cubicBezTo>
                    <a:pt x="1900" y="717"/>
                    <a:pt x="1897" y="722"/>
                    <a:pt x="1893" y="723"/>
                  </a:cubicBezTo>
                  <a:cubicBezTo>
                    <a:pt x="1892" y="723"/>
                    <a:pt x="1891" y="723"/>
                    <a:pt x="1891" y="723"/>
                  </a:cubicBezTo>
                  <a:close/>
                  <a:moveTo>
                    <a:pt x="94" y="582"/>
                  </a:moveTo>
                  <a:cubicBezTo>
                    <a:pt x="93" y="582"/>
                    <a:pt x="91" y="582"/>
                    <a:pt x="90" y="581"/>
                  </a:cubicBezTo>
                  <a:cubicBezTo>
                    <a:pt x="86" y="579"/>
                    <a:pt x="84" y="574"/>
                    <a:pt x="86" y="570"/>
                  </a:cubicBezTo>
                  <a:cubicBezTo>
                    <a:pt x="89" y="563"/>
                    <a:pt x="92" y="556"/>
                    <a:pt x="96" y="549"/>
                  </a:cubicBezTo>
                  <a:cubicBezTo>
                    <a:pt x="98" y="545"/>
                    <a:pt x="103" y="543"/>
                    <a:pt x="107" y="545"/>
                  </a:cubicBezTo>
                  <a:cubicBezTo>
                    <a:pt x="111" y="547"/>
                    <a:pt x="113" y="553"/>
                    <a:pt x="111" y="557"/>
                  </a:cubicBezTo>
                  <a:cubicBezTo>
                    <a:pt x="108" y="563"/>
                    <a:pt x="104" y="570"/>
                    <a:pt x="101" y="577"/>
                  </a:cubicBezTo>
                  <a:cubicBezTo>
                    <a:pt x="100" y="580"/>
                    <a:pt x="97" y="582"/>
                    <a:pt x="94" y="582"/>
                  </a:cubicBezTo>
                  <a:close/>
                  <a:moveTo>
                    <a:pt x="116" y="536"/>
                  </a:moveTo>
                  <a:cubicBezTo>
                    <a:pt x="115" y="536"/>
                    <a:pt x="113" y="536"/>
                    <a:pt x="112" y="535"/>
                  </a:cubicBezTo>
                  <a:cubicBezTo>
                    <a:pt x="108" y="533"/>
                    <a:pt x="106" y="528"/>
                    <a:pt x="108" y="524"/>
                  </a:cubicBezTo>
                  <a:cubicBezTo>
                    <a:pt x="126" y="490"/>
                    <a:pt x="145" y="457"/>
                    <a:pt x="166" y="426"/>
                  </a:cubicBezTo>
                  <a:cubicBezTo>
                    <a:pt x="166" y="426"/>
                    <a:pt x="166" y="426"/>
                    <a:pt x="166" y="426"/>
                  </a:cubicBezTo>
                  <a:cubicBezTo>
                    <a:pt x="189" y="392"/>
                    <a:pt x="214" y="359"/>
                    <a:pt x="241" y="329"/>
                  </a:cubicBezTo>
                  <a:cubicBezTo>
                    <a:pt x="247" y="323"/>
                    <a:pt x="253" y="316"/>
                    <a:pt x="259" y="310"/>
                  </a:cubicBezTo>
                  <a:cubicBezTo>
                    <a:pt x="262" y="306"/>
                    <a:pt x="267" y="306"/>
                    <a:pt x="271" y="309"/>
                  </a:cubicBezTo>
                  <a:cubicBezTo>
                    <a:pt x="274" y="312"/>
                    <a:pt x="274" y="318"/>
                    <a:pt x="271" y="321"/>
                  </a:cubicBezTo>
                  <a:cubicBezTo>
                    <a:pt x="265" y="328"/>
                    <a:pt x="259" y="334"/>
                    <a:pt x="254" y="340"/>
                  </a:cubicBezTo>
                  <a:cubicBezTo>
                    <a:pt x="228" y="370"/>
                    <a:pt x="203" y="402"/>
                    <a:pt x="181" y="435"/>
                  </a:cubicBezTo>
                  <a:cubicBezTo>
                    <a:pt x="181" y="435"/>
                    <a:pt x="181" y="435"/>
                    <a:pt x="181" y="435"/>
                  </a:cubicBezTo>
                  <a:cubicBezTo>
                    <a:pt x="160" y="466"/>
                    <a:pt x="140" y="498"/>
                    <a:pt x="123" y="532"/>
                  </a:cubicBezTo>
                  <a:cubicBezTo>
                    <a:pt x="122" y="535"/>
                    <a:pt x="119" y="536"/>
                    <a:pt x="116" y="536"/>
                  </a:cubicBezTo>
                  <a:close/>
                  <a:moveTo>
                    <a:pt x="1774" y="461"/>
                  </a:moveTo>
                  <a:cubicBezTo>
                    <a:pt x="1771" y="461"/>
                    <a:pt x="1768" y="459"/>
                    <a:pt x="1767" y="457"/>
                  </a:cubicBezTo>
                  <a:cubicBezTo>
                    <a:pt x="1763" y="450"/>
                    <a:pt x="1759" y="444"/>
                    <a:pt x="1755" y="438"/>
                  </a:cubicBezTo>
                  <a:cubicBezTo>
                    <a:pt x="1752" y="434"/>
                    <a:pt x="1753" y="429"/>
                    <a:pt x="1757" y="426"/>
                  </a:cubicBezTo>
                  <a:cubicBezTo>
                    <a:pt x="1761" y="424"/>
                    <a:pt x="1766" y="425"/>
                    <a:pt x="1769" y="428"/>
                  </a:cubicBezTo>
                  <a:cubicBezTo>
                    <a:pt x="1773" y="435"/>
                    <a:pt x="1777" y="441"/>
                    <a:pt x="1781" y="448"/>
                  </a:cubicBezTo>
                  <a:cubicBezTo>
                    <a:pt x="1784" y="451"/>
                    <a:pt x="1783" y="457"/>
                    <a:pt x="1779" y="459"/>
                  </a:cubicBezTo>
                  <a:cubicBezTo>
                    <a:pt x="1777" y="460"/>
                    <a:pt x="1776" y="461"/>
                    <a:pt x="1774" y="461"/>
                  </a:cubicBezTo>
                  <a:close/>
                  <a:moveTo>
                    <a:pt x="1746" y="418"/>
                  </a:moveTo>
                  <a:cubicBezTo>
                    <a:pt x="1743" y="418"/>
                    <a:pt x="1740" y="417"/>
                    <a:pt x="1739" y="415"/>
                  </a:cubicBezTo>
                  <a:cubicBezTo>
                    <a:pt x="1710" y="375"/>
                    <a:pt x="1679" y="338"/>
                    <a:pt x="1645" y="303"/>
                  </a:cubicBezTo>
                  <a:cubicBezTo>
                    <a:pt x="1645" y="303"/>
                    <a:pt x="1645" y="303"/>
                    <a:pt x="1645" y="303"/>
                  </a:cubicBezTo>
                  <a:cubicBezTo>
                    <a:pt x="1624" y="281"/>
                    <a:pt x="1601" y="260"/>
                    <a:pt x="1577" y="240"/>
                  </a:cubicBezTo>
                  <a:cubicBezTo>
                    <a:pt x="1572" y="236"/>
                    <a:pt x="1567" y="232"/>
                    <a:pt x="1562" y="228"/>
                  </a:cubicBezTo>
                  <a:cubicBezTo>
                    <a:pt x="1559" y="225"/>
                    <a:pt x="1558" y="220"/>
                    <a:pt x="1561" y="216"/>
                  </a:cubicBezTo>
                  <a:cubicBezTo>
                    <a:pt x="1564" y="212"/>
                    <a:pt x="1569" y="212"/>
                    <a:pt x="1573" y="215"/>
                  </a:cubicBezTo>
                  <a:cubicBezTo>
                    <a:pt x="1578" y="219"/>
                    <a:pt x="1583" y="223"/>
                    <a:pt x="1588" y="227"/>
                  </a:cubicBezTo>
                  <a:cubicBezTo>
                    <a:pt x="1612" y="247"/>
                    <a:pt x="1635" y="269"/>
                    <a:pt x="1657" y="291"/>
                  </a:cubicBezTo>
                  <a:cubicBezTo>
                    <a:pt x="1657" y="291"/>
                    <a:pt x="1657" y="291"/>
                    <a:pt x="1657" y="291"/>
                  </a:cubicBezTo>
                  <a:cubicBezTo>
                    <a:pt x="1692" y="327"/>
                    <a:pt x="1724" y="365"/>
                    <a:pt x="1752" y="405"/>
                  </a:cubicBezTo>
                  <a:cubicBezTo>
                    <a:pt x="1755" y="409"/>
                    <a:pt x="1754" y="414"/>
                    <a:pt x="1750" y="417"/>
                  </a:cubicBezTo>
                  <a:cubicBezTo>
                    <a:pt x="1749" y="418"/>
                    <a:pt x="1747" y="418"/>
                    <a:pt x="1746" y="418"/>
                  </a:cubicBezTo>
                  <a:close/>
                  <a:moveTo>
                    <a:pt x="284" y="304"/>
                  </a:moveTo>
                  <a:cubicBezTo>
                    <a:pt x="282" y="304"/>
                    <a:pt x="280" y="303"/>
                    <a:pt x="279" y="301"/>
                  </a:cubicBezTo>
                  <a:cubicBezTo>
                    <a:pt x="275" y="298"/>
                    <a:pt x="275" y="292"/>
                    <a:pt x="278" y="289"/>
                  </a:cubicBezTo>
                  <a:cubicBezTo>
                    <a:pt x="284" y="284"/>
                    <a:pt x="289" y="278"/>
                    <a:pt x="295" y="273"/>
                  </a:cubicBezTo>
                  <a:cubicBezTo>
                    <a:pt x="298" y="270"/>
                    <a:pt x="303" y="270"/>
                    <a:pt x="307" y="273"/>
                  </a:cubicBezTo>
                  <a:cubicBezTo>
                    <a:pt x="310" y="277"/>
                    <a:pt x="310" y="282"/>
                    <a:pt x="306" y="285"/>
                  </a:cubicBezTo>
                  <a:cubicBezTo>
                    <a:pt x="301" y="290"/>
                    <a:pt x="296" y="296"/>
                    <a:pt x="291" y="301"/>
                  </a:cubicBezTo>
                  <a:cubicBezTo>
                    <a:pt x="289" y="303"/>
                    <a:pt x="287" y="304"/>
                    <a:pt x="284" y="304"/>
                  </a:cubicBezTo>
                  <a:close/>
                  <a:moveTo>
                    <a:pt x="321" y="268"/>
                  </a:moveTo>
                  <a:cubicBezTo>
                    <a:pt x="319" y="268"/>
                    <a:pt x="317" y="267"/>
                    <a:pt x="315" y="265"/>
                  </a:cubicBezTo>
                  <a:cubicBezTo>
                    <a:pt x="312" y="262"/>
                    <a:pt x="312" y="257"/>
                    <a:pt x="315" y="253"/>
                  </a:cubicBezTo>
                  <a:cubicBezTo>
                    <a:pt x="343" y="228"/>
                    <a:pt x="373" y="204"/>
                    <a:pt x="404" y="182"/>
                  </a:cubicBezTo>
                  <a:cubicBezTo>
                    <a:pt x="404" y="182"/>
                    <a:pt x="404" y="182"/>
                    <a:pt x="404" y="182"/>
                  </a:cubicBezTo>
                  <a:cubicBezTo>
                    <a:pt x="444" y="153"/>
                    <a:pt x="487" y="127"/>
                    <a:pt x="531" y="105"/>
                  </a:cubicBezTo>
                  <a:cubicBezTo>
                    <a:pt x="535" y="103"/>
                    <a:pt x="540" y="105"/>
                    <a:pt x="542" y="109"/>
                  </a:cubicBezTo>
                  <a:cubicBezTo>
                    <a:pt x="545" y="113"/>
                    <a:pt x="543" y="118"/>
                    <a:pt x="539" y="120"/>
                  </a:cubicBezTo>
                  <a:cubicBezTo>
                    <a:pt x="495" y="142"/>
                    <a:pt x="454" y="167"/>
                    <a:pt x="414" y="196"/>
                  </a:cubicBezTo>
                  <a:cubicBezTo>
                    <a:pt x="414" y="196"/>
                    <a:pt x="414" y="196"/>
                    <a:pt x="414" y="196"/>
                  </a:cubicBezTo>
                  <a:cubicBezTo>
                    <a:pt x="384" y="217"/>
                    <a:pt x="354" y="241"/>
                    <a:pt x="327" y="266"/>
                  </a:cubicBezTo>
                  <a:cubicBezTo>
                    <a:pt x="325" y="268"/>
                    <a:pt x="323" y="268"/>
                    <a:pt x="321" y="268"/>
                  </a:cubicBezTo>
                  <a:close/>
                  <a:moveTo>
                    <a:pt x="1545" y="212"/>
                  </a:moveTo>
                  <a:cubicBezTo>
                    <a:pt x="1543" y="212"/>
                    <a:pt x="1542" y="212"/>
                    <a:pt x="1540" y="211"/>
                  </a:cubicBezTo>
                  <a:cubicBezTo>
                    <a:pt x="1534" y="206"/>
                    <a:pt x="1528" y="202"/>
                    <a:pt x="1522" y="197"/>
                  </a:cubicBezTo>
                  <a:cubicBezTo>
                    <a:pt x="1518" y="195"/>
                    <a:pt x="1517" y="189"/>
                    <a:pt x="1520" y="185"/>
                  </a:cubicBezTo>
                  <a:cubicBezTo>
                    <a:pt x="1523" y="182"/>
                    <a:pt x="1528" y="181"/>
                    <a:pt x="1532" y="183"/>
                  </a:cubicBezTo>
                  <a:cubicBezTo>
                    <a:pt x="1538" y="188"/>
                    <a:pt x="1544" y="192"/>
                    <a:pt x="1550" y="197"/>
                  </a:cubicBezTo>
                  <a:cubicBezTo>
                    <a:pt x="1554" y="200"/>
                    <a:pt x="1555" y="205"/>
                    <a:pt x="1552" y="209"/>
                  </a:cubicBezTo>
                  <a:cubicBezTo>
                    <a:pt x="1550" y="211"/>
                    <a:pt x="1548" y="212"/>
                    <a:pt x="1545" y="212"/>
                  </a:cubicBezTo>
                  <a:close/>
                  <a:moveTo>
                    <a:pt x="1504" y="183"/>
                  </a:moveTo>
                  <a:cubicBezTo>
                    <a:pt x="1502" y="183"/>
                    <a:pt x="1501" y="182"/>
                    <a:pt x="1499" y="181"/>
                  </a:cubicBezTo>
                  <a:cubicBezTo>
                    <a:pt x="1459" y="154"/>
                    <a:pt x="1416" y="130"/>
                    <a:pt x="1372" y="109"/>
                  </a:cubicBezTo>
                  <a:cubicBezTo>
                    <a:pt x="1372" y="109"/>
                    <a:pt x="1372" y="109"/>
                    <a:pt x="1372" y="109"/>
                  </a:cubicBezTo>
                  <a:cubicBezTo>
                    <a:pt x="1339" y="93"/>
                    <a:pt x="1304" y="79"/>
                    <a:pt x="1268" y="67"/>
                  </a:cubicBezTo>
                  <a:cubicBezTo>
                    <a:pt x="1264" y="66"/>
                    <a:pt x="1262" y="61"/>
                    <a:pt x="1263" y="57"/>
                  </a:cubicBezTo>
                  <a:cubicBezTo>
                    <a:pt x="1265" y="52"/>
                    <a:pt x="1269" y="50"/>
                    <a:pt x="1274" y="51"/>
                  </a:cubicBezTo>
                  <a:cubicBezTo>
                    <a:pt x="1310" y="63"/>
                    <a:pt x="1345" y="78"/>
                    <a:pt x="1380" y="94"/>
                  </a:cubicBezTo>
                  <a:cubicBezTo>
                    <a:pt x="1380" y="94"/>
                    <a:pt x="1380" y="94"/>
                    <a:pt x="1380" y="94"/>
                  </a:cubicBezTo>
                  <a:cubicBezTo>
                    <a:pt x="1424" y="115"/>
                    <a:pt x="1468" y="140"/>
                    <a:pt x="1509" y="167"/>
                  </a:cubicBezTo>
                  <a:cubicBezTo>
                    <a:pt x="1512" y="170"/>
                    <a:pt x="1513" y="175"/>
                    <a:pt x="1511" y="179"/>
                  </a:cubicBezTo>
                  <a:cubicBezTo>
                    <a:pt x="1509" y="181"/>
                    <a:pt x="1507" y="183"/>
                    <a:pt x="1504" y="183"/>
                  </a:cubicBezTo>
                  <a:close/>
                  <a:moveTo>
                    <a:pt x="560" y="109"/>
                  </a:moveTo>
                  <a:cubicBezTo>
                    <a:pt x="557" y="109"/>
                    <a:pt x="554" y="107"/>
                    <a:pt x="553" y="104"/>
                  </a:cubicBezTo>
                  <a:cubicBezTo>
                    <a:pt x="551" y="100"/>
                    <a:pt x="552" y="95"/>
                    <a:pt x="557" y="93"/>
                  </a:cubicBezTo>
                  <a:cubicBezTo>
                    <a:pt x="563" y="89"/>
                    <a:pt x="570" y="86"/>
                    <a:pt x="577" y="83"/>
                  </a:cubicBezTo>
                  <a:cubicBezTo>
                    <a:pt x="582" y="81"/>
                    <a:pt x="587" y="83"/>
                    <a:pt x="589" y="87"/>
                  </a:cubicBezTo>
                  <a:cubicBezTo>
                    <a:pt x="590" y="92"/>
                    <a:pt x="589" y="97"/>
                    <a:pt x="584" y="99"/>
                  </a:cubicBezTo>
                  <a:cubicBezTo>
                    <a:pt x="577" y="102"/>
                    <a:pt x="571" y="105"/>
                    <a:pt x="564" y="108"/>
                  </a:cubicBezTo>
                  <a:cubicBezTo>
                    <a:pt x="563" y="108"/>
                    <a:pt x="561" y="109"/>
                    <a:pt x="560" y="109"/>
                  </a:cubicBezTo>
                  <a:close/>
                  <a:moveTo>
                    <a:pt x="607" y="88"/>
                  </a:moveTo>
                  <a:cubicBezTo>
                    <a:pt x="604" y="88"/>
                    <a:pt x="600" y="86"/>
                    <a:pt x="599" y="83"/>
                  </a:cubicBezTo>
                  <a:cubicBezTo>
                    <a:pt x="597" y="79"/>
                    <a:pt x="599" y="74"/>
                    <a:pt x="604" y="72"/>
                  </a:cubicBezTo>
                  <a:cubicBezTo>
                    <a:pt x="639" y="58"/>
                    <a:pt x="675" y="45"/>
                    <a:pt x="712" y="35"/>
                  </a:cubicBezTo>
                  <a:cubicBezTo>
                    <a:pt x="712" y="35"/>
                    <a:pt x="712" y="35"/>
                    <a:pt x="712" y="35"/>
                  </a:cubicBezTo>
                  <a:cubicBezTo>
                    <a:pt x="760" y="22"/>
                    <a:pt x="808" y="13"/>
                    <a:pt x="857" y="7"/>
                  </a:cubicBezTo>
                  <a:cubicBezTo>
                    <a:pt x="862" y="7"/>
                    <a:pt x="866" y="10"/>
                    <a:pt x="867" y="15"/>
                  </a:cubicBezTo>
                  <a:cubicBezTo>
                    <a:pt x="867" y="19"/>
                    <a:pt x="864" y="23"/>
                    <a:pt x="859" y="24"/>
                  </a:cubicBezTo>
                  <a:cubicBezTo>
                    <a:pt x="811" y="30"/>
                    <a:pt x="763" y="39"/>
                    <a:pt x="716" y="52"/>
                  </a:cubicBezTo>
                  <a:cubicBezTo>
                    <a:pt x="716" y="52"/>
                    <a:pt x="716" y="52"/>
                    <a:pt x="716" y="52"/>
                  </a:cubicBezTo>
                  <a:cubicBezTo>
                    <a:pt x="680" y="62"/>
                    <a:pt x="645" y="74"/>
                    <a:pt x="610" y="88"/>
                  </a:cubicBezTo>
                  <a:cubicBezTo>
                    <a:pt x="609" y="88"/>
                    <a:pt x="608" y="88"/>
                    <a:pt x="607" y="88"/>
                  </a:cubicBezTo>
                  <a:close/>
                  <a:moveTo>
                    <a:pt x="1244" y="59"/>
                  </a:moveTo>
                  <a:cubicBezTo>
                    <a:pt x="1243" y="59"/>
                    <a:pt x="1243" y="59"/>
                    <a:pt x="1242" y="59"/>
                  </a:cubicBezTo>
                  <a:cubicBezTo>
                    <a:pt x="1235" y="57"/>
                    <a:pt x="1227" y="55"/>
                    <a:pt x="1220" y="53"/>
                  </a:cubicBezTo>
                  <a:cubicBezTo>
                    <a:pt x="1216" y="51"/>
                    <a:pt x="1213" y="47"/>
                    <a:pt x="1214" y="42"/>
                  </a:cubicBezTo>
                  <a:cubicBezTo>
                    <a:pt x="1216" y="38"/>
                    <a:pt x="1220" y="35"/>
                    <a:pt x="1225" y="36"/>
                  </a:cubicBezTo>
                  <a:cubicBezTo>
                    <a:pt x="1232" y="38"/>
                    <a:pt x="1239" y="40"/>
                    <a:pt x="1247" y="43"/>
                  </a:cubicBezTo>
                  <a:cubicBezTo>
                    <a:pt x="1251" y="44"/>
                    <a:pt x="1254" y="49"/>
                    <a:pt x="1252" y="53"/>
                  </a:cubicBezTo>
                  <a:cubicBezTo>
                    <a:pt x="1251" y="57"/>
                    <a:pt x="1248" y="59"/>
                    <a:pt x="1244" y="59"/>
                  </a:cubicBezTo>
                  <a:close/>
                  <a:moveTo>
                    <a:pt x="1195" y="46"/>
                  </a:moveTo>
                  <a:cubicBezTo>
                    <a:pt x="1194" y="46"/>
                    <a:pt x="1194" y="46"/>
                    <a:pt x="1193" y="46"/>
                  </a:cubicBezTo>
                  <a:cubicBezTo>
                    <a:pt x="1146" y="34"/>
                    <a:pt x="1098" y="26"/>
                    <a:pt x="1050" y="22"/>
                  </a:cubicBezTo>
                  <a:cubicBezTo>
                    <a:pt x="1050" y="22"/>
                    <a:pt x="1049" y="22"/>
                    <a:pt x="1049" y="22"/>
                  </a:cubicBezTo>
                  <a:cubicBezTo>
                    <a:pt x="1012" y="18"/>
                    <a:pt x="975" y="17"/>
                    <a:pt x="937" y="18"/>
                  </a:cubicBezTo>
                  <a:cubicBezTo>
                    <a:pt x="937" y="18"/>
                    <a:pt x="937" y="18"/>
                    <a:pt x="937" y="18"/>
                  </a:cubicBezTo>
                  <a:cubicBezTo>
                    <a:pt x="933" y="18"/>
                    <a:pt x="929" y="15"/>
                    <a:pt x="929" y="10"/>
                  </a:cubicBezTo>
                  <a:cubicBezTo>
                    <a:pt x="929" y="5"/>
                    <a:pt x="932" y="1"/>
                    <a:pt x="937" y="1"/>
                  </a:cubicBezTo>
                  <a:cubicBezTo>
                    <a:pt x="975" y="0"/>
                    <a:pt x="1013" y="1"/>
                    <a:pt x="1051" y="5"/>
                  </a:cubicBezTo>
                  <a:cubicBezTo>
                    <a:pt x="1051" y="5"/>
                    <a:pt x="1051" y="5"/>
                    <a:pt x="1051" y="5"/>
                  </a:cubicBezTo>
                  <a:cubicBezTo>
                    <a:pt x="1100" y="9"/>
                    <a:pt x="1149" y="17"/>
                    <a:pt x="1197" y="29"/>
                  </a:cubicBezTo>
                  <a:cubicBezTo>
                    <a:pt x="1202" y="30"/>
                    <a:pt x="1205" y="35"/>
                    <a:pt x="1203" y="39"/>
                  </a:cubicBezTo>
                  <a:cubicBezTo>
                    <a:pt x="1202" y="43"/>
                    <a:pt x="1199" y="46"/>
                    <a:pt x="1195" y="46"/>
                  </a:cubicBezTo>
                  <a:close/>
                  <a:moveTo>
                    <a:pt x="886" y="21"/>
                  </a:moveTo>
                  <a:cubicBezTo>
                    <a:pt x="882" y="21"/>
                    <a:pt x="878" y="18"/>
                    <a:pt x="878" y="13"/>
                  </a:cubicBezTo>
                  <a:cubicBezTo>
                    <a:pt x="878" y="9"/>
                    <a:pt x="881" y="5"/>
                    <a:pt x="886" y="4"/>
                  </a:cubicBezTo>
                  <a:cubicBezTo>
                    <a:pt x="888" y="4"/>
                    <a:pt x="891" y="4"/>
                    <a:pt x="894" y="4"/>
                  </a:cubicBezTo>
                  <a:cubicBezTo>
                    <a:pt x="899" y="3"/>
                    <a:pt x="904" y="3"/>
                    <a:pt x="908" y="3"/>
                  </a:cubicBezTo>
                  <a:cubicBezTo>
                    <a:pt x="913" y="2"/>
                    <a:pt x="917" y="6"/>
                    <a:pt x="917" y="11"/>
                  </a:cubicBezTo>
                  <a:cubicBezTo>
                    <a:pt x="918" y="15"/>
                    <a:pt x="914" y="19"/>
                    <a:pt x="909" y="20"/>
                  </a:cubicBezTo>
                  <a:cubicBezTo>
                    <a:pt x="905" y="20"/>
                    <a:pt x="900" y="20"/>
                    <a:pt x="895" y="21"/>
                  </a:cubicBezTo>
                  <a:cubicBezTo>
                    <a:pt x="892" y="21"/>
                    <a:pt x="890" y="21"/>
                    <a:pt x="887" y="21"/>
                  </a:cubicBezTo>
                  <a:cubicBezTo>
                    <a:pt x="887" y="21"/>
                    <a:pt x="887" y="21"/>
                    <a:pt x="886" y="2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49F668A-44DF-4F4C-8060-6CD38A55DF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28032" y="1308652"/>
              <a:ext cx="3935937" cy="3935937"/>
            </a:xfrm>
            <a:custGeom>
              <a:avLst/>
              <a:gdLst>
                <a:gd name="T0" fmla="*/ 931 w 1861"/>
                <a:gd name="T1" fmla="*/ 1843 h 1860"/>
                <a:gd name="T2" fmla="*/ 1074 w 1861"/>
                <a:gd name="T3" fmla="*/ 1849 h 1860"/>
                <a:gd name="T4" fmla="*/ 867 w 1861"/>
                <a:gd name="T5" fmla="*/ 1850 h 1860"/>
                <a:gd name="T6" fmla="*/ 790 w 1861"/>
                <a:gd name="T7" fmla="*/ 1850 h 1860"/>
                <a:gd name="T8" fmla="*/ 629 w 1861"/>
                <a:gd name="T9" fmla="*/ 1792 h 1860"/>
                <a:gd name="T10" fmla="*/ 1148 w 1861"/>
                <a:gd name="T11" fmla="*/ 1826 h 1860"/>
                <a:gd name="T12" fmla="*/ 1176 w 1861"/>
                <a:gd name="T13" fmla="*/ 1812 h 1860"/>
                <a:gd name="T14" fmla="*/ 1356 w 1861"/>
                <a:gd name="T15" fmla="*/ 1757 h 1860"/>
                <a:gd name="T16" fmla="*/ 597 w 1861"/>
                <a:gd name="T17" fmla="*/ 1798 h 1860"/>
                <a:gd name="T18" fmla="*/ 571 w 1861"/>
                <a:gd name="T19" fmla="*/ 1788 h 1860"/>
                <a:gd name="T20" fmla="*/ 577 w 1861"/>
                <a:gd name="T21" fmla="*/ 1772 h 1860"/>
                <a:gd name="T22" fmla="*/ 1423 w 1861"/>
                <a:gd name="T23" fmla="*/ 1710 h 1860"/>
                <a:gd name="T24" fmla="*/ 1605 w 1861"/>
                <a:gd name="T25" fmla="*/ 1547 h 1860"/>
                <a:gd name="T26" fmla="*/ 350 w 1861"/>
                <a:gd name="T27" fmla="*/ 1657 h 1860"/>
                <a:gd name="T28" fmla="*/ 328 w 1861"/>
                <a:gd name="T29" fmla="*/ 1639 h 1860"/>
                <a:gd name="T30" fmla="*/ 340 w 1861"/>
                <a:gd name="T31" fmla="*/ 1638 h 1860"/>
                <a:gd name="T32" fmla="*/ 1636 w 1861"/>
                <a:gd name="T33" fmla="*/ 1537 h 1860"/>
                <a:gd name="T34" fmla="*/ 1759 w 1861"/>
                <a:gd name="T35" fmla="*/ 1314 h 1860"/>
                <a:gd name="T36" fmla="*/ 158 w 1861"/>
                <a:gd name="T37" fmla="*/ 1448 h 1860"/>
                <a:gd name="T38" fmla="*/ 170 w 1861"/>
                <a:gd name="T39" fmla="*/ 1450 h 1860"/>
                <a:gd name="T40" fmla="*/ 128 w 1861"/>
                <a:gd name="T41" fmla="*/ 1366 h 1860"/>
                <a:gd name="T42" fmla="*/ 14 w 1861"/>
                <a:gd name="T43" fmla="*/ 1086 h 1860"/>
                <a:gd name="T44" fmla="*/ 84 w 1861"/>
                <a:gd name="T45" fmla="*/ 1303 h 1860"/>
                <a:gd name="T46" fmla="*/ 1789 w 1861"/>
                <a:gd name="T47" fmla="*/ 1274 h 1860"/>
                <a:gd name="T48" fmla="*/ 1846 w 1861"/>
                <a:gd name="T49" fmla="*/ 1039 h 1860"/>
                <a:gd name="T50" fmla="*/ 18 w 1861"/>
                <a:gd name="T51" fmla="*/ 1065 h 1860"/>
                <a:gd name="T52" fmla="*/ 18 w 1861"/>
                <a:gd name="T53" fmla="*/ 1065 h 1860"/>
                <a:gd name="T54" fmla="*/ 19 w 1861"/>
                <a:gd name="T55" fmla="*/ 795 h 1860"/>
                <a:gd name="T56" fmla="*/ 15 w 1861"/>
                <a:gd name="T57" fmla="*/ 1037 h 1860"/>
                <a:gd name="T58" fmla="*/ 1848 w 1861"/>
                <a:gd name="T59" fmla="*/ 1027 h 1860"/>
                <a:gd name="T60" fmla="*/ 1838 w 1861"/>
                <a:gd name="T61" fmla="*/ 822 h 1860"/>
                <a:gd name="T62" fmla="*/ 1861 w 1861"/>
                <a:gd name="T63" fmla="*/ 930 h 1860"/>
                <a:gd name="T64" fmla="*/ 24 w 1861"/>
                <a:gd name="T65" fmla="*/ 767 h 1860"/>
                <a:gd name="T66" fmla="*/ 26 w 1861"/>
                <a:gd name="T67" fmla="*/ 756 h 1860"/>
                <a:gd name="T68" fmla="*/ 107 w 1861"/>
                <a:gd name="T69" fmla="*/ 537 h 1860"/>
                <a:gd name="T70" fmla="*/ 1824 w 1861"/>
                <a:gd name="T71" fmla="*/ 739 h 1860"/>
                <a:gd name="T72" fmla="*/ 1763 w 1861"/>
                <a:gd name="T73" fmla="*/ 553 h 1860"/>
                <a:gd name="T74" fmla="*/ 1834 w 1861"/>
                <a:gd name="T75" fmla="*/ 708 h 1860"/>
                <a:gd name="T76" fmla="*/ 104 w 1861"/>
                <a:gd name="T77" fmla="*/ 504 h 1860"/>
                <a:gd name="T78" fmla="*/ 121 w 1861"/>
                <a:gd name="T79" fmla="*/ 490 h 1860"/>
                <a:gd name="T80" fmla="*/ 161 w 1861"/>
                <a:gd name="T81" fmla="*/ 439 h 1860"/>
                <a:gd name="T82" fmla="*/ 1736 w 1861"/>
                <a:gd name="T83" fmla="*/ 482 h 1860"/>
                <a:gd name="T84" fmla="*/ 1569 w 1861"/>
                <a:gd name="T85" fmla="*/ 273 h 1860"/>
                <a:gd name="T86" fmla="*/ 1717 w 1861"/>
                <a:gd name="T87" fmla="*/ 459 h 1860"/>
                <a:gd name="T88" fmla="*/ 284 w 1861"/>
                <a:gd name="T89" fmla="*/ 286 h 1860"/>
                <a:gd name="T90" fmla="*/ 334 w 1861"/>
                <a:gd name="T91" fmla="*/ 216 h 1860"/>
                <a:gd name="T92" fmla="*/ 345 w 1861"/>
                <a:gd name="T93" fmla="*/ 229 h 1860"/>
                <a:gd name="T94" fmla="*/ 1562 w 1861"/>
                <a:gd name="T95" fmla="*/ 247 h 1860"/>
                <a:gd name="T96" fmla="*/ 1341 w 1861"/>
                <a:gd name="T97" fmla="*/ 105 h 1860"/>
                <a:gd name="T98" fmla="*/ 1544 w 1861"/>
                <a:gd name="T99" fmla="*/ 234 h 1860"/>
                <a:gd name="T100" fmla="*/ 512 w 1861"/>
                <a:gd name="T101" fmla="*/ 109 h 1860"/>
                <a:gd name="T102" fmla="*/ 526 w 1861"/>
                <a:gd name="T103" fmla="*/ 93 h 1860"/>
                <a:gd name="T104" fmla="*/ 550 w 1861"/>
                <a:gd name="T105" fmla="*/ 100 h 1860"/>
                <a:gd name="T106" fmla="*/ 1327 w 1861"/>
                <a:gd name="T107" fmla="*/ 89 h 1860"/>
                <a:gd name="T108" fmla="*/ 1079 w 1861"/>
                <a:gd name="T109" fmla="*/ 29 h 1860"/>
                <a:gd name="T110" fmla="*/ 1301 w 1861"/>
                <a:gd name="T111" fmla="*/ 77 h 1860"/>
                <a:gd name="T112" fmla="*/ 770 w 1861"/>
                <a:gd name="T113" fmla="*/ 14 h 1860"/>
                <a:gd name="T114" fmla="*/ 798 w 1861"/>
                <a:gd name="T115" fmla="*/ 10 h 1860"/>
                <a:gd name="T116" fmla="*/ 1024 w 1861"/>
                <a:gd name="T117" fmla="*/ 22 h 1860"/>
                <a:gd name="T118" fmla="*/ 1053 w 1861"/>
                <a:gd name="T119" fmla="*/ 25 h 1860"/>
                <a:gd name="T120" fmla="*/ 1061 w 1861"/>
                <a:gd name="T121" fmla="*/ 18 h 1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61" h="1860">
                  <a:moveTo>
                    <a:pt x="931" y="1860"/>
                  </a:moveTo>
                  <a:cubicBezTo>
                    <a:pt x="922" y="1860"/>
                    <a:pt x="912" y="1860"/>
                    <a:pt x="903" y="1860"/>
                  </a:cubicBezTo>
                  <a:cubicBezTo>
                    <a:pt x="901" y="1860"/>
                    <a:pt x="899" y="1859"/>
                    <a:pt x="897" y="1857"/>
                  </a:cubicBezTo>
                  <a:cubicBezTo>
                    <a:pt x="896" y="1856"/>
                    <a:pt x="895" y="1854"/>
                    <a:pt x="895" y="1851"/>
                  </a:cubicBezTo>
                  <a:cubicBezTo>
                    <a:pt x="895" y="1847"/>
                    <a:pt x="899" y="1843"/>
                    <a:pt x="904" y="1843"/>
                  </a:cubicBezTo>
                  <a:cubicBezTo>
                    <a:pt x="904" y="1843"/>
                    <a:pt x="904" y="1843"/>
                    <a:pt x="904" y="1843"/>
                  </a:cubicBezTo>
                  <a:cubicBezTo>
                    <a:pt x="913" y="1843"/>
                    <a:pt x="922" y="1843"/>
                    <a:pt x="931" y="1843"/>
                  </a:cubicBezTo>
                  <a:cubicBezTo>
                    <a:pt x="958" y="1843"/>
                    <a:pt x="985" y="1842"/>
                    <a:pt x="1011" y="1840"/>
                  </a:cubicBezTo>
                  <a:cubicBezTo>
                    <a:pt x="1031" y="1838"/>
                    <a:pt x="1052" y="1836"/>
                    <a:pt x="1071" y="1833"/>
                  </a:cubicBezTo>
                  <a:cubicBezTo>
                    <a:pt x="1072" y="1833"/>
                    <a:pt x="1072" y="1833"/>
                    <a:pt x="1072" y="1833"/>
                  </a:cubicBezTo>
                  <a:cubicBezTo>
                    <a:pt x="1090" y="1830"/>
                    <a:pt x="1108" y="1826"/>
                    <a:pt x="1126" y="1822"/>
                  </a:cubicBezTo>
                  <a:cubicBezTo>
                    <a:pt x="1131" y="1821"/>
                    <a:pt x="1136" y="1824"/>
                    <a:pt x="1137" y="1829"/>
                  </a:cubicBezTo>
                  <a:cubicBezTo>
                    <a:pt x="1138" y="1833"/>
                    <a:pt x="1135" y="1838"/>
                    <a:pt x="1130" y="1839"/>
                  </a:cubicBezTo>
                  <a:cubicBezTo>
                    <a:pt x="1112" y="1843"/>
                    <a:pt x="1093" y="1846"/>
                    <a:pt x="1074" y="1849"/>
                  </a:cubicBezTo>
                  <a:cubicBezTo>
                    <a:pt x="1074" y="1849"/>
                    <a:pt x="1074" y="1849"/>
                    <a:pt x="1074" y="1849"/>
                  </a:cubicBezTo>
                  <a:cubicBezTo>
                    <a:pt x="1074" y="1849"/>
                    <a:pt x="1074" y="1849"/>
                    <a:pt x="1074" y="1849"/>
                  </a:cubicBezTo>
                  <a:cubicBezTo>
                    <a:pt x="1054" y="1853"/>
                    <a:pt x="1033" y="1855"/>
                    <a:pt x="1013" y="1857"/>
                  </a:cubicBezTo>
                  <a:cubicBezTo>
                    <a:pt x="986" y="1859"/>
                    <a:pt x="958" y="1860"/>
                    <a:pt x="931" y="1860"/>
                  </a:cubicBezTo>
                  <a:close/>
                  <a:moveTo>
                    <a:pt x="875" y="1859"/>
                  </a:moveTo>
                  <a:cubicBezTo>
                    <a:pt x="875" y="1859"/>
                    <a:pt x="875" y="1859"/>
                    <a:pt x="875" y="1859"/>
                  </a:cubicBezTo>
                  <a:cubicBezTo>
                    <a:pt x="870" y="1858"/>
                    <a:pt x="867" y="1854"/>
                    <a:pt x="867" y="1850"/>
                  </a:cubicBezTo>
                  <a:cubicBezTo>
                    <a:pt x="867" y="1845"/>
                    <a:pt x="871" y="1841"/>
                    <a:pt x="876" y="1842"/>
                  </a:cubicBezTo>
                  <a:cubicBezTo>
                    <a:pt x="878" y="1842"/>
                    <a:pt x="880" y="1843"/>
                    <a:pt x="882" y="1845"/>
                  </a:cubicBezTo>
                  <a:cubicBezTo>
                    <a:pt x="883" y="1846"/>
                    <a:pt x="884" y="1849"/>
                    <a:pt x="884" y="1851"/>
                  </a:cubicBezTo>
                  <a:cubicBezTo>
                    <a:pt x="884" y="1855"/>
                    <a:pt x="880" y="1859"/>
                    <a:pt x="875" y="1859"/>
                  </a:cubicBezTo>
                  <a:close/>
                  <a:moveTo>
                    <a:pt x="847" y="1857"/>
                  </a:moveTo>
                  <a:cubicBezTo>
                    <a:pt x="847" y="1857"/>
                    <a:pt x="847" y="1857"/>
                    <a:pt x="846" y="1857"/>
                  </a:cubicBezTo>
                  <a:cubicBezTo>
                    <a:pt x="828" y="1855"/>
                    <a:pt x="809" y="1852"/>
                    <a:pt x="790" y="1850"/>
                  </a:cubicBezTo>
                  <a:cubicBezTo>
                    <a:pt x="745" y="1843"/>
                    <a:pt x="700" y="1832"/>
                    <a:pt x="657" y="1819"/>
                  </a:cubicBezTo>
                  <a:cubicBezTo>
                    <a:pt x="646" y="1816"/>
                    <a:pt x="635" y="1812"/>
                    <a:pt x="624" y="1808"/>
                  </a:cubicBezTo>
                  <a:cubicBezTo>
                    <a:pt x="623" y="1808"/>
                    <a:pt x="623" y="1808"/>
                    <a:pt x="623" y="1808"/>
                  </a:cubicBezTo>
                  <a:cubicBezTo>
                    <a:pt x="623" y="1808"/>
                    <a:pt x="623" y="1808"/>
                    <a:pt x="623" y="1808"/>
                  </a:cubicBezTo>
                  <a:cubicBezTo>
                    <a:pt x="621" y="1807"/>
                    <a:pt x="620" y="1806"/>
                    <a:pt x="619" y="1804"/>
                  </a:cubicBezTo>
                  <a:cubicBezTo>
                    <a:pt x="618" y="1802"/>
                    <a:pt x="618" y="1800"/>
                    <a:pt x="619" y="1797"/>
                  </a:cubicBezTo>
                  <a:cubicBezTo>
                    <a:pt x="620" y="1793"/>
                    <a:pt x="625" y="1791"/>
                    <a:pt x="629" y="1792"/>
                  </a:cubicBezTo>
                  <a:cubicBezTo>
                    <a:pt x="640" y="1796"/>
                    <a:pt x="651" y="1800"/>
                    <a:pt x="662" y="1803"/>
                  </a:cubicBezTo>
                  <a:cubicBezTo>
                    <a:pt x="704" y="1816"/>
                    <a:pt x="748" y="1826"/>
                    <a:pt x="792" y="1833"/>
                  </a:cubicBezTo>
                  <a:cubicBezTo>
                    <a:pt x="811" y="1836"/>
                    <a:pt x="829" y="1838"/>
                    <a:pt x="848" y="1840"/>
                  </a:cubicBezTo>
                  <a:cubicBezTo>
                    <a:pt x="853" y="1840"/>
                    <a:pt x="856" y="1844"/>
                    <a:pt x="856" y="1849"/>
                  </a:cubicBezTo>
                  <a:cubicBezTo>
                    <a:pt x="855" y="1853"/>
                    <a:pt x="852" y="1857"/>
                    <a:pt x="847" y="1857"/>
                  </a:cubicBezTo>
                  <a:close/>
                  <a:moveTo>
                    <a:pt x="1156" y="1832"/>
                  </a:moveTo>
                  <a:cubicBezTo>
                    <a:pt x="1152" y="1832"/>
                    <a:pt x="1149" y="1830"/>
                    <a:pt x="1148" y="1826"/>
                  </a:cubicBezTo>
                  <a:cubicBezTo>
                    <a:pt x="1146" y="1822"/>
                    <a:pt x="1149" y="1817"/>
                    <a:pt x="1154" y="1816"/>
                  </a:cubicBezTo>
                  <a:cubicBezTo>
                    <a:pt x="1158" y="1815"/>
                    <a:pt x="1163" y="1817"/>
                    <a:pt x="1164" y="1822"/>
                  </a:cubicBezTo>
                  <a:cubicBezTo>
                    <a:pt x="1165" y="1826"/>
                    <a:pt x="1162" y="1831"/>
                    <a:pt x="1158" y="1832"/>
                  </a:cubicBezTo>
                  <a:cubicBezTo>
                    <a:pt x="1157" y="1832"/>
                    <a:pt x="1157" y="1832"/>
                    <a:pt x="1156" y="1832"/>
                  </a:cubicBezTo>
                  <a:close/>
                  <a:moveTo>
                    <a:pt x="1183" y="1825"/>
                  </a:moveTo>
                  <a:cubicBezTo>
                    <a:pt x="1179" y="1825"/>
                    <a:pt x="1176" y="1823"/>
                    <a:pt x="1175" y="1819"/>
                  </a:cubicBezTo>
                  <a:cubicBezTo>
                    <a:pt x="1174" y="1817"/>
                    <a:pt x="1175" y="1814"/>
                    <a:pt x="1176" y="1812"/>
                  </a:cubicBezTo>
                  <a:cubicBezTo>
                    <a:pt x="1177" y="1811"/>
                    <a:pt x="1179" y="1809"/>
                    <a:pt x="1181" y="1808"/>
                  </a:cubicBezTo>
                  <a:cubicBezTo>
                    <a:pt x="1235" y="1793"/>
                    <a:pt x="1287" y="1773"/>
                    <a:pt x="1337" y="1748"/>
                  </a:cubicBezTo>
                  <a:cubicBezTo>
                    <a:pt x="1341" y="1746"/>
                    <a:pt x="1345" y="1744"/>
                    <a:pt x="1348" y="1742"/>
                  </a:cubicBezTo>
                  <a:cubicBezTo>
                    <a:pt x="1361" y="1735"/>
                    <a:pt x="1374" y="1728"/>
                    <a:pt x="1387" y="1721"/>
                  </a:cubicBezTo>
                  <a:cubicBezTo>
                    <a:pt x="1391" y="1719"/>
                    <a:pt x="1396" y="1720"/>
                    <a:pt x="1398" y="1724"/>
                  </a:cubicBezTo>
                  <a:cubicBezTo>
                    <a:pt x="1401" y="1728"/>
                    <a:pt x="1399" y="1734"/>
                    <a:pt x="1395" y="1736"/>
                  </a:cubicBezTo>
                  <a:cubicBezTo>
                    <a:pt x="1383" y="1743"/>
                    <a:pt x="1369" y="1750"/>
                    <a:pt x="1356" y="1757"/>
                  </a:cubicBezTo>
                  <a:cubicBezTo>
                    <a:pt x="1352" y="1759"/>
                    <a:pt x="1349" y="1761"/>
                    <a:pt x="1345" y="1763"/>
                  </a:cubicBezTo>
                  <a:cubicBezTo>
                    <a:pt x="1345" y="1763"/>
                    <a:pt x="1345" y="1763"/>
                    <a:pt x="1345" y="1763"/>
                  </a:cubicBezTo>
                  <a:cubicBezTo>
                    <a:pt x="1345" y="1763"/>
                    <a:pt x="1345" y="1763"/>
                    <a:pt x="1344" y="1763"/>
                  </a:cubicBezTo>
                  <a:cubicBezTo>
                    <a:pt x="1294" y="1788"/>
                    <a:pt x="1240" y="1809"/>
                    <a:pt x="1185" y="1825"/>
                  </a:cubicBezTo>
                  <a:cubicBezTo>
                    <a:pt x="1185" y="1825"/>
                    <a:pt x="1184" y="1825"/>
                    <a:pt x="1183" y="1825"/>
                  </a:cubicBezTo>
                  <a:close/>
                  <a:moveTo>
                    <a:pt x="600" y="1799"/>
                  </a:moveTo>
                  <a:cubicBezTo>
                    <a:pt x="599" y="1799"/>
                    <a:pt x="598" y="1799"/>
                    <a:pt x="597" y="1798"/>
                  </a:cubicBezTo>
                  <a:cubicBezTo>
                    <a:pt x="595" y="1798"/>
                    <a:pt x="593" y="1796"/>
                    <a:pt x="592" y="1794"/>
                  </a:cubicBezTo>
                  <a:cubicBezTo>
                    <a:pt x="591" y="1792"/>
                    <a:pt x="591" y="1790"/>
                    <a:pt x="592" y="1787"/>
                  </a:cubicBezTo>
                  <a:cubicBezTo>
                    <a:pt x="594" y="1783"/>
                    <a:pt x="599" y="1781"/>
                    <a:pt x="603" y="1783"/>
                  </a:cubicBezTo>
                  <a:cubicBezTo>
                    <a:pt x="607" y="1784"/>
                    <a:pt x="610" y="1789"/>
                    <a:pt x="608" y="1793"/>
                  </a:cubicBezTo>
                  <a:cubicBezTo>
                    <a:pt x="607" y="1797"/>
                    <a:pt x="604" y="1799"/>
                    <a:pt x="600" y="1799"/>
                  </a:cubicBezTo>
                  <a:close/>
                  <a:moveTo>
                    <a:pt x="574" y="1788"/>
                  </a:moveTo>
                  <a:cubicBezTo>
                    <a:pt x="573" y="1788"/>
                    <a:pt x="572" y="1788"/>
                    <a:pt x="571" y="1788"/>
                  </a:cubicBezTo>
                  <a:cubicBezTo>
                    <a:pt x="553" y="1780"/>
                    <a:pt x="536" y="1772"/>
                    <a:pt x="519" y="1764"/>
                  </a:cubicBezTo>
                  <a:cubicBezTo>
                    <a:pt x="467" y="1739"/>
                    <a:pt x="418" y="1709"/>
                    <a:pt x="373" y="1675"/>
                  </a:cubicBezTo>
                  <a:cubicBezTo>
                    <a:pt x="373" y="1675"/>
                    <a:pt x="373" y="1675"/>
                    <a:pt x="373" y="1675"/>
                  </a:cubicBezTo>
                  <a:cubicBezTo>
                    <a:pt x="369" y="1672"/>
                    <a:pt x="368" y="1666"/>
                    <a:pt x="371" y="1663"/>
                  </a:cubicBezTo>
                  <a:cubicBezTo>
                    <a:pt x="374" y="1659"/>
                    <a:pt x="379" y="1658"/>
                    <a:pt x="383" y="1661"/>
                  </a:cubicBezTo>
                  <a:cubicBezTo>
                    <a:pt x="428" y="1694"/>
                    <a:pt x="476" y="1724"/>
                    <a:pt x="526" y="1749"/>
                  </a:cubicBezTo>
                  <a:cubicBezTo>
                    <a:pt x="543" y="1757"/>
                    <a:pt x="560" y="1765"/>
                    <a:pt x="577" y="1772"/>
                  </a:cubicBezTo>
                  <a:cubicBezTo>
                    <a:pt x="581" y="1774"/>
                    <a:pt x="583" y="1779"/>
                    <a:pt x="582" y="1783"/>
                  </a:cubicBezTo>
                  <a:cubicBezTo>
                    <a:pt x="580" y="1786"/>
                    <a:pt x="577" y="1788"/>
                    <a:pt x="574" y="1788"/>
                  </a:cubicBezTo>
                  <a:close/>
                  <a:moveTo>
                    <a:pt x="1415" y="1723"/>
                  </a:moveTo>
                  <a:cubicBezTo>
                    <a:pt x="1412" y="1723"/>
                    <a:pt x="1410" y="1721"/>
                    <a:pt x="1408" y="1719"/>
                  </a:cubicBezTo>
                  <a:cubicBezTo>
                    <a:pt x="1407" y="1717"/>
                    <a:pt x="1407" y="1714"/>
                    <a:pt x="1407" y="1712"/>
                  </a:cubicBezTo>
                  <a:cubicBezTo>
                    <a:pt x="1408" y="1710"/>
                    <a:pt x="1409" y="1708"/>
                    <a:pt x="1411" y="1707"/>
                  </a:cubicBezTo>
                  <a:cubicBezTo>
                    <a:pt x="1415" y="1704"/>
                    <a:pt x="1420" y="1706"/>
                    <a:pt x="1423" y="1710"/>
                  </a:cubicBezTo>
                  <a:cubicBezTo>
                    <a:pt x="1425" y="1714"/>
                    <a:pt x="1424" y="1719"/>
                    <a:pt x="1420" y="1721"/>
                  </a:cubicBezTo>
                  <a:cubicBezTo>
                    <a:pt x="1418" y="1722"/>
                    <a:pt x="1417" y="1723"/>
                    <a:pt x="1415" y="1723"/>
                  </a:cubicBezTo>
                  <a:close/>
                  <a:moveTo>
                    <a:pt x="1439" y="1707"/>
                  </a:moveTo>
                  <a:cubicBezTo>
                    <a:pt x="1436" y="1707"/>
                    <a:pt x="1434" y="1706"/>
                    <a:pt x="1432" y="1704"/>
                  </a:cubicBezTo>
                  <a:cubicBezTo>
                    <a:pt x="1429" y="1700"/>
                    <a:pt x="1431" y="1694"/>
                    <a:pt x="1434" y="1692"/>
                  </a:cubicBezTo>
                  <a:cubicBezTo>
                    <a:pt x="1481" y="1661"/>
                    <a:pt x="1525" y="1626"/>
                    <a:pt x="1566" y="1587"/>
                  </a:cubicBezTo>
                  <a:cubicBezTo>
                    <a:pt x="1579" y="1574"/>
                    <a:pt x="1592" y="1560"/>
                    <a:pt x="1605" y="1547"/>
                  </a:cubicBezTo>
                  <a:cubicBezTo>
                    <a:pt x="1608" y="1543"/>
                    <a:pt x="1613" y="1543"/>
                    <a:pt x="1617" y="1546"/>
                  </a:cubicBezTo>
                  <a:cubicBezTo>
                    <a:pt x="1620" y="1549"/>
                    <a:pt x="1620" y="1555"/>
                    <a:pt x="1617" y="1558"/>
                  </a:cubicBezTo>
                  <a:cubicBezTo>
                    <a:pt x="1604" y="1572"/>
                    <a:pt x="1591" y="1586"/>
                    <a:pt x="1577" y="1599"/>
                  </a:cubicBezTo>
                  <a:cubicBezTo>
                    <a:pt x="1536" y="1639"/>
                    <a:pt x="1491" y="1675"/>
                    <a:pt x="1444" y="1706"/>
                  </a:cubicBezTo>
                  <a:cubicBezTo>
                    <a:pt x="1442" y="1707"/>
                    <a:pt x="1441" y="1707"/>
                    <a:pt x="1439" y="1707"/>
                  </a:cubicBezTo>
                  <a:close/>
                  <a:moveTo>
                    <a:pt x="356" y="1659"/>
                  </a:moveTo>
                  <a:cubicBezTo>
                    <a:pt x="354" y="1659"/>
                    <a:pt x="352" y="1658"/>
                    <a:pt x="350" y="1657"/>
                  </a:cubicBezTo>
                  <a:cubicBezTo>
                    <a:pt x="348" y="1656"/>
                    <a:pt x="347" y="1654"/>
                    <a:pt x="347" y="1651"/>
                  </a:cubicBezTo>
                  <a:cubicBezTo>
                    <a:pt x="347" y="1649"/>
                    <a:pt x="347" y="1647"/>
                    <a:pt x="349" y="1645"/>
                  </a:cubicBezTo>
                  <a:cubicBezTo>
                    <a:pt x="352" y="1642"/>
                    <a:pt x="357" y="1641"/>
                    <a:pt x="361" y="1644"/>
                  </a:cubicBezTo>
                  <a:cubicBezTo>
                    <a:pt x="364" y="1647"/>
                    <a:pt x="365" y="1652"/>
                    <a:pt x="362" y="1656"/>
                  </a:cubicBezTo>
                  <a:cubicBezTo>
                    <a:pt x="361" y="1658"/>
                    <a:pt x="358" y="1659"/>
                    <a:pt x="356" y="1659"/>
                  </a:cubicBezTo>
                  <a:close/>
                  <a:moveTo>
                    <a:pt x="334" y="1641"/>
                  </a:moveTo>
                  <a:cubicBezTo>
                    <a:pt x="332" y="1641"/>
                    <a:pt x="330" y="1640"/>
                    <a:pt x="328" y="1639"/>
                  </a:cubicBezTo>
                  <a:cubicBezTo>
                    <a:pt x="314" y="1627"/>
                    <a:pt x="300" y="1614"/>
                    <a:pt x="286" y="1601"/>
                  </a:cubicBezTo>
                  <a:cubicBezTo>
                    <a:pt x="245" y="1561"/>
                    <a:pt x="207" y="1518"/>
                    <a:pt x="174" y="1471"/>
                  </a:cubicBezTo>
                  <a:cubicBezTo>
                    <a:pt x="171" y="1467"/>
                    <a:pt x="172" y="1462"/>
                    <a:pt x="176" y="1459"/>
                  </a:cubicBezTo>
                  <a:cubicBezTo>
                    <a:pt x="180" y="1457"/>
                    <a:pt x="185" y="1458"/>
                    <a:pt x="188" y="1461"/>
                  </a:cubicBezTo>
                  <a:cubicBezTo>
                    <a:pt x="220" y="1507"/>
                    <a:pt x="257" y="1550"/>
                    <a:pt x="298" y="1588"/>
                  </a:cubicBezTo>
                  <a:cubicBezTo>
                    <a:pt x="311" y="1601"/>
                    <a:pt x="325" y="1614"/>
                    <a:pt x="339" y="1626"/>
                  </a:cubicBezTo>
                  <a:cubicBezTo>
                    <a:pt x="343" y="1629"/>
                    <a:pt x="343" y="1634"/>
                    <a:pt x="340" y="1638"/>
                  </a:cubicBezTo>
                  <a:cubicBezTo>
                    <a:pt x="339" y="1640"/>
                    <a:pt x="336" y="1641"/>
                    <a:pt x="334" y="1641"/>
                  </a:cubicBezTo>
                  <a:close/>
                  <a:moveTo>
                    <a:pt x="1630" y="1540"/>
                  </a:moveTo>
                  <a:cubicBezTo>
                    <a:pt x="1628" y="1540"/>
                    <a:pt x="1626" y="1539"/>
                    <a:pt x="1624" y="1538"/>
                  </a:cubicBezTo>
                  <a:cubicBezTo>
                    <a:pt x="1621" y="1535"/>
                    <a:pt x="1620" y="1529"/>
                    <a:pt x="1623" y="1526"/>
                  </a:cubicBezTo>
                  <a:cubicBezTo>
                    <a:pt x="1626" y="1522"/>
                    <a:pt x="1632" y="1522"/>
                    <a:pt x="1635" y="1525"/>
                  </a:cubicBezTo>
                  <a:cubicBezTo>
                    <a:pt x="1637" y="1526"/>
                    <a:pt x="1638" y="1528"/>
                    <a:pt x="1638" y="1531"/>
                  </a:cubicBezTo>
                  <a:cubicBezTo>
                    <a:pt x="1638" y="1533"/>
                    <a:pt x="1638" y="1535"/>
                    <a:pt x="1636" y="1537"/>
                  </a:cubicBezTo>
                  <a:cubicBezTo>
                    <a:pt x="1634" y="1539"/>
                    <a:pt x="1632" y="1540"/>
                    <a:pt x="1630" y="1540"/>
                  </a:cubicBezTo>
                  <a:close/>
                  <a:moveTo>
                    <a:pt x="1648" y="1518"/>
                  </a:moveTo>
                  <a:cubicBezTo>
                    <a:pt x="1646" y="1518"/>
                    <a:pt x="1644" y="1517"/>
                    <a:pt x="1642" y="1516"/>
                  </a:cubicBezTo>
                  <a:cubicBezTo>
                    <a:pt x="1641" y="1515"/>
                    <a:pt x="1640" y="1513"/>
                    <a:pt x="1639" y="1510"/>
                  </a:cubicBezTo>
                  <a:cubicBezTo>
                    <a:pt x="1639" y="1508"/>
                    <a:pt x="1640" y="1506"/>
                    <a:pt x="1641" y="1504"/>
                  </a:cubicBezTo>
                  <a:cubicBezTo>
                    <a:pt x="1676" y="1461"/>
                    <a:pt x="1707" y="1414"/>
                    <a:pt x="1734" y="1364"/>
                  </a:cubicBezTo>
                  <a:cubicBezTo>
                    <a:pt x="1743" y="1348"/>
                    <a:pt x="1751" y="1331"/>
                    <a:pt x="1759" y="1314"/>
                  </a:cubicBezTo>
                  <a:cubicBezTo>
                    <a:pt x="1761" y="1310"/>
                    <a:pt x="1766" y="1308"/>
                    <a:pt x="1770" y="1310"/>
                  </a:cubicBezTo>
                  <a:cubicBezTo>
                    <a:pt x="1775" y="1312"/>
                    <a:pt x="1776" y="1317"/>
                    <a:pt x="1775" y="1321"/>
                  </a:cubicBezTo>
                  <a:cubicBezTo>
                    <a:pt x="1767" y="1338"/>
                    <a:pt x="1758" y="1356"/>
                    <a:pt x="1749" y="1372"/>
                  </a:cubicBezTo>
                  <a:cubicBezTo>
                    <a:pt x="1722" y="1423"/>
                    <a:pt x="1690" y="1471"/>
                    <a:pt x="1654" y="1515"/>
                  </a:cubicBezTo>
                  <a:cubicBezTo>
                    <a:pt x="1653" y="1517"/>
                    <a:pt x="1650" y="1518"/>
                    <a:pt x="1648" y="1518"/>
                  </a:cubicBezTo>
                  <a:close/>
                  <a:moveTo>
                    <a:pt x="165" y="1452"/>
                  </a:moveTo>
                  <a:cubicBezTo>
                    <a:pt x="162" y="1452"/>
                    <a:pt x="159" y="1450"/>
                    <a:pt x="158" y="1448"/>
                  </a:cubicBezTo>
                  <a:cubicBezTo>
                    <a:pt x="158" y="1448"/>
                    <a:pt x="158" y="1448"/>
                    <a:pt x="158" y="1448"/>
                  </a:cubicBezTo>
                  <a:cubicBezTo>
                    <a:pt x="158" y="1448"/>
                    <a:pt x="158" y="1448"/>
                    <a:pt x="158" y="1448"/>
                  </a:cubicBezTo>
                  <a:cubicBezTo>
                    <a:pt x="157" y="1446"/>
                    <a:pt x="156" y="1444"/>
                    <a:pt x="157" y="1441"/>
                  </a:cubicBezTo>
                  <a:cubicBezTo>
                    <a:pt x="157" y="1439"/>
                    <a:pt x="158" y="1437"/>
                    <a:pt x="160" y="1436"/>
                  </a:cubicBezTo>
                  <a:cubicBezTo>
                    <a:pt x="164" y="1434"/>
                    <a:pt x="169" y="1435"/>
                    <a:pt x="172" y="1438"/>
                  </a:cubicBezTo>
                  <a:cubicBezTo>
                    <a:pt x="172" y="1438"/>
                    <a:pt x="172" y="1438"/>
                    <a:pt x="172" y="1438"/>
                  </a:cubicBezTo>
                  <a:cubicBezTo>
                    <a:pt x="175" y="1442"/>
                    <a:pt x="173" y="1448"/>
                    <a:pt x="170" y="1450"/>
                  </a:cubicBezTo>
                  <a:cubicBezTo>
                    <a:pt x="168" y="1451"/>
                    <a:pt x="167" y="1452"/>
                    <a:pt x="165" y="1452"/>
                  </a:cubicBezTo>
                  <a:close/>
                  <a:moveTo>
                    <a:pt x="150" y="1428"/>
                  </a:moveTo>
                  <a:cubicBezTo>
                    <a:pt x="147" y="1428"/>
                    <a:pt x="144" y="1426"/>
                    <a:pt x="142" y="1424"/>
                  </a:cubicBezTo>
                  <a:cubicBezTo>
                    <a:pt x="132" y="1408"/>
                    <a:pt x="122" y="1391"/>
                    <a:pt x="114" y="1375"/>
                  </a:cubicBezTo>
                  <a:cubicBezTo>
                    <a:pt x="112" y="1373"/>
                    <a:pt x="112" y="1370"/>
                    <a:pt x="113" y="1368"/>
                  </a:cubicBezTo>
                  <a:cubicBezTo>
                    <a:pt x="113" y="1366"/>
                    <a:pt x="115" y="1364"/>
                    <a:pt x="117" y="1363"/>
                  </a:cubicBezTo>
                  <a:cubicBezTo>
                    <a:pt x="121" y="1361"/>
                    <a:pt x="126" y="1362"/>
                    <a:pt x="128" y="1366"/>
                  </a:cubicBezTo>
                  <a:cubicBezTo>
                    <a:pt x="137" y="1383"/>
                    <a:pt x="147" y="1399"/>
                    <a:pt x="157" y="1415"/>
                  </a:cubicBezTo>
                  <a:cubicBezTo>
                    <a:pt x="159" y="1419"/>
                    <a:pt x="158" y="1424"/>
                    <a:pt x="154" y="1427"/>
                  </a:cubicBezTo>
                  <a:cubicBezTo>
                    <a:pt x="153" y="1427"/>
                    <a:pt x="151" y="1428"/>
                    <a:pt x="150" y="1428"/>
                  </a:cubicBezTo>
                  <a:close/>
                  <a:moveTo>
                    <a:pt x="84" y="1303"/>
                  </a:moveTo>
                  <a:cubicBezTo>
                    <a:pt x="81" y="1303"/>
                    <a:pt x="78" y="1301"/>
                    <a:pt x="76" y="1298"/>
                  </a:cubicBezTo>
                  <a:cubicBezTo>
                    <a:pt x="70" y="1283"/>
                    <a:pt x="64" y="1267"/>
                    <a:pt x="58" y="1251"/>
                  </a:cubicBezTo>
                  <a:cubicBezTo>
                    <a:pt x="38" y="1198"/>
                    <a:pt x="23" y="1142"/>
                    <a:pt x="14" y="1086"/>
                  </a:cubicBezTo>
                  <a:cubicBezTo>
                    <a:pt x="13" y="1084"/>
                    <a:pt x="14" y="1082"/>
                    <a:pt x="15" y="1080"/>
                  </a:cubicBezTo>
                  <a:cubicBezTo>
                    <a:pt x="16" y="1078"/>
                    <a:pt x="18" y="1077"/>
                    <a:pt x="21" y="1076"/>
                  </a:cubicBezTo>
                  <a:cubicBezTo>
                    <a:pt x="25" y="1076"/>
                    <a:pt x="30" y="1079"/>
                    <a:pt x="30" y="1083"/>
                  </a:cubicBezTo>
                  <a:cubicBezTo>
                    <a:pt x="40" y="1138"/>
                    <a:pt x="54" y="1193"/>
                    <a:pt x="74" y="1246"/>
                  </a:cubicBezTo>
                  <a:cubicBezTo>
                    <a:pt x="79" y="1261"/>
                    <a:pt x="86" y="1276"/>
                    <a:pt x="92" y="1292"/>
                  </a:cubicBezTo>
                  <a:cubicBezTo>
                    <a:pt x="94" y="1296"/>
                    <a:pt x="92" y="1301"/>
                    <a:pt x="88" y="1303"/>
                  </a:cubicBezTo>
                  <a:cubicBezTo>
                    <a:pt x="87" y="1303"/>
                    <a:pt x="85" y="1303"/>
                    <a:pt x="84" y="1303"/>
                  </a:cubicBezTo>
                  <a:close/>
                  <a:moveTo>
                    <a:pt x="1778" y="1300"/>
                  </a:moveTo>
                  <a:cubicBezTo>
                    <a:pt x="1777" y="1300"/>
                    <a:pt x="1776" y="1300"/>
                    <a:pt x="1775" y="1300"/>
                  </a:cubicBezTo>
                  <a:cubicBezTo>
                    <a:pt x="1771" y="1298"/>
                    <a:pt x="1769" y="1293"/>
                    <a:pt x="1771" y="1289"/>
                  </a:cubicBezTo>
                  <a:cubicBezTo>
                    <a:pt x="1772" y="1284"/>
                    <a:pt x="1777" y="1282"/>
                    <a:pt x="1782" y="1284"/>
                  </a:cubicBezTo>
                  <a:cubicBezTo>
                    <a:pt x="1786" y="1286"/>
                    <a:pt x="1788" y="1291"/>
                    <a:pt x="1786" y="1295"/>
                  </a:cubicBezTo>
                  <a:cubicBezTo>
                    <a:pt x="1785" y="1298"/>
                    <a:pt x="1782" y="1300"/>
                    <a:pt x="1778" y="1300"/>
                  </a:cubicBezTo>
                  <a:close/>
                  <a:moveTo>
                    <a:pt x="1789" y="1274"/>
                  </a:moveTo>
                  <a:cubicBezTo>
                    <a:pt x="1788" y="1274"/>
                    <a:pt x="1787" y="1274"/>
                    <a:pt x="1786" y="1274"/>
                  </a:cubicBezTo>
                  <a:cubicBezTo>
                    <a:pt x="1784" y="1273"/>
                    <a:pt x="1782" y="1271"/>
                    <a:pt x="1781" y="1269"/>
                  </a:cubicBezTo>
                  <a:cubicBezTo>
                    <a:pt x="1780" y="1267"/>
                    <a:pt x="1780" y="1265"/>
                    <a:pt x="1781" y="1263"/>
                  </a:cubicBezTo>
                  <a:cubicBezTo>
                    <a:pt x="1787" y="1248"/>
                    <a:pt x="1792" y="1234"/>
                    <a:pt x="1797" y="1219"/>
                  </a:cubicBezTo>
                  <a:cubicBezTo>
                    <a:pt x="1810" y="1181"/>
                    <a:pt x="1820" y="1141"/>
                    <a:pt x="1828" y="1101"/>
                  </a:cubicBezTo>
                  <a:cubicBezTo>
                    <a:pt x="1831" y="1083"/>
                    <a:pt x="1834" y="1065"/>
                    <a:pt x="1836" y="1046"/>
                  </a:cubicBezTo>
                  <a:cubicBezTo>
                    <a:pt x="1837" y="1041"/>
                    <a:pt x="1841" y="1038"/>
                    <a:pt x="1846" y="1039"/>
                  </a:cubicBezTo>
                  <a:cubicBezTo>
                    <a:pt x="1851" y="1039"/>
                    <a:pt x="1854" y="1044"/>
                    <a:pt x="1853" y="1048"/>
                  </a:cubicBezTo>
                  <a:cubicBezTo>
                    <a:pt x="1851" y="1067"/>
                    <a:pt x="1848" y="1086"/>
                    <a:pt x="1844" y="1105"/>
                  </a:cubicBezTo>
                  <a:cubicBezTo>
                    <a:pt x="1837" y="1145"/>
                    <a:pt x="1826" y="1185"/>
                    <a:pt x="1813" y="1224"/>
                  </a:cubicBezTo>
                  <a:cubicBezTo>
                    <a:pt x="1808" y="1239"/>
                    <a:pt x="1803" y="1254"/>
                    <a:pt x="1797" y="1269"/>
                  </a:cubicBezTo>
                  <a:cubicBezTo>
                    <a:pt x="1797" y="1269"/>
                    <a:pt x="1797" y="1269"/>
                    <a:pt x="1797" y="1269"/>
                  </a:cubicBezTo>
                  <a:cubicBezTo>
                    <a:pt x="1796" y="1272"/>
                    <a:pt x="1793" y="1274"/>
                    <a:pt x="1789" y="1274"/>
                  </a:cubicBezTo>
                  <a:close/>
                  <a:moveTo>
                    <a:pt x="18" y="1065"/>
                  </a:moveTo>
                  <a:cubicBezTo>
                    <a:pt x="13" y="1065"/>
                    <a:pt x="10" y="1062"/>
                    <a:pt x="9" y="1058"/>
                  </a:cubicBezTo>
                  <a:cubicBezTo>
                    <a:pt x="9" y="1056"/>
                    <a:pt x="10" y="1053"/>
                    <a:pt x="11" y="1052"/>
                  </a:cubicBezTo>
                  <a:cubicBezTo>
                    <a:pt x="12" y="1050"/>
                    <a:pt x="14" y="1049"/>
                    <a:pt x="16" y="1048"/>
                  </a:cubicBezTo>
                  <a:cubicBezTo>
                    <a:pt x="21" y="1048"/>
                    <a:pt x="25" y="1051"/>
                    <a:pt x="26" y="1056"/>
                  </a:cubicBezTo>
                  <a:cubicBezTo>
                    <a:pt x="26" y="1058"/>
                    <a:pt x="26" y="1060"/>
                    <a:pt x="24" y="1062"/>
                  </a:cubicBezTo>
                  <a:cubicBezTo>
                    <a:pt x="23" y="1064"/>
                    <a:pt x="21" y="1065"/>
                    <a:pt x="19" y="1065"/>
                  </a:cubicBezTo>
                  <a:cubicBezTo>
                    <a:pt x="18" y="1065"/>
                    <a:pt x="18" y="1065"/>
                    <a:pt x="18" y="1065"/>
                  </a:cubicBezTo>
                  <a:close/>
                  <a:moveTo>
                    <a:pt x="14" y="1037"/>
                  </a:moveTo>
                  <a:cubicBezTo>
                    <a:pt x="10" y="1037"/>
                    <a:pt x="6" y="1034"/>
                    <a:pt x="6" y="1030"/>
                  </a:cubicBezTo>
                  <a:cubicBezTo>
                    <a:pt x="4" y="1011"/>
                    <a:pt x="2" y="992"/>
                    <a:pt x="1" y="973"/>
                  </a:cubicBezTo>
                  <a:cubicBezTo>
                    <a:pt x="1" y="965"/>
                    <a:pt x="1" y="956"/>
                    <a:pt x="1" y="949"/>
                  </a:cubicBezTo>
                  <a:cubicBezTo>
                    <a:pt x="1" y="943"/>
                    <a:pt x="0" y="937"/>
                    <a:pt x="0" y="931"/>
                  </a:cubicBezTo>
                  <a:cubicBezTo>
                    <a:pt x="0" y="888"/>
                    <a:pt x="4" y="845"/>
                    <a:pt x="9" y="802"/>
                  </a:cubicBezTo>
                  <a:cubicBezTo>
                    <a:pt x="10" y="797"/>
                    <a:pt x="15" y="794"/>
                    <a:pt x="19" y="795"/>
                  </a:cubicBezTo>
                  <a:cubicBezTo>
                    <a:pt x="21" y="795"/>
                    <a:pt x="23" y="796"/>
                    <a:pt x="25" y="798"/>
                  </a:cubicBezTo>
                  <a:cubicBezTo>
                    <a:pt x="26" y="800"/>
                    <a:pt x="27" y="802"/>
                    <a:pt x="26" y="804"/>
                  </a:cubicBezTo>
                  <a:cubicBezTo>
                    <a:pt x="20" y="846"/>
                    <a:pt x="17" y="889"/>
                    <a:pt x="17" y="931"/>
                  </a:cubicBezTo>
                  <a:cubicBezTo>
                    <a:pt x="17" y="937"/>
                    <a:pt x="17" y="943"/>
                    <a:pt x="18" y="948"/>
                  </a:cubicBezTo>
                  <a:cubicBezTo>
                    <a:pt x="18" y="956"/>
                    <a:pt x="18" y="964"/>
                    <a:pt x="18" y="972"/>
                  </a:cubicBezTo>
                  <a:cubicBezTo>
                    <a:pt x="19" y="990"/>
                    <a:pt x="21" y="1009"/>
                    <a:pt x="23" y="1028"/>
                  </a:cubicBezTo>
                  <a:cubicBezTo>
                    <a:pt x="23" y="1032"/>
                    <a:pt x="20" y="1037"/>
                    <a:pt x="15" y="1037"/>
                  </a:cubicBezTo>
                  <a:cubicBezTo>
                    <a:pt x="15" y="1037"/>
                    <a:pt x="14" y="1037"/>
                    <a:pt x="14" y="1037"/>
                  </a:cubicBezTo>
                  <a:close/>
                  <a:moveTo>
                    <a:pt x="1848" y="1027"/>
                  </a:moveTo>
                  <a:cubicBezTo>
                    <a:pt x="1848" y="1027"/>
                    <a:pt x="1847" y="1027"/>
                    <a:pt x="1847" y="1027"/>
                  </a:cubicBezTo>
                  <a:cubicBezTo>
                    <a:pt x="1843" y="1027"/>
                    <a:pt x="1839" y="1023"/>
                    <a:pt x="1840" y="1018"/>
                  </a:cubicBezTo>
                  <a:cubicBezTo>
                    <a:pt x="1840" y="1013"/>
                    <a:pt x="1844" y="1010"/>
                    <a:pt x="1849" y="1011"/>
                  </a:cubicBezTo>
                  <a:cubicBezTo>
                    <a:pt x="1854" y="1011"/>
                    <a:pt x="1857" y="1015"/>
                    <a:pt x="1856" y="1020"/>
                  </a:cubicBezTo>
                  <a:cubicBezTo>
                    <a:pt x="1856" y="1024"/>
                    <a:pt x="1852" y="1027"/>
                    <a:pt x="1848" y="1027"/>
                  </a:cubicBezTo>
                  <a:close/>
                  <a:moveTo>
                    <a:pt x="1850" y="999"/>
                  </a:moveTo>
                  <a:cubicBezTo>
                    <a:pt x="1850" y="999"/>
                    <a:pt x="1850" y="999"/>
                    <a:pt x="1850" y="999"/>
                  </a:cubicBezTo>
                  <a:cubicBezTo>
                    <a:pt x="1848" y="999"/>
                    <a:pt x="1845" y="998"/>
                    <a:pt x="1844" y="996"/>
                  </a:cubicBezTo>
                  <a:cubicBezTo>
                    <a:pt x="1842" y="995"/>
                    <a:pt x="1842" y="992"/>
                    <a:pt x="1842" y="990"/>
                  </a:cubicBezTo>
                  <a:cubicBezTo>
                    <a:pt x="1843" y="970"/>
                    <a:pt x="1844" y="950"/>
                    <a:pt x="1844" y="930"/>
                  </a:cubicBezTo>
                  <a:cubicBezTo>
                    <a:pt x="1844" y="910"/>
                    <a:pt x="1843" y="890"/>
                    <a:pt x="1842" y="871"/>
                  </a:cubicBezTo>
                  <a:cubicBezTo>
                    <a:pt x="1841" y="854"/>
                    <a:pt x="1839" y="838"/>
                    <a:pt x="1838" y="822"/>
                  </a:cubicBezTo>
                  <a:cubicBezTo>
                    <a:pt x="1835" y="804"/>
                    <a:pt x="1833" y="785"/>
                    <a:pt x="1829" y="767"/>
                  </a:cubicBezTo>
                  <a:cubicBezTo>
                    <a:pt x="1829" y="765"/>
                    <a:pt x="1829" y="762"/>
                    <a:pt x="1831" y="761"/>
                  </a:cubicBezTo>
                  <a:cubicBezTo>
                    <a:pt x="1832" y="759"/>
                    <a:pt x="1834" y="757"/>
                    <a:pt x="1836" y="757"/>
                  </a:cubicBezTo>
                  <a:cubicBezTo>
                    <a:pt x="1841" y="756"/>
                    <a:pt x="1845" y="759"/>
                    <a:pt x="1846" y="764"/>
                  </a:cubicBezTo>
                  <a:cubicBezTo>
                    <a:pt x="1849" y="783"/>
                    <a:pt x="1852" y="802"/>
                    <a:pt x="1854" y="820"/>
                  </a:cubicBezTo>
                  <a:cubicBezTo>
                    <a:pt x="1856" y="837"/>
                    <a:pt x="1858" y="853"/>
                    <a:pt x="1859" y="869"/>
                  </a:cubicBezTo>
                  <a:cubicBezTo>
                    <a:pt x="1860" y="889"/>
                    <a:pt x="1861" y="910"/>
                    <a:pt x="1861" y="930"/>
                  </a:cubicBezTo>
                  <a:cubicBezTo>
                    <a:pt x="1861" y="950"/>
                    <a:pt x="1860" y="971"/>
                    <a:pt x="1859" y="991"/>
                  </a:cubicBezTo>
                  <a:cubicBezTo>
                    <a:pt x="1859" y="996"/>
                    <a:pt x="1855" y="999"/>
                    <a:pt x="1850" y="999"/>
                  </a:cubicBezTo>
                  <a:close/>
                  <a:moveTo>
                    <a:pt x="22" y="784"/>
                  </a:moveTo>
                  <a:cubicBezTo>
                    <a:pt x="22" y="784"/>
                    <a:pt x="21" y="784"/>
                    <a:pt x="21" y="783"/>
                  </a:cubicBezTo>
                  <a:cubicBezTo>
                    <a:pt x="16" y="783"/>
                    <a:pt x="13" y="778"/>
                    <a:pt x="14" y="774"/>
                  </a:cubicBezTo>
                  <a:cubicBezTo>
                    <a:pt x="14" y="773"/>
                    <a:pt x="14" y="773"/>
                    <a:pt x="14" y="773"/>
                  </a:cubicBezTo>
                  <a:cubicBezTo>
                    <a:pt x="15" y="769"/>
                    <a:pt x="19" y="766"/>
                    <a:pt x="24" y="767"/>
                  </a:cubicBezTo>
                  <a:cubicBezTo>
                    <a:pt x="26" y="767"/>
                    <a:pt x="28" y="768"/>
                    <a:pt x="29" y="770"/>
                  </a:cubicBezTo>
                  <a:cubicBezTo>
                    <a:pt x="30" y="772"/>
                    <a:pt x="31" y="774"/>
                    <a:pt x="31" y="776"/>
                  </a:cubicBezTo>
                  <a:cubicBezTo>
                    <a:pt x="31" y="776"/>
                    <a:pt x="31" y="776"/>
                    <a:pt x="31" y="776"/>
                  </a:cubicBezTo>
                  <a:cubicBezTo>
                    <a:pt x="31" y="777"/>
                    <a:pt x="31" y="777"/>
                    <a:pt x="31" y="777"/>
                  </a:cubicBezTo>
                  <a:cubicBezTo>
                    <a:pt x="30" y="781"/>
                    <a:pt x="26" y="784"/>
                    <a:pt x="22" y="784"/>
                  </a:cubicBezTo>
                  <a:close/>
                  <a:moveTo>
                    <a:pt x="27" y="756"/>
                  </a:moveTo>
                  <a:cubicBezTo>
                    <a:pt x="27" y="756"/>
                    <a:pt x="26" y="756"/>
                    <a:pt x="26" y="756"/>
                  </a:cubicBezTo>
                  <a:cubicBezTo>
                    <a:pt x="21" y="755"/>
                    <a:pt x="18" y="750"/>
                    <a:pt x="19" y="746"/>
                  </a:cubicBezTo>
                  <a:cubicBezTo>
                    <a:pt x="23" y="727"/>
                    <a:pt x="27" y="708"/>
                    <a:pt x="32" y="690"/>
                  </a:cubicBezTo>
                  <a:cubicBezTo>
                    <a:pt x="41" y="658"/>
                    <a:pt x="51" y="627"/>
                    <a:pt x="63" y="596"/>
                  </a:cubicBezTo>
                  <a:cubicBezTo>
                    <a:pt x="71" y="574"/>
                    <a:pt x="81" y="551"/>
                    <a:pt x="91" y="530"/>
                  </a:cubicBezTo>
                  <a:cubicBezTo>
                    <a:pt x="91" y="529"/>
                    <a:pt x="91" y="529"/>
                    <a:pt x="91" y="529"/>
                  </a:cubicBezTo>
                  <a:cubicBezTo>
                    <a:pt x="93" y="525"/>
                    <a:pt x="99" y="524"/>
                    <a:pt x="103" y="526"/>
                  </a:cubicBezTo>
                  <a:cubicBezTo>
                    <a:pt x="107" y="528"/>
                    <a:pt x="109" y="533"/>
                    <a:pt x="107" y="537"/>
                  </a:cubicBezTo>
                  <a:cubicBezTo>
                    <a:pt x="96" y="558"/>
                    <a:pt x="87" y="580"/>
                    <a:pt x="78" y="602"/>
                  </a:cubicBezTo>
                  <a:cubicBezTo>
                    <a:pt x="67" y="632"/>
                    <a:pt x="57" y="663"/>
                    <a:pt x="49" y="694"/>
                  </a:cubicBezTo>
                  <a:cubicBezTo>
                    <a:pt x="49" y="694"/>
                    <a:pt x="49" y="695"/>
                    <a:pt x="49" y="695"/>
                  </a:cubicBezTo>
                  <a:cubicBezTo>
                    <a:pt x="44" y="713"/>
                    <a:pt x="39" y="731"/>
                    <a:pt x="36" y="749"/>
                  </a:cubicBezTo>
                  <a:cubicBezTo>
                    <a:pt x="35" y="753"/>
                    <a:pt x="31" y="756"/>
                    <a:pt x="27" y="756"/>
                  </a:cubicBezTo>
                  <a:close/>
                  <a:moveTo>
                    <a:pt x="1832" y="746"/>
                  </a:moveTo>
                  <a:cubicBezTo>
                    <a:pt x="1828" y="746"/>
                    <a:pt x="1825" y="743"/>
                    <a:pt x="1824" y="739"/>
                  </a:cubicBezTo>
                  <a:cubicBezTo>
                    <a:pt x="1823" y="735"/>
                    <a:pt x="1826" y="730"/>
                    <a:pt x="1830" y="729"/>
                  </a:cubicBezTo>
                  <a:cubicBezTo>
                    <a:pt x="1835" y="728"/>
                    <a:pt x="1839" y="731"/>
                    <a:pt x="1840" y="736"/>
                  </a:cubicBezTo>
                  <a:cubicBezTo>
                    <a:pt x="1841" y="740"/>
                    <a:pt x="1838" y="745"/>
                    <a:pt x="1834" y="746"/>
                  </a:cubicBezTo>
                  <a:cubicBezTo>
                    <a:pt x="1833" y="746"/>
                    <a:pt x="1833" y="746"/>
                    <a:pt x="1832" y="746"/>
                  </a:cubicBezTo>
                  <a:close/>
                  <a:moveTo>
                    <a:pt x="1826" y="719"/>
                  </a:moveTo>
                  <a:cubicBezTo>
                    <a:pt x="1822" y="719"/>
                    <a:pt x="1818" y="716"/>
                    <a:pt x="1817" y="712"/>
                  </a:cubicBezTo>
                  <a:cubicBezTo>
                    <a:pt x="1804" y="658"/>
                    <a:pt x="1786" y="605"/>
                    <a:pt x="1763" y="553"/>
                  </a:cubicBezTo>
                  <a:cubicBezTo>
                    <a:pt x="1759" y="546"/>
                    <a:pt x="1756" y="538"/>
                    <a:pt x="1752" y="531"/>
                  </a:cubicBezTo>
                  <a:cubicBezTo>
                    <a:pt x="1747" y="522"/>
                    <a:pt x="1743" y="512"/>
                    <a:pt x="1738" y="503"/>
                  </a:cubicBezTo>
                  <a:cubicBezTo>
                    <a:pt x="1736" y="499"/>
                    <a:pt x="1737" y="494"/>
                    <a:pt x="1741" y="492"/>
                  </a:cubicBezTo>
                  <a:cubicBezTo>
                    <a:pt x="1745" y="490"/>
                    <a:pt x="1751" y="491"/>
                    <a:pt x="1753" y="495"/>
                  </a:cubicBezTo>
                  <a:cubicBezTo>
                    <a:pt x="1758" y="504"/>
                    <a:pt x="1763" y="514"/>
                    <a:pt x="1767" y="524"/>
                  </a:cubicBezTo>
                  <a:cubicBezTo>
                    <a:pt x="1771" y="531"/>
                    <a:pt x="1775" y="539"/>
                    <a:pt x="1778" y="546"/>
                  </a:cubicBezTo>
                  <a:cubicBezTo>
                    <a:pt x="1802" y="598"/>
                    <a:pt x="1820" y="653"/>
                    <a:pt x="1834" y="708"/>
                  </a:cubicBezTo>
                  <a:cubicBezTo>
                    <a:pt x="1835" y="710"/>
                    <a:pt x="1834" y="713"/>
                    <a:pt x="1833" y="715"/>
                  </a:cubicBezTo>
                  <a:cubicBezTo>
                    <a:pt x="1832" y="716"/>
                    <a:pt x="1830" y="718"/>
                    <a:pt x="1828" y="718"/>
                  </a:cubicBezTo>
                  <a:cubicBezTo>
                    <a:pt x="1827" y="719"/>
                    <a:pt x="1826" y="719"/>
                    <a:pt x="1826" y="719"/>
                  </a:cubicBezTo>
                  <a:close/>
                  <a:moveTo>
                    <a:pt x="112" y="516"/>
                  </a:moveTo>
                  <a:cubicBezTo>
                    <a:pt x="110" y="516"/>
                    <a:pt x="109" y="516"/>
                    <a:pt x="108" y="515"/>
                  </a:cubicBezTo>
                  <a:cubicBezTo>
                    <a:pt x="106" y="514"/>
                    <a:pt x="104" y="513"/>
                    <a:pt x="103" y="510"/>
                  </a:cubicBezTo>
                  <a:cubicBezTo>
                    <a:pt x="103" y="508"/>
                    <a:pt x="103" y="506"/>
                    <a:pt x="104" y="504"/>
                  </a:cubicBezTo>
                  <a:cubicBezTo>
                    <a:pt x="104" y="504"/>
                    <a:pt x="104" y="504"/>
                    <a:pt x="104" y="504"/>
                  </a:cubicBezTo>
                  <a:cubicBezTo>
                    <a:pt x="104" y="504"/>
                    <a:pt x="104" y="504"/>
                    <a:pt x="104" y="504"/>
                  </a:cubicBezTo>
                  <a:cubicBezTo>
                    <a:pt x="106" y="500"/>
                    <a:pt x="111" y="498"/>
                    <a:pt x="115" y="500"/>
                  </a:cubicBezTo>
                  <a:cubicBezTo>
                    <a:pt x="120" y="502"/>
                    <a:pt x="121" y="508"/>
                    <a:pt x="119" y="512"/>
                  </a:cubicBezTo>
                  <a:cubicBezTo>
                    <a:pt x="118" y="515"/>
                    <a:pt x="115" y="516"/>
                    <a:pt x="112" y="516"/>
                  </a:cubicBezTo>
                  <a:close/>
                  <a:moveTo>
                    <a:pt x="125" y="491"/>
                  </a:moveTo>
                  <a:cubicBezTo>
                    <a:pt x="123" y="491"/>
                    <a:pt x="122" y="491"/>
                    <a:pt x="121" y="490"/>
                  </a:cubicBezTo>
                  <a:cubicBezTo>
                    <a:pt x="117" y="488"/>
                    <a:pt x="115" y="483"/>
                    <a:pt x="117" y="479"/>
                  </a:cubicBezTo>
                  <a:cubicBezTo>
                    <a:pt x="127" y="462"/>
                    <a:pt x="137" y="446"/>
                    <a:pt x="147" y="430"/>
                  </a:cubicBezTo>
                  <a:cubicBezTo>
                    <a:pt x="177" y="381"/>
                    <a:pt x="213" y="336"/>
                    <a:pt x="251" y="295"/>
                  </a:cubicBezTo>
                  <a:cubicBezTo>
                    <a:pt x="255" y="291"/>
                    <a:pt x="260" y="291"/>
                    <a:pt x="263" y="294"/>
                  </a:cubicBezTo>
                  <a:cubicBezTo>
                    <a:pt x="267" y="297"/>
                    <a:pt x="267" y="303"/>
                    <a:pt x="264" y="306"/>
                  </a:cubicBezTo>
                  <a:cubicBezTo>
                    <a:pt x="226" y="347"/>
                    <a:pt x="191" y="391"/>
                    <a:pt x="161" y="439"/>
                  </a:cubicBezTo>
                  <a:cubicBezTo>
                    <a:pt x="161" y="439"/>
                    <a:pt x="161" y="439"/>
                    <a:pt x="161" y="439"/>
                  </a:cubicBezTo>
                  <a:cubicBezTo>
                    <a:pt x="151" y="454"/>
                    <a:pt x="141" y="471"/>
                    <a:pt x="132" y="487"/>
                  </a:cubicBezTo>
                  <a:cubicBezTo>
                    <a:pt x="131" y="490"/>
                    <a:pt x="128" y="491"/>
                    <a:pt x="125" y="491"/>
                  </a:cubicBezTo>
                  <a:close/>
                  <a:moveTo>
                    <a:pt x="1732" y="483"/>
                  </a:moveTo>
                  <a:cubicBezTo>
                    <a:pt x="1729" y="483"/>
                    <a:pt x="1726" y="481"/>
                    <a:pt x="1724" y="479"/>
                  </a:cubicBezTo>
                  <a:cubicBezTo>
                    <a:pt x="1722" y="475"/>
                    <a:pt x="1724" y="469"/>
                    <a:pt x="1728" y="467"/>
                  </a:cubicBezTo>
                  <a:cubicBezTo>
                    <a:pt x="1731" y="465"/>
                    <a:pt x="1737" y="466"/>
                    <a:pt x="1739" y="470"/>
                  </a:cubicBezTo>
                  <a:cubicBezTo>
                    <a:pt x="1741" y="474"/>
                    <a:pt x="1740" y="479"/>
                    <a:pt x="1736" y="482"/>
                  </a:cubicBezTo>
                  <a:cubicBezTo>
                    <a:pt x="1735" y="483"/>
                    <a:pt x="1733" y="483"/>
                    <a:pt x="1732" y="483"/>
                  </a:cubicBezTo>
                  <a:close/>
                  <a:moveTo>
                    <a:pt x="1717" y="459"/>
                  </a:moveTo>
                  <a:cubicBezTo>
                    <a:pt x="1717" y="459"/>
                    <a:pt x="1717" y="459"/>
                    <a:pt x="1717" y="459"/>
                  </a:cubicBezTo>
                  <a:cubicBezTo>
                    <a:pt x="1714" y="459"/>
                    <a:pt x="1712" y="457"/>
                    <a:pt x="1710" y="454"/>
                  </a:cubicBezTo>
                  <a:cubicBezTo>
                    <a:pt x="1681" y="407"/>
                    <a:pt x="1647" y="361"/>
                    <a:pt x="1610" y="320"/>
                  </a:cubicBezTo>
                  <a:cubicBezTo>
                    <a:pt x="1598" y="306"/>
                    <a:pt x="1585" y="292"/>
                    <a:pt x="1571" y="279"/>
                  </a:cubicBezTo>
                  <a:cubicBezTo>
                    <a:pt x="1570" y="278"/>
                    <a:pt x="1569" y="276"/>
                    <a:pt x="1569" y="273"/>
                  </a:cubicBezTo>
                  <a:cubicBezTo>
                    <a:pt x="1569" y="271"/>
                    <a:pt x="1570" y="269"/>
                    <a:pt x="1571" y="267"/>
                  </a:cubicBezTo>
                  <a:cubicBezTo>
                    <a:pt x="1574" y="264"/>
                    <a:pt x="1580" y="264"/>
                    <a:pt x="1583" y="267"/>
                  </a:cubicBezTo>
                  <a:cubicBezTo>
                    <a:pt x="1597" y="280"/>
                    <a:pt x="1610" y="294"/>
                    <a:pt x="1623" y="308"/>
                  </a:cubicBezTo>
                  <a:cubicBezTo>
                    <a:pt x="1661" y="351"/>
                    <a:pt x="1695" y="397"/>
                    <a:pt x="1725" y="446"/>
                  </a:cubicBezTo>
                  <a:cubicBezTo>
                    <a:pt x="1726" y="448"/>
                    <a:pt x="1726" y="450"/>
                    <a:pt x="1726" y="452"/>
                  </a:cubicBezTo>
                  <a:cubicBezTo>
                    <a:pt x="1725" y="454"/>
                    <a:pt x="1724" y="456"/>
                    <a:pt x="1722" y="457"/>
                  </a:cubicBezTo>
                  <a:cubicBezTo>
                    <a:pt x="1720" y="458"/>
                    <a:pt x="1719" y="459"/>
                    <a:pt x="1717" y="459"/>
                  </a:cubicBezTo>
                  <a:close/>
                  <a:moveTo>
                    <a:pt x="277" y="289"/>
                  </a:moveTo>
                  <a:cubicBezTo>
                    <a:pt x="275" y="289"/>
                    <a:pt x="273" y="288"/>
                    <a:pt x="271" y="286"/>
                  </a:cubicBezTo>
                  <a:cubicBezTo>
                    <a:pt x="270" y="284"/>
                    <a:pt x="269" y="282"/>
                    <a:pt x="269" y="280"/>
                  </a:cubicBezTo>
                  <a:cubicBezTo>
                    <a:pt x="269" y="278"/>
                    <a:pt x="270" y="276"/>
                    <a:pt x="271" y="274"/>
                  </a:cubicBezTo>
                  <a:cubicBezTo>
                    <a:pt x="274" y="271"/>
                    <a:pt x="280" y="271"/>
                    <a:pt x="283" y="274"/>
                  </a:cubicBezTo>
                  <a:cubicBezTo>
                    <a:pt x="285" y="276"/>
                    <a:pt x="286" y="278"/>
                    <a:pt x="286" y="280"/>
                  </a:cubicBezTo>
                  <a:cubicBezTo>
                    <a:pt x="286" y="282"/>
                    <a:pt x="285" y="284"/>
                    <a:pt x="284" y="286"/>
                  </a:cubicBezTo>
                  <a:cubicBezTo>
                    <a:pt x="284" y="286"/>
                    <a:pt x="284" y="286"/>
                    <a:pt x="284" y="286"/>
                  </a:cubicBezTo>
                  <a:cubicBezTo>
                    <a:pt x="283" y="286"/>
                    <a:pt x="283" y="286"/>
                    <a:pt x="283" y="286"/>
                  </a:cubicBezTo>
                  <a:cubicBezTo>
                    <a:pt x="282" y="288"/>
                    <a:pt x="280" y="289"/>
                    <a:pt x="277" y="289"/>
                  </a:cubicBezTo>
                  <a:close/>
                  <a:moveTo>
                    <a:pt x="298" y="269"/>
                  </a:moveTo>
                  <a:cubicBezTo>
                    <a:pt x="295" y="269"/>
                    <a:pt x="293" y="268"/>
                    <a:pt x="291" y="266"/>
                  </a:cubicBezTo>
                  <a:cubicBezTo>
                    <a:pt x="288" y="263"/>
                    <a:pt x="288" y="257"/>
                    <a:pt x="292" y="254"/>
                  </a:cubicBezTo>
                  <a:cubicBezTo>
                    <a:pt x="305" y="241"/>
                    <a:pt x="320" y="229"/>
                    <a:pt x="334" y="216"/>
                  </a:cubicBezTo>
                  <a:cubicBezTo>
                    <a:pt x="334" y="216"/>
                    <a:pt x="334" y="216"/>
                    <a:pt x="334" y="216"/>
                  </a:cubicBezTo>
                  <a:cubicBezTo>
                    <a:pt x="335" y="216"/>
                    <a:pt x="335" y="216"/>
                    <a:pt x="335" y="216"/>
                  </a:cubicBezTo>
                  <a:cubicBezTo>
                    <a:pt x="378" y="180"/>
                    <a:pt x="426" y="147"/>
                    <a:pt x="475" y="119"/>
                  </a:cubicBezTo>
                  <a:cubicBezTo>
                    <a:pt x="479" y="117"/>
                    <a:pt x="485" y="119"/>
                    <a:pt x="487" y="123"/>
                  </a:cubicBezTo>
                  <a:cubicBezTo>
                    <a:pt x="488" y="125"/>
                    <a:pt x="488" y="127"/>
                    <a:pt x="488" y="129"/>
                  </a:cubicBezTo>
                  <a:cubicBezTo>
                    <a:pt x="487" y="131"/>
                    <a:pt x="486" y="133"/>
                    <a:pt x="484" y="134"/>
                  </a:cubicBezTo>
                  <a:cubicBezTo>
                    <a:pt x="435" y="162"/>
                    <a:pt x="388" y="194"/>
                    <a:pt x="345" y="229"/>
                  </a:cubicBezTo>
                  <a:cubicBezTo>
                    <a:pt x="331" y="241"/>
                    <a:pt x="317" y="254"/>
                    <a:pt x="303" y="266"/>
                  </a:cubicBezTo>
                  <a:cubicBezTo>
                    <a:pt x="302" y="268"/>
                    <a:pt x="300" y="269"/>
                    <a:pt x="298" y="269"/>
                  </a:cubicBezTo>
                  <a:close/>
                  <a:moveTo>
                    <a:pt x="1557" y="262"/>
                  </a:moveTo>
                  <a:cubicBezTo>
                    <a:pt x="1555" y="262"/>
                    <a:pt x="1553" y="261"/>
                    <a:pt x="1551" y="260"/>
                  </a:cubicBezTo>
                  <a:cubicBezTo>
                    <a:pt x="1549" y="258"/>
                    <a:pt x="1548" y="256"/>
                    <a:pt x="1548" y="254"/>
                  </a:cubicBezTo>
                  <a:cubicBezTo>
                    <a:pt x="1548" y="252"/>
                    <a:pt x="1549" y="250"/>
                    <a:pt x="1550" y="248"/>
                  </a:cubicBezTo>
                  <a:cubicBezTo>
                    <a:pt x="1554" y="245"/>
                    <a:pt x="1559" y="244"/>
                    <a:pt x="1562" y="247"/>
                  </a:cubicBezTo>
                  <a:cubicBezTo>
                    <a:pt x="1566" y="251"/>
                    <a:pt x="1566" y="256"/>
                    <a:pt x="1563" y="259"/>
                  </a:cubicBezTo>
                  <a:cubicBezTo>
                    <a:pt x="1561" y="261"/>
                    <a:pt x="1559" y="262"/>
                    <a:pt x="1557" y="262"/>
                  </a:cubicBezTo>
                  <a:close/>
                  <a:moveTo>
                    <a:pt x="1536" y="243"/>
                  </a:moveTo>
                  <a:cubicBezTo>
                    <a:pt x="1534" y="243"/>
                    <a:pt x="1532" y="243"/>
                    <a:pt x="1530" y="241"/>
                  </a:cubicBezTo>
                  <a:cubicBezTo>
                    <a:pt x="1488" y="205"/>
                    <a:pt x="1442" y="172"/>
                    <a:pt x="1394" y="143"/>
                  </a:cubicBezTo>
                  <a:cubicBezTo>
                    <a:pt x="1378" y="134"/>
                    <a:pt x="1361" y="125"/>
                    <a:pt x="1345" y="116"/>
                  </a:cubicBezTo>
                  <a:cubicBezTo>
                    <a:pt x="1340" y="114"/>
                    <a:pt x="1339" y="109"/>
                    <a:pt x="1341" y="105"/>
                  </a:cubicBezTo>
                  <a:cubicBezTo>
                    <a:pt x="1343" y="101"/>
                    <a:pt x="1348" y="99"/>
                    <a:pt x="1352" y="101"/>
                  </a:cubicBezTo>
                  <a:cubicBezTo>
                    <a:pt x="1369" y="110"/>
                    <a:pt x="1386" y="119"/>
                    <a:pt x="1402" y="129"/>
                  </a:cubicBezTo>
                  <a:cubicBezTo>
                    <a:pt x="1402" y="129"/>
                    <a:pt x="1402" y="129"/>
                    <a:pt x="1402" y="129"/>
                  </a:cubicBezTo>
                  <a:cubicBezTo>
                    <a:pt x="1402" y="129"/>
                    <a:pt x="1402" y="129"/>
                    <a:pt x="1403" y="129"/>
                  </a:cubicBezTo>
                  <a:cubicBezTo>
                    <a:pt x="1403" y="129"/>
                    <a:pt x="1403" y="129"/>
                    <a:pt x="1403" y="129"/>
                  </a:cubicBezTo>
                  <a:cubicBezTo>
                    <a:pt x="1452" y="158"/>
                    <a:pt x="1498" y="191"/>
                    <a:pt x="1541" y="228"/>
                  </a:cubicBezTo>
                  <a:cubicBezTo>
                    <a:pt x="1543" y="230"/>
                    <a:pt x="1544" y="232"/>
                    <a:pt x="1544" y="234"/>
                  </a:cubicBezTo>
                  <a:cubicBezTo>
                    <a:pt x="1544" y="236"/>
                    <a:pt x="1544" y="239"/>
                    <a:pt x="1542" y="240"/>
                  </a:cubicBezTo>
                  <a:cubicBezTo>
                    <a:pt x="1540" y="242"/>
                    <a:pt x="1538" y="243"/>
                    <a:pt x="1536" y="243"/>
                  </a:cubicBezTo>
                  <a:close/>
                  <a:moveTo>
                    <a:pt x="504" y="122"/>
                  </a:moveTo>
                  <a:cubicBezTo>
                    <a:pt x="501" y="122"/>
                    <a:pt x="498" y="120"/>
                    <a:pt x="497" y="117"/>
                  </a:cubicBezTo>
                  <a:cubicBezTo>
                    <a:pt x="496" y="115"/>
                    <a:pt x="496" y="113"/>
                    <a:pt x="496" y="111"/>
                  </a:cubicBezTo>
                  <a:cubicBezTo>
                    <a:pt x="497" y="109"/>
                    <a:pt x="498" y="107"/>
                    <a:pt x="500" y="106"/>
                  </a:cubicBezTo>
                  <a:cubicBezTo>
                    <a:pt x="505" y="104"/>
                    <a:pt x="510" y="105"/>
                    <a:pt x="512" y="109"/>
                  </a:cubicBezTo>
                  <a:cubicBezTo>
                    <a:pt x="513" y="111"/>
                    <a:pt x="513" y="114"/>
                    <a:pt x="512" y="116"/>
                  </a:cubicBezTo>
                  <a:cubicBezTo>
                    <a:pt x="512" y="118"/>
                    <a:pt x="510" y="120"/>
                    <a:pt x="508" y="121"/>
                  </a:cubicBezTo>
                  <a:cubicBezTo>
                    <a:pt x="507" y="121"/>
                    <a:pt x="506" y="122"/>
                    <a:pt x="504" y="122"/>
                  </a:cubicBezTo>
                  <a:close/>
                  <a:moveTo>
                    <a:pt x="530" y="109"/>
                  </a:moveTo>
                  <a:cubicBezTo>
                    <a:pt x="526" y="109"/>
                    <a:pt x="523" y="107"/>
                    <a:pt x="522" y="104"/>
                  </a:cubicBezTo>
                  <a:cubicBezTo>
                    <a:pt x="521" y="102"/>
                    <a:pt x="521" y="100"/>
                    <a:pt x="522" y="98"/>
                  </a:cubicBezTo>
                  <a:cubicBezTo>
                    <a:pt x="522" y="96"/>
                    <a:pt x="524" y="94"/>
                    <a:pt x="526" y="93"/>
                  </a:cubicBezTo>
                  <a:cubicBezTo>
                    <a:pt x="532" y="90"/>
                    <a:pt x="537" y="88"/>
                    <a:pt x="543" y="85"/>
                  </a:cubicBezTo>
                  <a:cubicBezTo>
                    <a:pt x="555" y="80"/>
                    <a:pt x="566" y="74"/>
                    <a:pt x="578" y="70"/>
                  </a:cubicBezTo>
                  <a:cubicBezTo>
                    <a:pt x="631" y="48"/>
                    <a:pt x="686" y="31"/>
                    <a:pt x="742" y="19"/>
                  </a:cubicBezTo>
                  <a:cubicBezTo>
                    <a:pt x="746" y="19"/>
                    <a:pt x="751" y="22"/>
                    <a:pt x="752" y="26"/>
                  </a:cubicBezTo>
                  <a:cubicBezTo>
                    <a:pt x="753" y="31"/>
                    <a:pt x="750" y="35"/>
                    <a:pt x="745" y="36"/>
                  </a:cubicBezTo>
                  <a:cubicBezTo>
                    <a:pt x="690" y="48"/>
                    <a:pt x="636" y="64"/>
                    <a:pt x="585" y="85"/>
                  </a:cubicBezTo>
                  <a:cubicBezTo>
                    <a:pt x="573" y="90"/>
                    <a:pt x="562" y="95"/>
                    <a:pt x="550" y="100"/>
                  </a:cubicBezTo>
                  <a:cubicBezTo>
                    <a:pt x="544" y="103"/>
                    <a:pt x="539" y="106"/>
                    <a:pt x="533" y="108"/>
                  </a:cubicBezTo>
                  <a:cubicBezTo>
                    <a:pt x="532" y="109"/>
                    <a:pt x="531" y="109"/>
                    <a:pt x="530" y="109"/>
                  </a:cubicBezTo>
                  <a:close/>
                  <a:moveTo>
                    <a:pt x="1323" y="105"/>
                  </a:moveTo>
                  <a:cubicBezTo>
                    <a:pt x="1322" y="105"/>
                    <a:pt x="1321" y="105"/>
                    <a:pt x="1319" y="104"/>
                  </a:cubicBezTo>
                  <a:cubicBezTo>
                    <a:pt x="1317" y="103"/>
                    <a:pt x="1316" y="101"/>
                    <a:pt x="1315" y="99"/>
                  </a:cubicBezTo>
                  <a:cubicBezTo>
                    <a:pt x="1314" y="97"/>
                    <a:pt x="1314" y="95"/>
                    <a:pt x="1315" y="93"/>
                  </a:cubicBezTo>
                  <a:cubicBezTo>
                    <a:pt x="1317" y="89"/>
                    <a:pt x="1322" y="87"/>
                    <a:pt x="1327" y="89"/>
                  </a:cubicBezTo>
                  <a:cubicBezTo>
                    <a:pt x="1331" y="91"/>
                    <a:pt x="1333" y="96"/>
                    <a:pt x="1331" y="100"/>
                  </a:cubicBezTo>
                  <a:cubicBezTo>
                    <a:pt x="1329" y="103"/>
                    <a:pt x="1326" y="105"/>
                    <a:pt x="1323" y="105"/>
                  </a:cubicBezTo>
                  <a:close/>
                  <a:moveTo>
                    <a:pt x="1297" y="93"/>
                  </a:moveTo>
                  <a:cubicBezTo>
                    <a:pt x="1296" y="93"/>
                    <a:pt x="1295" y="93"/>
                    <a:pt x="1294" y="93"/>
                  </a:cubicBezTo>
                  <a:cubicBezTo>
                    <a:pt x="1276" y="85"/>
                    <a:pt x="1257" y="77"/>
                    <a:pt x="1239" y="71"/>
                  </a:cubicBezTo>
                  <a:cubicBezTo>
                    <a:pt x="1205" y="59"/>
                    <a:pt x="1170" y="48"/>
                    <a:pt x="1134" y="40"/>
                  </a:cubicBezTo>
                  <a:cubicBezTo>
                    <a:pt x="1116" y="36"/>
                    <a:pt x="1098" y="32"/>
                    <a:pt x="1079" y="29"/>
                  </a:cubicBezTo>
                  <a:cubicBezTo>
                    <a:pt x="1077" y="29"/>
                    <a:pt x="1075" y="28"/>
                    <a:pt x="1074" y="26"/>
                  </a:cubicBezTo>
                  <a:cubicBezTo>
                    <a:pt x="1072" y="24"/>
                    <a:pt x="1072" y="22"/>
                    <a:pt x="1072" y="20"/>
                  </a:cubicBezTo>
                  <a:cubicBezTo>
                    <a:pt x="1073" y="15"/>
                    <a:pt x="1077" y="12"/>
                    <a:pt x="1082" y="13"/>
                  </a:cubicBezTo>
                  <a:cubicBezTo>
                    <a:pt x="1101" y="16"/>
                    <a:pt x="1120" y="19"/>
                    <a:pt x="1138" y="24"/>
                  </a:cubicBezTo>
                  <a:cubicBezTo>
                    <a:pt x="1174" y="32"/>
                    <a:pt x="1210" y="42"/>
                    <a:pt x="1245" y="55"/>
                  </a:cubicBezTo>
                  <a:cubicBezTo>
                    <a:pt x="1263" y="62"/>
                    <a:pt x="1282" y="69"/>
                    <a:pt x="1300" y="77"/>
                  </a:cubicBezTo>
                  <a:cubicBezTo>
                    <a:pt x="1301" y="77"/>
                    <a:pt x="1301" y="77"/>
                    <a:pt x="1301" y="77"/>
                  </a:cubicBezTo>
                  <a:cubicBezTo>
                    <a:pt x="1303" y="78"/>
                    <a:pt x="1304" y="79"/>
                    <a:pt x="1305" y="82"/>
                  </a:cubicBezTo>
                  <a:cubicBezTo>
                    <a:pt x="1306" y="84"/>
                    <a:pt x="1306" y="86"/>
                    <a:pt x="1305" y="88"/>
                  </a:cubicBezTo>
                  <a:cubicBezTo>
                    <a:pt x="1304" y="91"/>
                    <a:pt x="1301" y="93"/>
                    <a:pt x="1297" y="93"/>
                  </a:cubicBezTo>
                  <a:close/>
                  <a:moveTo>
                    <a:pt x="771" y="31"/>
                  </a:moveTo>
                  <a:cubicBezTo>
                    <a:pt x="767" y="31"/>
                    <a:pt x="763" y="28"/>
                    <a:pt x="763" y="24"/>
                  </a:cubicBezTo>
                  <a:cubicBezTo>
                    <a:pt x="762" y="22"/>
                    <a:pt x="763" y="19"/>
                    <a:pt x="764" y="18"/>
                  </a:cubicBezTo>
                  <a:cubicBezTo>
                    <a:pt x="765" y="16"/>
                    <a:pt x="767" y="14"/>
                    <a:pt x="770" y="14"/>
                  </a:cubicBezTo>
                  <a:cubicBezTo>
                    <a:pt x="774" y="13"/>
                    <a:pt x="779" y="16"/>
                    <a:pt x="779" y="21"/>
                  </a:cubicBezTo>
                  <a:cubicBezTo>
                    <a:pt x="780" y="23"/>
                    <a:pt x="779" y="25"/>
                    <a:pt x="778" y="27"/>
                  </a:cubicBezTo>
                  <a:cubicBezTo>
                    <a:pt x="777" y="29"/>
                    <a:pt x="775" y="30"/>
                    <a:pt x="773" y="31"/>
                  </a:cubicBezTo>
                  <a:cubicBezTo>
                    <a:pt x="772" y="31"/>
                    <a:pt x="772" y="31"/>
                    <a:pt x="771" y="31"/>
                  </a:cubicBezTo>
                  <a:close/>
                  <a:moveTo>
                    <a:pt x="799" y="26"/>
                  </a:moveTo>
                  <a:cubicBezTo>
                    <a:pt x="795" y="26"/>
                    <a:pt x="791" y="23"/>
                    <a:pt x="791" y="19"/>
                  </a:cubicBezTo>
                  <a:cubicBezTo>
                    <a:pt x="790" y="15"/>
                    <a:pt x="793" y="10"/>
                    <a:pt x="798" y="10"/>
                  </a:cubicBezTo>
                  <a:cubicBezTo>
                    <a:pt x="817" y="7"/>
                    <a:pt x="836" y="5"/>
                    <a:pt x="855" y="3"/>
                  </a:cubicBezTo>
                  <a:cubicBezTo>
                    <a:pt x="867" y="2"/>
                    <a:pt x="879" y="1"/>
                    <a:pt x="891" y="1"/>
                  </a:cubicBezTo>
                  <a:cubicBezTo>
                    <a:pt x="904" y="0"/>
                    <a:pt x="917" y="0"/>
                    <a:pt x="930" y="0"/>
                  </a:cubicBezTo>
                  <a:cubicBezTo>
                    <a:pt x="962" y="0"/>
                    <a:pt x="994" y="2"/>
                    <a:pt x="1026" y="5"/>
                  </a:cubicBezTo>
                  <a:cubicBezTo>
                    <a:pt x="1028" y="5"/>
                    <a:pt x="1030" y="6"/>
                    <a:pt x="1031" y="8"/>
                  </a:cubicBezTo>
                  <a:cubicBezTo>
                    <a:pt x="1033" y="10"/>
                    <a:pt x="1033" y="12"/>
                    <a:pt x="1033" y="14"/>
                  </a:cubicBezTo>
                  <a:cubicBezTo>
                    <a:pt x="1033" y="19"/>
                    <a:pt x="1028" y="22"/>
                    <a:pt x="1024" y="22"/>
                  </a:cubicBezTo>
                  <a:cubicBezTo>
                    <a:pt x="993" y="19"/>
                    <a:pt x="961" y="17"/>
                    <a:pt x="930" y="17"/>
                  </a:cubicBezTo>
                  <a:cubicBezTo>
                    <a:pt x="917" y="17"/>
                    <a:pt x="904" y="17"/>
                    <a:pt x="892" y="18"/>
                  </a:cubicBezTo>
                  <a:cubicBezTo>
                    <a:pt x="880" y="18"/>
                    <a:pt x="868" y="19"/>
                    <a:pt x="856" y="20"/>
                  </a:cubicBezTo>
                  <a:cubicBezTo>
                    <a:pt x="856" y="20"/>
                    <a:pt x="856" y="20"/>
                    <a:pt x="856" y="20"/>
                  </a:cubicBezTo>
                  <a:cubicBezTo>
                    <a:pt x="837" y="22"/>
                    <a:pt x="819" y="24"/>
                    <a:pt x="800" y="26"/>
                  </a:cubicBezTo>
                  <a:cubicBezTo>
                    <a:pt x="800" y="26"/>
                    <a:pt x="799" y="26"/>
                    <a:pt x="799" y="26"/>
                  </a:cubicBezTo>
                  <a:close/>
                  <a:moveTo>
                    <a:pt x="1053" y="25"/>
                  </a:moveTo>
                  <a:cubicBezTo>
                    <a:pt x="1053" y="25"/>
                    <a:pt x="1053" y="25"/>
                    <a:pt x="1053" y="25"/>
                  </a:cubicBezTo>
                  <a:cubicBezTo>
                    <a:pt x="1053" y="25"/>
                    <a:pt x="1053" y="25"/>
                    <a:pt x="1053" y="25"/>
                  </a:cubicBezTo>
                  <a:cubicBezTo>
                    <a:pt x="1052" y="25"/>
                    <a:pt x="1052" y="25"/>
                    <a:pt x="1052" y="25"/>
                  </a:cubicBezTo>
                  <a:cubicBezTo>
                    <a:pt x="1047" y="25"/>
                    <a:pt x="1044" y="20"/>
                    <a:pt x="1044" y="16"/>
                  </a:cubicBezTo>
                  <a:cubicBezTo>
                    <a:pt x="1045" y="11"/>
                    <a:pt x="1049" y="8"/>
                    <a:pt x="1054" y="8"/>
                  </a:cubicBezTo>
                  <a:cubicBezTo>
                    <a:pt x="1056" y="9"/>
                    <a:pt x="1058" y="10"/>
                    <a:pt x="1059" y="12"/>
                  </a:cubicBezTo>
                  <a:cubicBezTo>
                    <a:pt x="1061" y="13"/>
                    <a:pt x="1061" y="16"/>
                    <a:pt x="1061" y="18"/>
                  </a:cubicBezTo>
                  <a:cubicBezTo>
                    <a:pt x="1061" y="22"/>
                    <a:pt x="1057" y="25"/>
                    <a:pt x="1053" y="2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11A6F632-FD52-40BA-B8C8-8213202DD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2469" y="1378370"/>
              <a:ext cx="3807063" cy="3796500"/>
            </a:xfrm>
            <a:custGeom>
              <a:avLst/>
              <a:gdLst>
                <a:gd name="T0" fmla="*/ 899 w 1800"/>
                <a:gd name="T1" fmla="*/ 1794 h 1794"/>
                <a:gd name="T2" fmla="*/ 586 w 1800"/>
                <a:gd name="T3" fmla="*/ 1738 h 1794"/>
                <a:gd name="T4" fmla="*/ 293 w 1800"/>
                <a:gd name="T5" fmla="*/ 1558 h 1794"/>
                <a:gd name="T6" fmla="*/ 90 w 1800"/>
                <a:gd name="T7" fmla="*/ 1281 h 1794"/>
                <a:gd name="T8" fmla="*/ 6 w 1800"/>
                <a:gd name="T9" fmla="*/ 947 h 1794"/>
                <a:gd name="T10" fmla="*/ 54 w 1800"/>
                <a:gd name="T11" fmla="*/ 607 h 1794"/>
                <a:gd name="T12" fmla="*/ 227 w 1800"/>
                <a:gd name="T13" fmla="*/ 310 h 1794"/>
                <a:gd name="T14" fmla="*/ 500 w 1800"/>
                <a:gd name="T15" fmla="*/ 100 h 1794"/>
                <a:gd name="T16" fmla="*/ 831 w 1800"/>
                <a:gd name="T17" fmla="*/ 8 h 1794"/>
                <a:gd name="T18" fmla="*/ 1173 w 1800"/>
                <a:gd name="T19" fmla="*/ 49 h 1794"/>
                <a:gd name="T20" fmla="*/ 1474 w 1800"/>
                <a:gd name="T21" fmla="*/ 215 h 1794"/>
                <a:gd name="T22" fmla="*/ 1689 w 1800"/>
                <a:gd name="T23" fmla="*/ 483 h 1794"/>
                <a:gd name="T24" fmla="*/ 1789 w 1800"/>
                <a:gd name="T25" fmla="*/ 812 h 1794"/>
                <a:gd name="T26" fmla="*/ 1756 w 1800"/>
                <a:gd name="T27" fmla="*/ 1155 h 1794"/>
                <a:gd name="T28" fmla="*/ 1745 w 1800"/>
                <a:gd name="T29" fmla="*/ 1160 h 1794"/>
                <a:gd name="T30" fmla="*/ 1740 w 1800"/>
                <a:gd name="T31" fmla="*/ 1150 h 1794"/>
                <a:gd name="T32" fmla="*/ 1772 w 1800"/>
                <a:gd name="T33" fmla="*/ 814 h 1794"/>
                <a:gd name="T34" fmla="*/ 1674 w 1800"/>
                <a:gd name="T35" fmla="*/ 491 h 1794"/>
                <a:gd name="T36" fmla="*/ 1463 w 1800"/>
                <a:gd name="T37" fmla="*/ 228 h 1794"/>
                <a:gd name="T38" fmla="*/ 1167 w 1800"/>
                <a:gd name="T39" fmla="*/ 65 h 1794"/>
                <a:gd name="T40" fmla="*/ 832 w 1800"/>
                <a:gd name="T41" fmla="*/ 25 h 1794"/>
                <a:gd name="T42" fmla="*/ 507 w 1800"/>
                <a:gd name="T43" fmla="*/ 115 h 1794"/>
                <a:gd name="T44" fmla="*/ 240 w 1800"/>
                <a:gd name="T45" fmla="*/ 321 h 1794"/>
                <a:gd name="T46" fmla="*/ 70 w 1800"/>
                <a:gd name="T47" fmla="*/ 612 h 1794"/>
                <a:gd name="T48" fmla="*/ 23 w 1800"/>
                <a:gd name="T49" fmla="*/ 947 h 1794"/>
                <a:gd name="T50" fmla="*/ 105 w 1800"/>
                <a:gd name="T51" fmla="*/ 1274 h 1794"/>
                <a:gd name="T52" fmla="*/ 305 w 1800"/>
                <a:gd name="T53" fmla="*/ 1546 h 1794"/>
                <a:gd name="T54" fmla="*/ 592 w 1800"/>
                <a:gd name="T55" fmla="*/ 1722 h 1794"/>
                <a:gd name="T56" fmla="*/ 925 w 1800"/>
                <a:gd name="T57" fmla="*/ 1777 h 1794"/>
                <a:gd name="T58" fmla="*/ 1254 w 1800"/>
                <a:gd name="T59" fmla="*/ 1702 h 1794"/>
                <a:gd name="T60" fmla="*/ 1531 w 1800"/>
                <a:gd name="T61" fmla="*/ 1509 h 1794"/>
                <a:gd name="T62" fmla="*/ 1713 w 1800"/>
                <a:gd name="T63" fmla="*/ 1225 h 1794"/>
                <a:gd name="T64" fmla="*/ 1724 w 1800"/>
                <a:gd name="T65" fmla="*/ 1221 h 1794"/>
                <a:gd name="T66" fmla="*/ 1729 w 1800"/>
                <a:gd name="T67" fmla="*/ 1232 h 1794"/>
                <a:gd name="T68" fmla="*/ 1543 w 1800"/>
                <a:gd name="T69" fmla="*/ 1521 h 1794"/>
                <a:gd name="T70" fmla="*/ 1261 w 1800"/>
                <a:gd name="T71" fmla="*/ 1718 h 1794"/>
                <a:gd name="T72" fmla="*/ 926 w 1800"/>
                <a:gd name="T73" fmla="*/ 1794 h 1794"/>
                <a:gd name="T74" fmla="*/ 899 w 1800"/>
                <a:gd name="T75" fmla="*/ 1794 h 1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00" h="1794">
                  <a:moveTo>
                    <a:pt x="899" y="1794"/>
                  </a:moveTo>
                  <a:cubicBezTo>
                    <a:pt x="794" y="1794"/>
                    <a:pt x="686" y="1775"/>
                    <a:pt x="586" y="1738"/>
                  </a:cubicBezTo>
                  <a:cubicBezTo>
                    <a:pt x="479" y="1698"/>
                    <a:pt x="377" y="1636"/>
                    <a:pt x="293" y="1558"/>
                  </a:cubicBezTo>
                  <a:cubicBezTo>
                    <a:pt x="209" y="1481"/>
                    <a:pt x="139" y="1385"/>
                    <a:pt x="90" y="1281"/>
                  </a:cubicBezTo>
                  <a:cubicBezTo>
                    <a:pt x="41" y="1177"/>
                    <a:pt x="12" y="1062"/>
                    <a:pt x="6" y="947"/>
                  </a:cubicBezTo>
                  <a:cubicBezTo>
                    <a:pt x="0" y="834"/>
                    <a:pt x="16" y="716"/>
                    <a:pt x="54" y="607"/>
                  </a:cubicBezTo>
                  <a:cubicBezTo>
                    <a:pt x="92" y="498"/>
                    <a:pt x="152" y="395"/>
                    <a:pt x="227" y="310"/>
                  </a:cubicBezTo>
                  <a:cubicBezTo>
                    <a:pt x="303" y="224"/>
                    <a:pt x="397" y="151"/>
                    <a:pt x="500" y="100"/>
                  </a:cubicBezTo>
                  <a:cubicBezTo>
                    <a:pt x="603" y="49"/>
                    <a:pt x="717" y="17"/>
                    <a:pt x="831" y="8"/>
                  </a:cubicBezTo>
                  <a:cubicBezTo>
                    <a:pt x="945" y="0"/>
                    <a:pt x="1063" y="14"/>
                    <a:pt x="1173" y="49"/>
                  </a:cubicBezTo>
                  <a:cubicBezTo>
                    <a:pt x="1282" y="85"/>
                    <a:pt x="1387" y="142"/>
                    <a:pt x="1474" y="215"/>
                  </a:cubicBezTo>
                  <a:cubicBezTo>
                    <a:pt x="1561" y="289"/>
                    <a:pt x="1636" y="381"/>
                    <a:pt x="1689" y="483"/>
                  </a:cubicBezTo>
                  <a:cubicBezTo>
                    <a:pt x="1743" y="585"/>
                    <a:pt x="1777" y="698"/>
                    <a:pt x="1789" y="812"/>
                  </a:cubicBezTo>
                  <a:cubicBezTo>
                    <a:pt x="1800" y="926"/>
                    <a:pt x="1789" y="1044"/>
                    <a:pt x="1756" y="1155"/>
                  </a:cubicBezTo>
                  <a:cubicBezTo>
                    <a:pt x="1755" y="1159"/>
                    <a:pt x="1750" y="1162"/>
                    <a:pt x="1745" y="1160"/>
                  </a:cubicBezTo>
                  <a:cubicBezTo>
                    <a:pt x="1741" y="1159"/>
                    <a:pt x="1738" y="1154"/>
                    <a:pt x="1740" y="1150"/>
                  </a:cubicBezTo>
                  <a:cubicBezTo>
                    <a:pt x="1772" y="1042"/>
                    <a:pt x="1783" y="925"/>
                    <a:pt x="1772" y="814"/>
                  </a:cubicBezTo>
                  <a:cubicBezTo>
                    <a:pt x="1761" y="702"/>
                    <a:pt x="1727" y="591"/>
                    <a:pt x="1674" y="491"/>
                  </a:cubicBezTo>
                  <a:cubicBezTo>
                    <a:pt x="1622" y="391"/>
                    <a:pt x="1549" y="300"/>
                    <a:pt x="1463" y="228"/>
                  </a:cubicBezTo>
                  <a:cubicBezTo>
                    <a:pt x="1377" y="156"/>
                    <a:pt x="1275" y="100"/>
                    <a:pt x="1167" y="65"/>
                  </a:cubicBezTo>
                  <a:cubicBezTo>
                    <a:pt x="1060" y="31"/>
                    <a:pt x="944" y="17"/>
                    <a:pt x="832" y="25"/>
                  </a:cubicBezTo>
                  <a:cubicBezTo>
                    <a:pt x="721" y="34"/>
                    <a:pt x="608" y="65"/>
                    <a:pt x="507" y="115"/>
                  </a:cubicBezTo>
                  <a:cubicBezTo>
                    <a:pt x="406" y="166"/>
                    <a:pt x="314" y="237"/>
                    <a:pt x="240" y="321"/>
                  </a:cubicBezTo>
                  <a:cubicBezTo>
                    <a:pt x="166" y="405"/>
                    <a:pt x="107" y="506"/>
                    <a:pt x="70" y="612"/>
                  </a:cubicBezTo>
                  <a:cubicBezTo>
                    <a:pt x="33" y="719"/>
                    <a:pt x="17" y="835"/>
                    <a:pt x="23" y="947"/>
                  </a:cubicBezTo>
                  <a:cubicBezTo>
                    <a:pt x="29" y="1059"/>
                    <a:pt x="57" y="1172"/>
                    <a:pt x="105" y="1274"/>
                  </a:cubicBezTo>
                  <a:cubicBezTo>
                    <a:pt x="153" y="1376"/>
                    <a:pt x="222" y="1470"/>
                    <a:pt x="305" y="1546"/>
                  </a:cubicBezTo>
                  <a:cubicBezTo>
                    <a:pt x="387" y="1622"/>
                    <a:pt x="486" y="1683"/>
                    <a:pt x="592" y="1722"/>
                  </a:cubicBezTo>
                  <a:cubicBezTo>
                    <a:pt x="698" y="1761"/>
                    <a:pt x="813" y="1781"/>
                    <a:pt x="925" y="1777"/>
                  </a:cubicBezTo>
                  <a:cubicBezTo>
                    <a:pt x="1037" y="1774"/>
                    <a:pt x="1151" y="1748"/>
                    <a:pt x="1254" y="1702"/>
                  </a:cubicBezTo>
                  <a:cubicBezTo>
                    <a:pt x="1357" y="1656"/>
                    <a:pt x="1453" y="1590"/>
                    <a:pt x="1531" y="1509"/>
                  </a:cubicBezTo>
                  <a:cubicBezTo>
                    <a:pt x="1608" y="1428"/>
                    <a:pt x="1672" y="1330"/>
                    <a:pt x="1713" y="1225"/>
                  </a:cubicBezTo>
                  <a:cubicBezTo>
                    <a:pt x="1715" y="1221"/>
                    <a:pt x="1720" y="1219"/>
                    <a:pt x="1724" y="1221"/>
                  </a:cubicBezTo>
                  <a:cubicBezTo>
                    <a:pt x="1729" y="1222"/>
                    <a:pt x="1731" y="1227"/>
                    <a:pt x="1729" y="1232"/>
                  </a:cubicBezTo>
                  <a:cubicBezTo>
                    <a:pt x="1687" y="1338"/>
                    <a:pt x="1622" y="1438"/>
                    <a:pt x="1543" y="1521"/>
                  </a:cubicBezTo>
                  <a:cubicBezTo>
                    <a:pt x="1463" y="1603"/>
                    <a:pt x="1366" y="1671"/>
                    <a:pt x="1261" y="1718"/>
                  </a:cubicBezTo>
                  <a:cubicBezTo>
                    <a:pt x="1156" y="1764"/>
                    <a:pt x="1040" y="1791"/>
                    <a:pt x="926" y="1794"/>
                  </a:cubicBezTo>
                  <a:cubicBezTo>
                    <a:pt x="917" y="1794"/>
                    <a:pt x="908" y="1794"/>
                    <a:pt x="899" y="17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7CD93A2A-4178-4321-9DDB-1BAC3722A9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281202" y="1459181"/>
              <a:ext cx="3629597" cy="3634879"/>
            </a:xfrm>
            <a:custGeom>
              <a:avLst/>
              <a:gdLst>
                <a:gd name="T0" fmla="*/ 634 w 1716"/>
                <a:gd name="T1" fmla="*/ 1679 h 1718"/>
                <a:gd name="T2" fmla="*/ 866 w 1716"/>
                <a:gd name="T3" fmla="*/ 1718 h 1718"/>
                <a:gd name="T4" fmla="*/ 903 w 1716"/>
                <a:gd name="T5" fmla="*/ 1708 h 1718"/>
                <a:gd name="T6" fmla="*/ 916 w 1716"/>
                <a:gd name="T7" fmla="*/ 1701 h 1718"/>
                <a:gd name="T8" fmla="*/ 1092 w 1716"/>
                <a:gd name="T9" fmla="*/ 1685 h 1718"/>
                <a:gd name="T10" fmla="*/ 623 w 1716"/>
                <a:gd name="T11" fmla="*/ 1676 h 1718"/>
                <a:gd name="T12" fmla="*/ 379 w 1716"/>
                <a:gd name="T13" fmla="*/ 1561 h 1718"/>
                <a:gd name="T14" fmla="*/ 588 w 1716"/>
                <a:gd name="T15" fmla="*/ 1674 h 1718"/>
                <a:gd name="T16" fmla="*/ 1178 w 1716"/>
                <a:gd name="T17" fmla="*/ 1647 h 1718"/>
                <a:gd name="T18" fmla="*/ 1339 w 1716"/>
                <a:gd name="T19" fmla="*/ 1550 h 1718"/>
                <a:gd name="T20" fmla="*/ 1199 w 1716"/>
                <a:gd name="T21" fmla="*/ 1647 h 1718"/>
                <a:gd name="T22" fmla="*/ 367 w 1716"/>
                <a:gd name="T23" fmla="*/ 1543 h 1718"/>
                <a:gd name="T24" fmla="*/ 251 w 1716"/>
                <a:gd name="T25" fmla="*/ 1467 h 1718"/>
                <a:gd name="T26" fmla="*/ 345 w 1716"/>
                <a:gd name="T27" fmla="*/ 1526 h 1718"/>
                <a:gd name="T28" fmla="*/ 1418 w 1716"/>
                <a:gd name="T29" fmla="*/ 1499 h 1718"/>
                <a:gd name="T30" fmla="*/ 1538 w 1716"/>
                <a:gd name="T31" fmla="*/ 1354 h 1718"/>
                <a:gd name="T32" fmla="*/ 1438 w 1716"/>
                <a:gd name="T33" fmla="*/ 1492 h 1718"/>
                <a:gd name="T34" fmla="*/ 159 w 1716"/>
                <a:gd name="T35" fmla="*/ 1343 h 1718"/>
                <a:gd name="T36" fmla="*/ 67 w 1716"/>
                <a:gd name="T37" fmla="*/ 1193 h 1718"/>
                <a:gd name="T38" fmla="*/ 155 w 1716"/>
                <a:gd name="T39" fmla="*/ 1322 h 1718"/>
                <a:gd name="T40" fmla="*/ 1584 w 1716"/>
                <a:gd name="T41" fmla="*/ 1284 h 1718"/>
                <a:gd name="T42" fmla="*/ 1601 w 1716"/>
                <a:gd name="T43" fmla="*/ 1271 h 1718"/>
                <a:gd name="T44" fmla="*/ 1687 w 1716"/>
                <a:gd name="T45" fmla="*/ 1044 h 1718"/>
                <a:gd name="T46" fmla="*/ 42 w 1716"/>
                <a:gd name="T47" fmla="*/ 1105 h 1718"/>
                <a:gd name="T48" fmla="*/ 35 w 1716"/>
                <a:gd name="T49" fmla="*/ 1077 h 1718"/>
                <a:gd name="T50" fmla="*/ 9 w 1716"/>
                <a:gd name="T51" fmla="*/ 836 h 1718"/>
                <a:gd name="T52" fmla="*/ 42 w 1716"/>
                <a:gd name="T53" fmla="*/ 1073 h 1718"/>
                <a:gd name="T54" fmla="*/ 1700 w 1716"/>
                <a:gd name="T55" fmla="*/ 1027 h 1718"/>
                <a:gd name="T56" fmla="*/ 1699 w 1716"/>
                <a:gd name="T57" fmla="*/ 829 h 1718"/>
                <a:gd name="T58" fmla="*/ 1716 w 1716"/>
                <a:gd name="T59" fmla="*/ 859 h 1718"/>
                <a:gd name="T60" fmla="*/ 9 w 1716"/>
                <a:gd name="T61" fmla="*/ 825 h 1718"/>
                <a:gd name="T62" fmla="*/ 11 w 1716"/>
                <a:gd name="T63" fmla="*/ 797 h 1718"/>
                <a:gd name="T64" fmla="*/ 26 w 1716"/>
                <a:gd name="T65" fmla="*/ 733 h 1718"/>
                <a:gd name="T66" fmla="*/ 1699 w 1716"/>
                <a:gd name="T67" fmla="*/ 735 h 1718"/>
                <a:gd name="T68" fmla="*/ 1647 w 1716"/>
                <a:gd name="T69" fmla="*/ 569 h 1718"/>
                <a:gd name="T70" fmla="*/ 1704 w 1716"/>
                <a:gd name="T71" fmla="*/ 714 h 1718"/>
                <a:gd name="T72" fmla="*/ 78 w 1716"/>
                <a:gd name="T73" fmla="*/ 545 h 1718"/>
                <a:gd name="T74" fmla="*/ 98 w 1716"/>
                <a:gd name="T75" fmla="*/ 461 h 1718"/>
                <a:gd name="T76" fmla="*/ 81 w 1716"/>
                <a:gd name="T77" fmla="*/ 524 h 1718"/>
                <a:gd name="T78" fmla="*/ 1624 w 1716"/>
                <a:gd name="T79" fmla="*/ 478 h 1718"/>
                <a:gd name="T80" fmla="*/ 1479 w 1716"/>
                <a:gd name="T81" fmla="*/ 292 h 1718"/>
                <a:gd name="T82" fmla="*/ 1610 w 1716"/>
                <a:gd name="T83" fmla="*/ 446 h 1718"/>
                <a:gd name="T84" fmla="*/ 224 w 1716"/>
                <a:gd name="T85" fmla="*/ 307 h 1718"/>
                <a:gd name="T86" fmla="*/ 237 w 1716"/>
                <a:gd name="T87" fmla="*/ 267 h 1718"/>
                <a:gd name="T88" fmla="*/ 242 w 1716"/>
                <a:gd name="T89" fmla="*/ 286 h 1718"/>
                <a:gd name="T90" fmla="*/ 1454 w 1716"/>
                <a:gd name="T91" fmla="*/ 242 h 1718"/>
                <a:gd name="T92" fmla="*/ 1287 w 1716"/>
                <a:gd name="T93" fmla="*/ 136 h 1718"/>
                <a:gd name="T94" fmla="*/ 1434 w 1716"/>
                <a:gd name="T95" fmla="*/ 235 h 1718"/>
                <a:gd name="T96" fmla="*/ 439 w 1716"/>
                <a:gd name="T97" fmla="*/ 130 h 1718"/>
                <a:gd name="T98" fmla="*/ 518 w 1716"/>
                <a:gd name="T99" fmla="*/ 81 h 1718"/>
                <a:gd name="T100" fmla="*/ 1212 w 1716"/>
                <a:gd name="T101" fmla="*/ 97 h 1718"/>
                <a:gd name="T102" fmla="*/ 1190 w 1716"/>
                <a:gd name="T103" fmla="*/ 86 h 1718"/>
                <a:gd name="T104" fmla="*/ 1030 w 1716"/>
                <a:gd name="T105" fmla="*/ 19 h 1718"/>
                <a:gd name="T106" fmla="*/ 582 w 1716"/>
                <a:gd name="T107" fmla="*/ 64 h 1718"/>
                <a:gd name="T108" fmla="*/ 639 w 1716"/>
                <a:gd name="T109" fmla="*/ 47 h 1718"/>
                <a:gd name="T110" fmla="*/ 662 w 1716"/>
                <a:gd name="T111" fmla="*/ 24 h 1718"/>
                <a:gd name="T112" fmla="*/ 683 w 1716"/>
                <a:gd name="T113" fmla="*/ 28 h 1718"/>
                <a:gd name="T114" fmla="*/ 916 w 1716"/>
                <a:gd name="T115" fmla="*/ 20 h 1718"/>
                <a:gd name="T116" fmla="*/ 945 w 1716"/>
                <a:gd name="T117" fmla="*/ 23 h 1718"/>
                <a:gd name="T118" fmla="*/ 945 w 1716"/>
                <a:gd name="T119" fmla="*/ 23 h 1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16" h="1718">
                  <a:moveTo>
                    <a:pt x="859" y="1718"/>
                  </a:moveTo>
                  <a:cubicBezTo>
                    <a:pt x="855" y="1718"/>
                    <a:pt x="852" y="1718"/>
                    <a:pt x="849" y="1718"/>
                  </a:cubicBezTo>
                  <a:cubicBezTo>
                    <a:pt x="836" y="1718"/>
                    <a:pt x="822" y="1717"/>
                    <a:pt x="809" y="1716"/>
                  </a:cubicBezTo>
                  <a:cubicBezTo>
                    <a:pt x="753" y="1713"/>
                    <a:pt x="696" y="1704"/>
                    <a:pt x="641" y="1690"/>
                  </a:cubicBezTo>
                  <a:cubicBezTo>
                    <a:pt x="640" y="1689"/>
                    <a:pt x="640" y="1689"/>
                    <a:pt x="640" y="1689"/>
                  </a:cubicBezTo>
                  <a:cubicBezTo>
                    <a:pt x="638" y="1689"/>
                    <a:pt x="636" y="1688"/>
                    <a:pt x="635" y="1686"/>
                  </a:cubicBezTo>
                  <a:cubicBezTo>
                    <a:pt x="634" y="1684"/>
                    <a:pt x="634" y="1681"/>
                    <a:pt x="634" y="1679"/>
                  </a:cubicBezTo>
                  <a:cubicBezTo>
                    <a:pt x="635" y="1675"/>
                    <a:pt x="640" y="1672"/>
                    <a:pt x="645" y="1673"/>
                  </a:cubicBezTo>
                  <a:cubicBezTo>
                    <a:pt x="699" y="1687"/>
                    <a:pt x="755" y="1696"/>
                    <a:pt x="810" y="1699"/>
                  </a:cubicBezTo>
                  <a:cubicBezTo>
                    <a:pt x="823" y="1700"/>
                    <a:pt x="836" y="1701"/>
                    <a:pt x="849" y="1701"/>
                  </a:cubicBezTo>
                  <a:cubicBezTo>
                    <a:pt x="855" y="1701"/>
                    <a:pt x="861" y="1701"/>
                    <a:pt x="866" y="1701"/>
                  </a:cubicBezTo>
                  <a:cubicBezTo>
                    <a:pt x="866" y="1701"/>
                    <a:pt x="866" y="1701"/>
                    <a:pt x="866" y="1701"/>
                  </a:cubicBezTo>
                  <a:cubicBezTo>
                    <a:pt x="871" y="1701"/>
                    <a:pt x="875" y="1704"/>
                    <a:pt x="875" y="1709"/>
                  </a:cubicBezTo>
                  <a:cubicBezTo>
                    <a:pt x="875" y="1714"/>
                    <a:pt x="871" y="1718"/>
                    <a:pt x="866" y="1718"/>
                  </a:cubicBezTo>
                  <a:cubicBezTo>
                    <a:pt x="864" y="1718"/>
                    <a:pt x="862" y="1718"/>
                    <a:pt x="859" y="1718"/>
                  </a:cubicBezTo>
                  <a:close/>
                  <a:moveTo>
                    <a:pt x="895" y="1717"/>
                  </a:moveTo>
                  <a:cubicBezTo>
                    <a:pt x="890" y="1717"/>
                    <a:pt x="886" y="1713"/>
                    <a:pt x="886" y="1709"/>
                  </a:cubicBezTo>
                  <a:cubicBezTo>
                    <a:pt x="886" y="1707"/>
                    <a:pt x="887" y="1704"/>
                    <a:pt x="888" y="1703"/>
                  </a:cubicBezTo>
                  <a:cubicBezTo>
                    <a:pt x="890" y="1701"/>
                    <a:pt x="892" y="1700"/>
                    <a:pt x="894" y="1700"/>
                  </a:cubicBezTo>
                  <a:cubicBezTo>
                    <a:pt x="894" y="1700"/>
                    <a:pt x="894" y="1700"/>
                    <a:pt x="894" y="1700"/>
                  </a:cubicBezTo>
                  <a:cubicBezTo>
                    <a:pt x="899" y="1700"/>
                    <a:pt x="903" y="1703"/>
                    <a:pt x="903" y="1708"/>
                  </a:cubicBezTo>
                  <a:cubicBezTo>
                    <a:pt x="903" y="1713"/>
                    <a:pt x="900" y="1717"/>
                    <a:pt x="895" y="1717"/>
                  </a:cubicBezTo>
                  <a:cubicBezTo>
                    <a:pt x="895" y="1717"/>
                    <a:pt x="895" y="1717"/>
                    <a:pt x="895" y="1717"/>
                  </a:cubicBezTo>
                  <a:cubicBezTo>
                    <a:pt x="895" y="1717"/>
                    <a:pt x="895" y="1717"/>
                    <a:pt x="895" y="1717"/>
                  </a:cubicBezTo>
                  <a:close/>
                  <a:moveTo>
                    <a:pt x="923" y="1715"/>
                  </a:moveTo>
                  <a:cubicBezTo>
                    <a:pt x="923" y="1715"/>
                    <a:pt x="923" y="1715"/>
                    <a:pt x="923" y="1715"/>
                  </a:cubicBezTo>
                  <a:cubicBezTo>
                    <a:pt x="919" y="1715"/>
                    <a:pt x="915" y="1712"/>
                    <a:pt x="914" y="1707"/>
                  </a:cubicBezTo>
                  <a:cubicBezTo>
                    <a:pt x="914" y="1705"/>
                    <a:pt x="915" y="1703"/>
                    <a:pt x="916" y="1701"/>
                  </a:cubicBezTo>
                  <a:cubicBezTo>
                    <a:pt x="918" y="1700"/>
                    <a:pt x="920" y="1698"/>
                    <a:pt x="922" y="1698"/>
                  </a:cubicBezTo>
                  <a:cubicBezTo>
                    <a:pt x="978" y="1694"/>
                    <a:pt x="1033" y="1684"/>
                    <a:pt x="1087" y="1669"/>
                  </a:cubicBezTo>
                  <a:cubicBezTo>
                    <a:pt x="1105" y="1664"/>
                    <a:pt x="1123" y="1658"/>
                    <a:pt x="1141" y="1652"/>
                  </a:cubicBezTo>
                  <a:cubicBezTo>
                    <a:pt x="1145" y="1650"/>
                    <a:pt x="1150" y="1653"/>
                    <a:pt x="1152" y="1657"/>
                  </a:cubicBezTo>
                  <a:cubicBezTo>
                    <a:pt x="1152" y="1659"/>
                    <a:pt x="1152" y="1661"/>
                    <a:pt x="1151" y="1663"/>
                  </a:cubicBezTo>
                  <a:cubicBezTo>
                    <a:pt x="1150" y="1665"/>
                    <a:pt x="1148" y="1667"/>
                    <a:pt x="1146" y="1668"/>
                  </a:cubicBezTo>
                  <a:cubicBezTo>
                    <a:pt x="1128" y="1674"/>
                    <a:pt x="1110" y="1680"/>
                    <a:pt x="1092" y="1685"/>
                  </a:cubicBezTo>
                  <a:cubicBezTo>
                    <a:pt x="1037" y="1701"/>
                    <a:pt x="980" y="1711"/>
                    <a:pt x="923" y="1715"/>
                  </a:cubicBezTo>
                  <a:close/>
                  <a:moveTo>
                    <a:pt x="615" y="1682"/>
                  </a:moveTo>
                  <a:cubicBezTo>
                    <a:pt x="614" y="1682"/>
                    <a:pt x="614" y="1682"/>
                    <a:pt x="613" y="1682"/>
                  </a:cubicBezTo>
                  <a:cubicBezTo>
                    <a:pt x="608" y="1680"/>
                    <a:pt x="606" y="1676"/>
                    <a:pt x="607" y="1671"/>
                  </a:cubicBezTo>
                  <a:cubicBezTo>
                    <a:pt x="608" y="1667"/>
                    <a:pt x="613" y="1664"/>
                    <a:pt x="618" y="1665"/>
                  </a:cubicBezTo>
                  <a:cubicBezTo>
                    <a:pt x="620" y="1666"/>
                    <a:pt x="622" y="1668"/>
                    <a:pt x="623" y="1670"/>
                  </a:cubicBezTo>
                  <a:cubicBezTo>
                    <a:pt x="624" y="1672"/>
                    <a:pt x="624" y="1674"/>
                    <a:pt x="623" y="1676"/>
                  </a:cubicBezTo>
                  <a:cubicBezTo>
                    <a:pt x="622" y="1680"/>
                    <a:pt x="619" y="1682"/>
                    <a:pt x="615" y="1682"/>
                  </a:cubicBezTo>
                  <a:close/>
                  <a:moveTo>
                    <a:pt x="588" y="1674"/>
                  </a:moveTo>
                  <a:cubicBezTo>
                    <a:pt x="587" y="1674"/>
                    <a:pt x="586" y="1673"/>
                    <a:pt x="586" y="1673"/>
                  </a:cubicBezTo>
                  <a:cubicBezTo>
                    <a:pt x="568" y="1667"/>
                    <a:pt x="550" y="1660"/>
                    <a:pt x="532" y="1653"/>
                  </a:cubicBezTo>
                  <a:cubicBezTo>
                    <a:pt x="530" y="1652"/>
                    <a:pt x="527" y="1651"/>
                    <a:pt x="525" y="1650"/>
                  </a:cubicBezTo>
                  <a:cubicBezTo>
                    <a:pt x="475" y="1629"/>
                    <a:pt x="427" y="1603"/>
                    <a:pt x="381" y="1573"/>
                  </a:cubicBezTo>
                  <a:cubicBezTo>
                    <a:pt x="377" y="1570"/>
                    <a:pt x="376" y="1565"/>
                    <a:pt x="379" y="1561"/>
                  </a:cubicBezTo>
                  <a:cubicBezTo>
                    <a:pt x="381" y="1557"/>
                    <a:pt x="387" y="1556"/>
                    <a:pt x="390" y="1559"/>
                  </a:cubicBezTo>
                  <a:cubicBezTo>
                    <a:pt x="435" y="1589"/>
                    <a:pt x="483" y="1614"/>
                    <a:pt x="532" y="1635"/>
                  </a:cubicBezTo>
                  <a:cubicBezTo>
                    <a:pt x="533" y="1635"/>
                    <a:pt x="535" y="1636"/>
                    <a:pt x="536" y="1637"/>
                  </a:cubicBezTo>
                  <a:cubicBezTo>
                    <a:pt x="539" y="1637"/>
                    <a:pt x="539" y="1637"/>
                    <a:pt x="539" y="1637"/>
                  </a:cubicBezTo>
                  <a:cubicBezTo>
                    <a:pt x="556" y="1645"/>
                    <a:pt x="573" y="1651"/>
                    <a:pt x="591" y="1657"/>
                  </a:cubicBezTo>
                  <a:cubicBezTo>
                    <a:pt x="595" y="1659"/>
                    <a:pt x="598" y="1663"/>
                    <a:pt x="596" y="1668"/>
                  </a:cubicBezTo>
                  <a:cubicBezTo>
                    <a:pt x="595" y="1671"/>
                    <a:pt x="592" y="1674"/>
                    <a:pt x="588" y="1674"/>
                  </a:cubicBezTo>
                  <a:close/>
                  <a:moveTo>
                    <a:pt x="1170" y="1658"/>
                  </a:moveTo>
                  <a:cubicBezTo>
                    <a:pt x="1166" y="1658"/>
                    <a:pt x="1163" y="1656"/>
                    <a:pt x="1162" y="1653"/>
                  </a:cubicBezTo>
                  <a:cubicBezTo>
                    <a:pt x="1161" y="1651"/>
                    <a:pt x="1161" y="1649"/>
                    <a:pt x="1162" y="1646"/>
                  </a:cubicBezTo>
                  <a:cubicBezTo>
                    <a:pt x="1163" y="1644"/>
                    <a:pt x="1165" y="1643"/>
                    <a:pt x="1167" y="1642"/>
                  </a:cubicBezTo>
                  <a:cubicBezTo>
                    <a:pt x="1167" y="1642"/>
                    <a:pt x="1167" y="1642"/>
                    <a:pt x="1167" y="1642"/>
                  </a:cubicBezTo>
                  <a:cubicBezTo>
                    <a:pt x="1167" y="1642"/>
                    <a:pt x="1167" y="1642"/>
                    <a:pt x="1167" y="1642"/>
                  </a:cubicBezTo>
                  <a:cubicBezTo>
                    <a:pt x="1171" y="1640"/>
                    <a:pt x="1176" y="1643"/>
                    <a:pt x="1178" y="1647"/>
                  </a:cubicBezTo>
                  <a:cubicBezTo>
                    <a:pt x="1180" y="1651"/>
                    <a:pt x="1177" y="1656"/>
                    <a:pt x="1173" y="1658"/>
                  </a:cubicBezTo>
                  <a:cubicBezTo>
                    <a:pt x="1172" y="1658"/>
                    <a:pt x="1171" y="1658"/>
                    <a:pt x="1170" y="1658"/>
                  </a:cubicBezTo>
                  <a:close/>
                  <a:moveTo>
                    <a:pt x="1196" y="1648"/>
                  </a:moveTo>
                  <a:cubicBezTo>
                    <a:pt x="1193" y="1648"/>
                    <a:pt x="1190" y="1645"/>
                    <a:pt x="1188" y="1642"/>
                  </a:cubicBezTo>
                  <a:cubicBezTo>
                    <a:pt x="1187" y="1640"/>
                    <a:pt x="1187" y="1638"/>
                    <a:pt x="1188" y="1636"/>
                  </a:cubicBezTo>
                  <a:cubicBezTo>
                    <a:pt x="1189" y="1634"/>
                    <a:pt x="1191" y="1632"/>
                    <a:pt x="1193" y="1631"/>
                  </a:cubicBezTo>
                  <a:cubicBezTo>
                    <a:pt x="1244" y="1609"/>
                    <a:pt x="1293" y="1581"/>
                    <a:pt x="1339" y="1550"/>
                  </a:cubicBezTo>
                  <a:cubicBezTo>
                    <a:pt x="1354" y="1539"/>
                    <a:pt x="1369" y="1528"/>
                    <a:pt x="1384" y="1516"/>
                  </a:cubicBezTo>
                  <a:cubicBezTo>
                    <a:pt x="1388" y="1513"/>
                    <a:pt x="1393" y="1514"/>
                    <a:pt x="1396" y="1517"/>
                  </a:cubicBezTo>
                  <a:cubicBezTo>
                    <a:pt x="1397" y="1519"/>
                    <a:pt x="1398" y="1521"/>
                    <a:pt x="1398" y="1524"/>
                  </a:cubicBezTo>
                  <a:cubicBezTo>
                    <a:pt x="1398" y="1526"/>
                    <a:pt x="1396" y="1528"/>
                    <a:pt x="1395" y="1529"/>
                  </a:cubicBezTo>
                  <a:cubicBezTo>
                    <a:pt x="1380" y="1541"/>
                    <a:pt x="1365" y="1553"/>
                    <a:pt x="1349" y="1563"/>
                  </a:cubicBezTo>
                  <a:cubicBezTo>
                    <a:pt x="1302" y="1596"/>
                    <a:pt x="1252" y="1624"/>
                    <a:pt x="1199" y="1647"/>
                  </a:cubicBezTo>
                  <a:cubicBezTo>
                    <a:pt x="1199" y="1647"/>
                    <a:pt x="1199" y="1647"/>
                    <a:pt x="1199" y="1647"/>
                  </a:cubicBezTo>
                  <a:cubicBezTo>
                    <a:pt x="1199" y="1647"/>
                    <a:pt x="1199" y="1647"/>
                    <a:pt x="1199" y="1647"/>
                  </a:cubicBezTo>
                  <a:cubicBezTo>
                    <a:pt x="1198" y="1647"/>
                    <a:pt x="1197" y="1648"/>
                    <a:pt x="1196" y="1648"/>
                  </a:cubicBezTo>
                  <a:close/>
                  <a:moveTo>
                    <a:pt x="362" y="1558"/>
                  </a:moveTo>
                  <a:cubicBezTo>
                    <a:pt x="361" y="1558"/>
                    <a:pt x="359" y="1558"/>
                    <a:pt x="358" y="1557"/>
                  </a:cubicBezTo>
                  <a:cubicBezTo>
                    <a:pt x="354" y="1554"/>
                    <a:pt x="353" y="1549"/>
                    <a:pt x="356" y="1545"/>
                  </a:cubicBezTo>
                  <a:cubicBezTo>
                    <a:pt x="358" y="1541"/>
                    <a:pt x="363" y="1540"/>
                    <a:pt x="367" y="1543"/>
                  </a:cubicBezTo>
                  <a:cubicBezTo>
                    <a:pt x="367" y="1543"/>
                    <a:pt x="367" y="1543"/>
                    <a:pt x="367" y="1543"/>
                  </a:cubicBezTo>
                  <a:cubicBezTo>
                    <a:pt x="367" y="1543"/>
                    <a:pt x="367" y="1543"/>
                    <a:pt x="367" y="1543"/>
                  </a:cubicBezTo>
                  <a:cubicBezTo>
                    <a:pt x="371" y="1545"/>
                    <a:pt x="372" y="1551"/>
                    <a:pt x="369" y="1555"/>
                  </a:cubicBezTo>
                  <a:cubicBezTo>
                    <a:pt x="368" y="1557"/>
                    <a:pt x="365" y="1558"/>
                    <a:pt x="362" y="1558"/>
                  </a:cubicBezTo>
                  <a:close/>
                  <a:moveTo>
                    <a:pt x="340" y="1541"/>
                  </a:moveTo>
                  <a:cubicBezTo>
                    <a:pt x="338" y="1541"/>
                    <a:pt x="336" y="1541"/>
                    <a:pt x="335" y="1540"/>
                  </a:cubicBezTo>
                  <a:cubicBezTo>
                    <a:pt x="319" y="1528"/>
                    <a:pt x="305" y="1516"/>
                    <a:pt x="290" y="1503"/>
                  </a:cubicBezTo>
                  <a:cubicBezTo>
                    <a:pt x="277" y="1491"/>
                    <a:pt x="264" y="1479"/>
                    <a:pt x="251" y="1467"/>
                  </a:cubicBezTo>
                  <a:cubicBezTo>
                    <a:pt x="224" y="1439"/>
                    <a:pt x="198" y="1409"/>
                    <a:pt x="174" y="1378"/>
                  </a:cubicBezTo>
                  <a:cubicBezTo>
                    <a:pt x="171" y="1374"/>
                    <a:pt x="172" y="1369"/>
                    <a:pt x="176" y="1366"/>
                  </a:cubicBezTo>
                  <a:cubicBezTo>
                    <a:pt x="179" y="1363"/>
                    <a:pt x="185" y="1364"/>
                    <a:pt x="188" y="1368"/>
                  </a:cubicBezTo>
                  <a:cubicBezTo>
                    <a:pt x="211" y="1398"/>
                    <a:pt x="236" y="1428"/>
                    <a:pt x="263" y="1455"/>
                  </a:cubicBezTo>
                  <a:cubicBezTo>
                    <a:pt x="276" y="1467"/>
                    <a:pt x="288" y="1479"/>
                    <a:pt x="302" y="1491"/>
                  </a:cubicBezTo>
                  <a:cubicBezTo>
                    <a:pt x="302" y="1491"/>
                    <a:pt x="302" y="1491"/>
                    <a:pt x="302" y="1491"/>
                  </a:cubicBezTo>
                  <a:cubicBezTo>
                    <a:pt x="316" y="1503"/>
                    <a:pt x="330" y="1515"/>
                    <a:pt x="345" y="1526"/>
                  </a:cubicBezTo>
                  <a:cubicBezTo>
                    <a:pt x="349" y="1529"/>
                    <a:pt x="349" y="1534"/>
                    <a:pt x="346" y="1538"/>
                  </a:cubicBezTo>
                  <a:cubicBezTo>
                    <a:pt x="345" y="1540"/>
                    <a:pt x="342" y="1541"/>
                    <a:pt x="340" y="1541"/>
                  </a:cubicBezTo>
                  <a:close/>
                  <a:moveTo>
                    <a:pt x="1411" y="1513"/>
                  </a:moveTo>
                  <a:cubicBezTo>
                    <a:pt x="1409" y="1513"/>
                    <a:pt x="1406" y="1512"/>
                    <a:pt x="1405" y="1510"/>
                  </a:cubicBezTo>
                  <a:cubicBezTo>
                    <a:pt x="1403" y="1508"/>
                    <a:pt x="1403" y="1506"/>
                    <a:pt x="1403" y="1504"/>
                  </a:cubicBezTo>
                  <a:cubicBezTo>
                    <a:pt x="1403" y="1502"/>
                    <a:pt x="1404" y="1500"/>
                    <a:pt x="1406" y="1498"/>
                  </a:cubicBezTo>
                  <a:cubicBezTo>
                    <a:pt x="1409" y="1495"/>
                    <a:pt x="1415" y="1496"/>
                    <a:pt x="1418" y="1499"/>
                  </a:cubicBezTo>
                  <a:cubicBezTo>
                    <a:pt x="1421" y="1503"/>
                    <a:pt x="1420" y="1508"/>
                    <a:pt x="1417" y="1511"/>
                  </a:cubicBezTo>
                  <a:cubicBezTo>
                    <a:pt x="1415" y="1512"/>
                    <a:pt x="1413" y="1513"/>
                    <a:pt x="1411" y="1513"/>
                  </a:cubicBezTo>
                  <a:close/>
                  <a:moveTo>
                    <a:pt x="1432" y="1494"/>
                  </a:moveTo>
                  <a:cubicBezTo>
                    <a:pt x="1430" y="1494"/>
                    <a:pt x="1428" y="1493"/>
                    <a:pt x="1426" y="1492"/>
                  </a:cubicBezTo>
                  <a:cubicBezTo>
                    <a:pt x="1423" y="1488"/>
                    <a:pt x="1423" y="1483"/>
                    <a:pt x="1427" y="1480"/>
                  </a:cubicBezTo>
                  <a:cubicBezTo>
                    <a:pt x="1431" y="1475"/>
                    <a:pt x="1435" y="1471"/>
                    <a:pt x="1439" y="1468"/>
                  </a:cubicBezTo>
                  <a:cubicBezTo>
                    <a:pt x="1475" y="1433"/>
                    <a:pt x="1509" y="1395"/>
                    <a:pt x="1538" y="1354"/>
                  </a:cubicBezTo>
                  <a:cubicBezTo>
                    <a:pt x="1549" y="1339"/>
                    <a:pt x="1560" y="1324"/>
                    <a:pt x="1570" y="1308"/>
                  </a:cubicBezTo>
                  <a:cubicBezTo>
                    <a:pt x="1572" y="1304"/>
                    <a:pt x="1577" y="1303"/>
                    <a:pt x="1581" y="1305"/>
                  </a:cubicBezTo>
                  <a:cubicBezTo>
                    <a:pt x="1585" y="1308"/>
                    <a:pt x="1586" y="1313"/>
                    <a:pt x="1584" y="1317"/>
                  </a:cubicBezTo>
                  <a:cubicBezTo>
                    <a:pt x="1574" y="1333"/>
                    <a:pt x="1563" y="1349"/>
                    <a:pt x="1552" y="1364"/>
                  </a:cubicBezTo>
                  <a:cubicBezTo>
                    <a:pt x="1522" y="1406"/>
                    <a:pt x="1488" y="1445"/>
                    <a:pt x="1451" y="1480"/>
                  </a:cubicBezTo>
                  <a:cubicBezTo>
                    <a:pt x="1447" y="1484"/>
                    <a:pt x="1442" y="1488"/>
                    <a:pt x="1438" y="1492"/>
                  </a:cubicBezTo>
                  <a:cubicBezTo>
                    <a:pt x="1438" y="1492"/>
                    <a:pt x="1438" y="1492"/>
                    <a:pt x="1438" y="1492"/>
                  </a:cubicBezTo>
                  <a:cubicBezTo>
                    <a:pt x="1438" y="1492"/>
                    <a:pt x="1438" y="1492"/>
                    <a:pt x="1438" y="1492"/>
                  </a:cubicBezTo>
                  <a:cubicBezTo>
                    <a:pt x="1436" y="1494"/>
                    <a:pt x="1434" y="1494"/>
                    <a:pt x="1432" y="1494"/>
                  </a:cubicBezTo>
                  <a:close/>
                  <a:moveTo>
                    <a:pt x="164" y="1358"/>
                  </a:moveTo>
                  <a:cubicBezTo>
                    <a:pt x="161" y="1358"/>
                    <a:pt x="159" y="1357"/>
                    <a:pt x="157" y="1355"/>
                  </a:cubicBezTo>
                  <a:cubicBezTo>
                    <a:pt x="157" y="1355"/>
                    <a:pt x="157" y="1355"/>
                    <a:pt x="157" y="1355"/>
                  </a:cubicBezTo>
                  <a:cubicBezTo>
                    <a:pt x="156" y="1353"/>
                    <a:pt x="155" y="1351"/>
                    <a:pt x="156" y="1348"/>
                  </a:cubicBezTo>
                  <a:cubicBezTo>
                    <a:pt x="156" y="1346"/>
                    <a:pt x="157" y="1344"/>
                    <a:pt x="159" y="1343"/>
                  </a:cubicBezTo>
                  <a:cubicBezTo>
                    <a:pt x="163" y="1340"/>
                    <a:pt x="168" y="1341"/>
                    <a:pt x="171" y="1345"/>
                  </a:cubicBezTo>
                  <a:cubicBezTo>
                    <a:pt x="174" y="1349"/>
                    <a:pt x="173" y="1354"/>
                    <a:pt x="169" y="1357"/>
                  </a:cubicBezTo>
                  <a:cubicBezTo>
                    <a:pt x="168" y="1358"/>
                    <a:pt x="166" y="1358"/>
                    <a:pt x="164" y="1358"/>
                  </a:cubicBezTo>
                  <a:close/>
                  <a:moveTo>
                    <a:pt x="148" y="1335"/>
                  </a:moveTo>
                  <a:cubicBezTo>
                    <a:pt x="145" y="1335"/>
                    <a:pt x="143" y="1334"/>
                    <a:pt x="141" y="1331"/>
                  </a:cubicBezTo>
                  <a:cubicBezTo>
                    <a:pt x="131" y="1315"/>
                    <a:pt x="121" y="1299"/>
                    <a:pt x="111" y="1282"/>
                  </a:cubicBezTo>
                  <a:cubicBezTo>
                    <a:pt x="95" y="1253"/>
                    <a:pt x="80" y="1223"/>
                    <a:pt x="67" y="1193"/>
                  </a:cubicBezTo>
                  <a:cubicBezTo>
                    <a:pt x="58" y="1171"/>
                    <a:pt x="50" y="1148"/>
                    <a:pt x="42" y="1126"/>
                  </a:cubicBezTo>
                  <a:cubicBezTo>
                    <a:pt x="42" y="1124"/>
                    <a:pt x="42" y="1121"/>
                    <a:pt x="43" y="1119"/>
                  </a:cubicBezTo>
                  <a:cubicBezTo>
                    <a:pt x="44" y="1117"/>
                    <a:pt x="46" y="1116"/>
                    <a:pt x="48" y="1115"/>
                  </a:cubicBezTo>
                  <a:cubicBezTo>
                    <a:pt x="52" y="1114"/>
                    <a:pt x="57" y="1116"/>
                    <a:pt x="59" y="1121"/>
                  </a:cubicBezTo>
                  <a:cubicBezTo>
                    <a:pt x="66" y="1143"/>
                    <a:pt x="74" y="1165"/>
                    <a:pt x="83" y="1186"/>
                  </a:cubicBezTo>
                  <a:cubicBezTo>
                    <a:pt x="96" y="1216"/>
                    <a:pt x="110" y="1246"/>
                    <a:pt x="126" y="1274"/>
                  </a:cubicBezTo>
                  <a:cubicBezTo>
                    <a:pt x="135" y="1290"/>
                    <a:pt x="145" y="1306"/>
                    <a:pt x="155" y="1322"/>
                  </a:cubicBezTo>
                  <a:cubicBezTo>
                    <a:pt x="158" y="1326"/>
                    <a:pt x="157" y="1331"/>
                    <a:pt x="153" y="1334"/>
                  </a:cubicBezTo>
                  <a:cubicBezTo>
                    <a:pt x="151" y="1335"/>
                    <a:pt x="150" y="1335"/>
                    <a:pt x="148" y="1335"/>
                  </a:cubicBezTo>
                  <a:close/>
                  <a:moveTo>
                    <a:pt x="1591" y="1297"/>
                  </a:moveTo>
                  <a:cubicBezTo>
                    <a:pt x="1590" y="1297"/>
                    <a:pt x="1588" y="1296"/>
                    <a:pt x="1587" y="1296"/>
                  </a:cubicBezTo>
                  <a:cubicBezTo>
                    <a:pt x="1583" y="1293"/>
                    <a:pt x="1582" y="1288"/>
                    <a:pt x="1584" y="1284"/>
                  </a:cubicBezTo>
                  <a:cubicBezTo>
                    <a:pt x="1584" y="1284"/>
                    <a:pt x="1584" y="1284"/>
                    <a:pt x="1584" y="1284"/>
                  </a:cubicBezTo>
                  <a:cubicBezTo>
                    <a:pt x="1584" y="1284"/>
                    <a:pt x="1584" y="1284"/>
                    <a:pt x="1584" y="1284"/>
                  </a:cubicBezTo>
                  <a:cubicBezTo>
                    <a:pt x="1586" y="1280"/>
                    <a:pt x="1592" y="1279"/>
                    <a:pt x="1596" y="1281"/>
                  </a:cubicBezTo>
                  <a:cubicBezTo>
                    <a:pt x="1598" y="1282"/>
                    <a:pt x="1599" y="1284"/>
                    <a:pt x="1600" y="1286"/>
                  </a:cubicBezTo>
                  <a:cubicBezTo>
                    <a:pt x="1600" y="1288"/>
                    <a:pt x="1600" y="1291"/>
                    <a:pt x="1599" y="1293"/>
                  </a:cubicBezTo>
                  <a:cubicBezTo>
                    <a:pt x="1599" y="1293"/>
                    <a:pt x="1599" y="1293"/>
                    <a:pt x="1599" y="1293"/>
                  </a:cubicBezTo>
                  <a:cubicBezTo>
                    <a:pt x="1597" y="1295"/>
                    <a:pt x="1594" y="1297"/>
                    <a:pt x="1591" y="1297"/>
                  </a:cubicBezTo>
                  <a:close/>
                  <a:moveTo>
                    <a:pt x="1605" y="1272"/>
                  </a:moveTo>
                  <a:cubicBezTo>
                    <a:pt x="1604" y="1272"/>
                    <a:pt x="1602" y="1272"/>
                    <a:pt x="1601" y="1271"/>
                  </a:cubicBezTo>
                  <a:cubicBezTo>
                    <a:pt x="1599" y="1270"/>
                    <a:pt x="1598" y="1268"/>
                    <a:pt x="1597" y="1266"/>
                  </a:cubicBezTo>
                  <a:cubicBezTo>
                    <a:pt x="1596" y="1264"/>
                    <a:pt x="1597" y="1262"/>
                    <a:pt x="1598" y="1260"/>
                  </a:cubicBezTo>
                  <a:cubicBezTo>
                    <a:pt x="1608" y="1241"/>
                    <a:pt x="1617" y="1222"/>
                    <a:pt x="1626" y="1203"/>
                  </a:cubicBezTo>
                  <a:cubicBezTo>
                    <a:pt x="1640" y="1171"/>
                    <a:pt x="1652" y="1138"/>
                    <a:pt x="1662" y="1105"/>
                  </a:cubicBezTo>
                  <a:cubicBezTo>
                    <a:pt x="1663" y="1105"/>
                    <a:pt x="1663" y="1105"/>
                    <a:pt x="1663" y="1105"/>
                  </a:cubicBezTo>
                  <a:cubicBezTo>
                    <a:pt x="1668" y="1087"/>
                    <a:pt x="1673" y="1069"/>
                    <a:pt x="1677" y="1051"/>
                  </a:cubicBezTo>
                  <a:cubicBezTo>
                    <a:pt x="1678" y="1046"/>
                    <a:pt x="1683" y="1043"/>
                    <a:pt x="1687" y="1044"/>
                  </a:cubicBezTo>
                  <a:cubicBezTo>
                    <a:pt x="1690" y="1045"/>
                    <a:pt x="1691" y="1046"/>
                    <a:pt x="1693" y="1048"/>
                  </a:cubicBezTo>
                  <a:cubicBezTo>
                    <a:pt x="1694" y="1050"/>
                    <a:pt x="1694" y="1052"/>
                    <a:pt x="1694" y="1055"/>
                  </a:cubicBezTo>
                  <a:cubicBezTo>
                    <a:pt x="1689" y="1073"/>
                    <a:pt x="1684" y="1092"/>
                    <a:pt x="1679" y="1110"/>
                  </a:cubicBezTo>
                  <a:cubicBezTo>
                    <a:pt x="1668" y="1144"/>
                    <a:pt x="1656" y="1178"/>
                    <a:pt x="1641" y="1210"/>
                  </a:cubicBezTo>
                  <a:cubicBezTo>
                    <a:pt x="1633" y="1229"/>
                    <a:pt x="1623" y="1249"/>
                    <a:pt x="1613" y="1268"/>
                  </a:cubicBezTo>
                  <a:cubicBezTo>
                    <a:pt x="1611" y="1270"/>
                    <a:pt x="1608" y="1272"/>
                    <a:pt x="1605" y="1272"/>
                  </a:cubicBezTo>
                  <a:close/>
                  <a:moveTo>
                    <a:pt x="42" y="1105"/>
                  </a:moveTo>
                  <a:cubicBezTo>
                    <a:pt x="38" y="1105"/>
                    <a:pt x="35" y="1102"/>
                    <a:pt x="34" y="1098"/>
                  </a:cubicBezTo>
                  <a:cubicBezTo>
                    <a:pt x="33" y="1094"/>
                    <a:pt x="35" y="1089"/>
                    <a:pt x="40" y="1088"/>
                  </a:cubicBezTo>
                  <a:cubicBezTo>
                    <a:pt x="44" y="1087"/>
                    <a:pt x="49" y="1089"/>
                    <a:pt x="50" y="1094"/>
                  </a:cubicBezTo>
                  <a:cubicBezTo>
                    <a:pt x="51" y="1096"/>
                    <a:pt x="51" y="1098"/>
                    <a:pt x="50" y="1100"/>
                  </a:cubicBezTo>
                  <a:cubicBezTo>
                    <a:pt x="48" y="1102"/>
                    <a:pt x="47" y="1104"/>
                    <a:pt x="44" y="1104"/>
                  </a:cubicBezTo>
                  <a:cubicBezTo>
                    <a:pt x="44" y="1104"/>
                    <a:pt x="43" y="1105"/>
                    <a:pt x="42" y="1105"/>
                  </a:cubicBezTo>
                  <a:close/>
                  <a:moveTo>
                    <a:pt x="35" y="1077"/>
                  </a:moveTo>
                  <a:cubicBezTo>
                    <a:pt x="31" y="1077"/>
                    <a:pt x="27" y="1075"/>
                    <a:pt x="26" y="1071"/>
                  </a:cubicBezTo>
                  <a:cubicBezTo>
                    <a:pt x="22" y="1053"/>
                    <a:pt x="18" y="1034"/>
                    <a:pt x="14" y="1015"/>
                  </a:cubicBezTo>
                  <a:cubicBezTo>
                    <a:pt x="5" y="967"/>
                    <a:pt x="0" y="918"/>
                    <a:pt x="0" y="870"/>
                  </a:cubicBezTo>
                  <a:cubicBezTo>
                    <a:pt x="0" y="866"/>
                    <a:pt x="0" y="863"/>
                    <a:pt x="0" y="859"/>
                  </a:cubicBezTo>
                  <a:cubicBezTo>
                    <a:pt x="0" y="854"/>
                    <a:pt x="0" y="849"/>
                    <a:pt x="0" y="845"/>
                  </a:cubicBezTo>
                  <a:cubicBezTo>
                    <a:pt x="0" y="840"/>
                    <a:pt x="4" y="836"/>
                    <a:pt x="8" y="836"/>
                  </a:cubicBezTo>
                  <a:cubicBezTo>
                    <a:pt x="9" y="836"/>
                    <a:pt x="9" y="836"/>
                    <a:pt x="9" y="836"/>
                  </a:cubicBezTo>
                  <a:cubicBezTo>
                    <a:pt x="11" y="836"/>
                    <a:pt x="13" y="837"/>
                    <a:pt x="14" y="839"/>
                  </a:cubicBezTo>
                  <a:cubicBezTo>
                    <a:pt x="16" y="841"/>
                    <a:pt x="17" y="843"/>
                    <a:pt x="17" y="845"/>
                  </a:cubicBezTo>
                  <a:cubicBezTo>
                    <a:pt x="17" y="850"/>
                    <a:pt x="17" y="855"/>
                    <a:pt x="17" y="859"/>
                  </a:cubicBezTo>
                  <a:cubicBezTo>
                    <a:pt x="17" y="863"/>
                    <a:pt x="17" y="866"/>
                    <a:pt x="17" y="869"/>
                  </a:cubicBezTo>
                  <a:cubicBezTo>
                    <a:pt x="17" y="917"/>
                    <a:pt x="22" y="965"/>
                    <a:pt x="31" y="1012"/>
                  </a:cubicBezTo>
                  <a:cubicBezTo>
                    <a:pt x="34" y="1030"/>
                    <a:pt x="38" y="1049"/>
                    <a:pt x="43" y="1067"/>
                  </a:cubicBezTo>
                  <a:cubicBezTo>
                    <a:pt x="43" y="1069"/>
                    <a:pt x="43" y="1071"/>
                    <a:pt x="42" y="1073"/>
                  </a:cubicBezTo>
                  <a:cubicBezTo>
                    <a:pt x="41" y="1075"/>
                    <a:pt x="39" y="1077"/>
                    <a:pt x="37" y="1077"/>
                  </a:cubicBezTo>
                  <a:cubicBezTo>
                    <a:pt x="36" y="1077"/>
                    <a:pt x="35" y="1077"/>
                    <a:pt x="35" y="1077"/>
                  </a:cubicBezTo>
                  <a:close/>
                  <a:moveTo>
                    <a:pt x="1691" y="1034"/>
                  </a:moveTo>
                  <a:cubicBezTo>
                    <a:pt x="1691" y="1034"/>
                    <a:pt x="1690" y="1034"/>
                    <a:pt x="1690" y="1033"/>
                  </a:cubicBezTo>
                  <a:cubicBezTo>
                    <a:pt x="1685" y="1033"/>
                    <a:pt x="1682" y="1028"/>
                    <a:pt x="1683" y="1023"/>
                  </a:cubicBezTo>
                  <a:cubicBezTo>
                    <a:pt x="1684" y="1019"/>
                    <a:pt x="1689" y="1016"/>
                    <a:pt x="1693" y="1017"/>
                  </a:cubicBezTo>
                  <a:cubicBezTo>
                    <a:pt x="1698" y="1018"/>
                    <a:pt x="1701" y="1022"/>
                    <a:pt x="1700" y="1027"/>
                  </a:cubicBezTo>
                  <a:cubicBezTo>
                    <a:pt x="1699" y="1031"/>
                    <a:pt x="1695" y="1034"/>
                    <a:pt x="1691" y="1034"/>
                  </a:cubicBezTo>
                  <a:close/>
                  <a:moveTo>
                    <a:pt x="1696" y="1006"/>
                  </a:moveTo>
                  <a:cubicBezTo>
                    <a:pt x="1696" y="1006"/>
                    <a:pt x="1696" y="1006"/>
                    <a:pt x="1695" y="1006"/>
                  </a:cubicBezTo>
                  <a:cubicBezTo>
                    <a:pt x="1690" y="1005"/>
                    <a:pt x="1687" y="1001"/>
                    <a:pt x="1688" y="996"/>
                  </a:cubicBezTo>
                  <a:cubicBezTo>
                    <a:pt x="1694" y="960"/>
                    <a:pt x="1698" y="924"/>
                    <a:pt x="1699" y="888"/>
                  </a:cubicBezTo>
                  <a:cubicBezTo>
                    <a:pt x="1699" y="878"/>
                    <a:pt x="1699" y="869"/>
                    <a:pt x="1699" y="859"/>
                  </a:cubicBezTo>
                  <a:cubicBezTo>
                    <a:pt x="1699" y="849"/>
                    <a:pt x="1699" y="839"/>
                    <a:pt x="1699" y="829"/>
                  </a:cubicBezTo>
                  <a:cubicBezTo>
                    <a:pt x="1699" y="829"/>
                    <a:pt x="1699" y="829"/>
                    <a:pt x="1699" y="829"/>
                  </a:cubicBezTo>
                  <a:cubicBezTo>
                    <a:pt x="1699" y="829"/>
                    <a:pt x="1699" y="829"/>
                    <a:pt x="1699" y="829"/>
                  </a:cubicBezTo>
                  <a:cubicBezTo>
                    <a:pt x="1698" y="810"/>
                    <a:pt x="1697" y="791"/>
                    <a:pt x="1695" y="773"/>
                  </a:cubicBezTo>
                  <a:cubicBezTo>
                    <a:pt x="1694" y="768"/>
                    <a:pt x="1698" y="764"/>
                    <a:pt x="1702" y="763"/>
                  </a:cubicBezTo>
                  <a:cubicBezTo>
                    <a:pt x="1707" y="763"/>
                    <a:pt x="1711" y="766"/>
                    <a:pt x="1712" y="771"/>
                  </a:cubicBezTo>
                  <a:cubicBezTo>
                    <a:pt x="1714" y="790"/>
                    <a:pt x="1715" y="809"/>
                    <a:pt x="1716" y="828"/>
                  </a:cubicBezTo>
                  <a:cubicBezTo>
                    <a:pt x="1716" y="838"/>
                    <a:pt x="1716" y="849"/>
                    <a:pt x="1716" y="859"/>
                  </a:cubicBezTo>
                  <a:cubicBezTo>
                    <a:pt x="1716" y="869"/>
                    <a:pt x="1716" y="879"/>
                    <a:pt x="1716" y="888"/>
                  </a:cubicBezTo>
                  <a:cubicBezTo>
                    <a:pt x="1715" y="925"/>
                    <a:pt x="1711" y="962"/>
                    <a:pt x="1705" y="998"/>
                  </a:cubicBezTo>
                  <a:cubicBezTo>
                    <a:pt x="1705" y="998"/>
                    <a:pt x="1705" y="998"/>
                    <a:pt x="1705" y="998"/>
                  </a:cubicBezTo>
                  <a:cubicBezTo>
                    <a:pt x="1705" y="999"/>
                    <a:pt x="1705" y="999"/>
                    <a:pt x="1705" y="999"/>
                  </a:cubicBezTo>
                  <a:cubicBezTo>
                    <a:pt x="1704" y="1003"/>
                    <a:pt x="1701" y="1006"/>
                    <a:pt x="1696" y="1006"/>
                  </a:cubicBezTo>
                  <a:close/>
                  <a:moveTo>
                    <a:pt x="9" y="825"/>
                  </a:moveTo>
                  <a:cubicBezTo>
                    <a:pt x="9" y="825"/>
                    <a:pt x="9" y="825"/>
                    <a:pt x="9" y="825"/>
                  </a:cubicBezTo>
                  <a:cubicBezTo>
                    <a:pt x="4" y="825"/>
                    <a:pt x="1" y="821"/>
                    <a:pt x="1" y="816"/>
                  </a:cubicBezTo>
                  <a:cubicBezTo>
                    <a:pt x="1" y="811"/>
                    <a:pt x="5" y="808"/>
                    <a:pt x="10" y="808"/>
                  </a:cubicBezTo>
                  <a:cubicBezTo>
                    <a:pt x="14" y="808"/>
                    <a:pt x="18" y="812"/>
                    <a:pt x="18" y="817"/>
                  </a:cubicBezTo>
                  <a:cubicBezTo>
                    <a:pt x="18" y="821"/>
                    <a:pt x="14" y="825"/>
                    <a:pt x="9" y="825"/>
                  </a:cubicBezTo>
                  <a:close/>
                  <a:moveTo>
                    <a:pt x="11" y="797"/>
                  </a:moveTo>
                  <a:cubicBezTo>
                    <a:pt x="11" y="797"/>
                    <a:pt x="11" y="797"/>
                    <a:pt x="11" y="797"/>
                  </a:cubicBezTo>
                  <a:cubicBezTo>
                    <a:pt x="11" y="797"/>
                    <a:pt x="11" y="797"/>
                    <a:pt x="11" y="797"/>
                  </a:cubicBezTo>
                  <a:cubicBezTo>
                    <a:pt x="8" y="797"/>
                    <a:pt x="6" y="796"/>
                    <a:pt x="5" y="794"/>
                  </a:cubicBezTo>
                  <a:cubicBezTo>
                    <a:pt x="3" y="792"/>
                    <a:pt x="3" y="790"/>
                    <a:pt x="3" y="788"/>
                  </a:cubicBezTo>
                  <a:cubicBezTo>
                    <a:pt x="4" y="769"/>
                    <a:pt x="7" y="750"/>
                    <a:pt x="10" y="731"/>
                  </a:cubicBezTo>
                  <a:cubicBezTo>
                    <a:pt x="18" y="674"/>
                    <a:pt x="32" y="619"/>
                    <a:pt x="52" y="565"/>
                  </a:cubicBezTo>
                  <a:cubicBezTo>
                    <a:pt x="54" y="561"/>
                    <a:pt x="59" y="558"/>
                    <a:pt x="63" y="560"/>
                  </a:cubicBezTo>
                  <a:cubicBezTo>
                    <a:pt x="67" y="562"/>
                    <a:pt x="70" y="567"/>
                    <a:pt x="68" y="571"/>
                  </a:cubicBezTo>
                  <a:cubicBezTo>
                    <a:pt x="49" y="623"/>
                    <a:pt x="35" y="678"/>
                    <a:pt x="26" y="733"/>
                  </a:cubicBezTo>
                  <a:cubicBezTo>
                    <a:pt x="24" y="752"/>
                    <a:pt x="21" y="771"/>
                    <a:pt x="20" y="789"/>
                  </a:cubicBezTo>
                  <a:cubicBezTo>
                    <a:pt x="19" y="793"/>
                    <a:pt x="16" y="797"/>
                    <a:pt x="11" y="797"/>
                  </a:cubicBezTo>
                  <a:close/>
                  <a:moveTo>
                    <a:pt x="1700" y="752"/>
                  </a:moveTo>
                  <a:cubicBezTo>
                    <a:pt x="1696" y="752"/>
                    <a:pt x="1692" y="749"/>
                    <a:pt x="1691" y="745"/>
                  </a:cubicBezTo>
                  <a:cubicBezTo>
                    <a:pt x="1691" y="745"/>
                    <a:pt x="1691" y="745"/>
                    <a:pt x="1691" y="745"/>
                  </a:cubicBezTo>
                  <a:cubicBezTo>
                    <a:pt x="1691" y="743"/>
                    <a:pt x="1692" y="740"/>
                    <a:pt x="1693" y="739"/>
                  </a:cubicBezTo>
                  <a:cubicBezTo>
                    <a:pt x="1694" y="737"/>
                    <a:pt x="1696" y="736"/>
                    <a:pt x="1699" y="735"/>
                  </a:cubicBezTo>
                  <a:cubicBezTo>
                    <a:pt x="1703" y="735"/>
                    <a:pt x="1708" y="738"/>
                    <a:pt x="1708" y="743"/>
                  </a:cubicBezTo>
                  <a:cubicBezTo>
                    <a:pt x="1709" y="745"/>
                    <a:pt x="1708" y="747"/>
                    <a:pt x="1707" y="749"/>
                  </a:cubicBezTo>
                  <a:cubicBezTo>
                    <a:pt x="1705" y="751"/>
                    <a:pt x="1703" y="752"/>
                    <a:pt x="1701" y="752"/>
                  </a:cubicBezTo>
                  <a:cubicBezTo>
                    <a:pt x="1701" y="752"/>
                    <a:pt x="1700" y="752"/>
                    <a:pt x="1700" y="752"/>
                  </a:cubicBezTo>
                  <a:close/>
                  <a:moveTo>
                    <a:pt x="1695" y="724"/>
                  </a:moveTo>
                  <a:cubicBezTo>
                    <a:pt x="1691" y="724"/>
                    <a:pt x="1688" y="721"/>
                    <a:pt x="1687" y="717"/>
                  </a:cubicBezTo>
                  <a:cubicBezTo>
                    <a:pt x="1678" y="667"/>
                    <a:pt x="1665" y="617"/>
                    <a:pt x="1647" y="569"/>
                  </a:cubicBezTo>
                  <a:cubicBezTo>
                    <a:pt x="1646" y="564"/>
                    <a:pt x="1644" y="560"/>
                    <a:pt x="1642" y="556"/>
                  </a:cubicBezTo>
                  <a:cubicBezTo>
                    <a:pt x="1635" y="538"/>
                    <a:pt x="1628" y="521"/>
                    <a:pt x="1620" y="504"/>
                  </a:cubicBezTo>
                  <a:cubicBezTo>
                    <a:pt x="1618" y="500"/>
                    <a:pt x="1620" y="495"/>
                    <a:pt x="1624" y="493"/>
                  </a:cubicBezTo>
                  <a:cubicBezTo>
                    <a:pt x="1628" y="491"/>
                    <a:pt x="1634" y="493"/>
                    <a:pt x="1636" y="497"/>
                  </a:cubicBezTo>
                  <a:cubicBezTo>
                    <a:pt x="1644" y="514"/>
                    <a:pt x="1651" y="532"/>
                    <a:pt x="1658" y="549"/>
                  </a:cubicBezTo>
                  <a:cubicBezTo>
                    <a:pt x="1660" y="554"/>
                    <a:pt x="1661" y="558"/>
                    <a:pt x="1663" y="563"/>
                  </a:cubicBezTo>
                  <a:cubicBezTo>
                    <a:pt x="1681" y="612"/>
                    <a:pt x="1695" y="663"/>
                    <a:pt x="1704" y="714"/>
                  </a:cubicBezTo>
                  <a:cubicBezTo>
                    <a:pt x="1705" y="719"/>
                    <a:pt x="1701" y="723"/>
                    <a:pt x="1697" y="724"/>
                  </a:cubicBezTo>
                  <a:cubicBezTo>
                    <a:pt x="1696" y="724"/>
                    <a:pt x="1696" y="724"/>
                    <a:pt x="1695" y="724"/>
                  </a:cubicBezTo>
                  <a:close/>
                  <a:moveTo>
                    <a:pt x="70" y="550"/>
                  </a:moveTo>
                  <a:cubicBezTo>
                    <a:pt x="69" y="550"/>
                    <a:pt x="68" y="550"/>
                    <a:pt x="67" y="550"/>
                  </a:cubicBezTo>
                  <a:cubicBezTo>
                    <a:pt x="63" y="548"/>
                    <a:pt x="61" y="543"/>
                    <a:pt x="62" y="538"/>
                  </a:cubicBezTo>
                  <a:cubicBezTo>
                    <a:pt x="64" y="534"/>
                    <a:pt x="69" y="532"/>
                    <a:pt x="73" y="534"/>
                  </a:cubicBezTo>
                  <a:cubicBezTo>
                    <a:pt x="78" y="536"/>
                    <a:pt x="80" y="540"/>
                    <a:pt x="78" y="545"/>
                  </a:cubicBezTo>
                  <a:cubicBezTo>
                    <a:pt x="77" y="548"/>
                    <a:pt x="74" y="550"/>
                    <a:pt x="70" y="550"/>
                  </a:cubicBezTo>
                  <a:close/>
                  <a:moveTo>
                    <a:pt x="81" y="524"/>
                  </a:moveTo>
                  <a:cubicBezTo>
                    <a:pt x="80" y="524"/>
                    <a:pt x="79" y="524"/>
                    <a:pt x="78" y="523"/>
                  </a:cubicBezTo>
                  <a:cubicBezTo>
                    <a:pt x="76" y="522"/>
                    <a:pt x="74" y="521"/>
                    <a:pt x="73" y="519"/>
                  </a:cubicBezTo>
                  <a:cubicBezTo>
                    <a:pt x="72" y="517"/>
                    <a:pt x="73" y="514"/>
                    <a:pt x="73" y="512"/>
                  </a:cubicBezTo>
                  <a:cubicBezTo>
                    <a:pt x="81" y="495"/>
                    <a:pt x="89" y="478"/>
                    <a:pt x="98" y="461"/>
                  </a:cubicBezTo>
                  <a:cubicBezTo>
                    <a:pt x="98" y="461"/>
                    <a:pt x="98" y="461"/>
                    <a:pt x="98" y="461"/>
                  </a:cubicBezTo>
                  <a:cubicBezTo>
                    <a:pt x="98" y="461"/>
                    <a:pt x="98" y="461"/>
                    <a:pt x="98" y="460"/>
                  </a:cubicBezTo>
                  <a:cubicBezTo>
                    <a:pt x="125" y="410"/>
                    <a:pt x="157" y="362"/>
                    <a:pt x="192" y="318"/>
                  </a:cubicBezTo>
                  <a:cubicBezTo>
                    <a:pt x="195" y="314"/>
                    <a:pt x="201" y="314"/>
                    <a:pt x="204" y="317"/>
                  </a:cubicBezTo>
                  <a:cubicBezTo>
                    <a:pt x="208" y="320"/>
                    <a:pt x="209" y="325"/>
                    <a:pt x="206" y="329"/>
                  </a:cubicBezTo>
                  <a:cubicBezTo>
                    <a:pt x="170" y="372"/>
                    <a:pt x="139" y="419"/>
                    <a:pt x="113" y="469"/>
                  </a:cubicBezTo>
                  <a:cubicBezTo>
                    <a:pt x="105" y="485"/>
                    <a:pt x="96" y="502"/>
                    <a:pt x="89" y="519"/>
                  </a:cubicBezTo>
                  <a:cubicBezTo>
                    <a:pt x="88" y="522"/>
                    <a:pt x="85" y="524"/>
                    <a:pt x="81" y="524"/>
                  </a:cubicBezTo>
                  <a:close/>
                  <a:moveTo>
                    <a:pt x="1616" y="484"/>
                  </a:moveTo>
                  <a:cubicBezTo>
                    <a:pt x="1613" y="484"/>
                    <a:pt x="1610" y="482"/>
                    <a:pt x="1608" y="480"/>
                  </a:cubicBezTo>
                  <a:cubicBezTo>
                    <a:pt x="1608" y="480"/>
                    <a:pt x="1608" y="480"/>
                    <a:pt x="1608" y="480"/>
                  </a:cubicBezTo>
                  <a:cubicBezTo>
                    <a:pt x="1608" y="479"/>
                    <a:pt x="1608" y="479"/>
                    <a:pt x="1608" y="479"/>
                  </a:cubicBezTo>
                  <a:cubicBezTo>
                    <a:pt x="1606" y="475"/>
                    <a:pt x="1608" y="470"/>
                    <a:pt x="1612" y="467"/>
                  </a:cubicBezTo>
                  <a:cubicBezTo>
                    <a:pt x="1616" y="465"/>
                    <a:pt x="1621" y="467"/>
                    <a:pt x="1623" y="471"/>
                  </a:cubicBezTo>
                  <a:cubicBezTo>
                    <a:pt x="1624" y="473"/>
                    <a:pt x="1624" y="476"/>
                    <a:pt x="1624" y="478"/>
                  </a:cubicBezTo>
                  <a:cubicBezTo>
                    <a:pt x="1623" y="480"/>
                    <a:pt x="1621" y="482"/>
                    <a:pt x="1619" y="483"/>
                  </a:cubicBezTo>
                  <a:cubicBezTo>
                    <a:pt x="1618" y="483"/>
                    <a:pt x="1617" y="484"/>
                    <a:pt x="1616" y="484"/>
                  </a:cubicBezTo>
                  <a:close/>
                  <a:moveTo>
                    <a:pt x="1602" y="459"/>
                  </a:moveTo>
                  <a:cubicBezTo>
                    <a:pt x="1599" y="459"/>
                    <a:pt x="1596" y="457"/>
                    <a:pt x="1595" y="454"/>
                  </a:cubicBezTo>
                  <a:cubicBezTo>
                    <a:pt x="1568" y="405"/>
                    <a:pt x="1536" y="358"/>
                    <a:pt x="1500" y="316"/>
                  </a:cubicBezTo>
                  <a:cubicBezTo>
                    <a:pt x="1500" y="316"/>
                    <a:pt x="1500" y="316"/>
                    <a:pt x="1500" y="316"/>
                  </a:cubicBezTo>
                  <a:cubicBezTo>
                    <a:pt x="1493" y="308"/>
                    <a:pt x="1486" y="300"/>
                    <a:pt x="1479" y="292"/>
                  </a:cubicBezTo>
                  <a:cubicBezTo>
                    <a:pt x="1474" y="286"/>
                    <a:pt x="1468" y="280"/>
                    <a:pt x="1462" y="274"/>
                  </a:cubicBezTo>
                  <a:cubicBezTo>
                    <a:pt x="1461" y="273"/>
                    <a:pt x="1460" y="271"/>
                    <a:pt x="1460" y="268"/>
                  </a:cubicBezTo>
                  <a:cubicBezTo>
                    <a:pt x="1460" y="266"/>
                    <a:pt x="1461" y="264"/>
                    <a:pt x="1463" y="262"/>
                  </a:cubicBezTo>
                  <a:cubicBezTo>
                    <a:pt x="1466" y="259"/>
                    <a:pt x="1471" y="259"/>
                    <a:pt x="1475" y="263"/>
                  </a:cubicBezTo>
                  <a:cubicBezTo>
                    <a:pt x="1480" y="268"/>
                    <a:pt x="1486" y="275"/>
                    <a:pt x="1492" y="281"/>
                  </a:cubicBezTo>
                  <a:cubicBezTo>
                    <a:pt x="1499" y="289"/>
                    <a:pt x="1506" y="297"/>
                    <a:pt x="1513" y="305"/>
                  </a:cubicBezTo>
                  <a:cubicBezTo>
                    <a:pt x="1550" y="348"/>
                    <a:pt x="1582" y="396"/>
                    <a:pt x="1610" y="446"/>
                  </a:cubicBezTo>
                  <a:cubicBezTo>
                    <a:pt x="1612" y="450"/>
                    <a:pt x="1611" y="455"/>
                    <a:pt x="1606" y="457"/>
                  </a:cubicBezTo>
                  <a:cubicBezTo>
                    <a:pt x="1605" y="458"/>
                    <a:pt x="1604" y="459"/>
                    <a:pt x="1602" y="459"/>
                  </a:cubicBezTo>
                  <a:close/>
                  <a:moveTo>
                    <a:pt x="217" y="310"/>
                  </a:moveTo>
                  <a:cubicBezTo>
                    <a:pt x="215" y="310"/>
                    <a:pt x="213" y="309"/>
                    <a:pt x="212" y="308"/>
                  </a:cubicBezTo>
                  <a:cubicBezTo>
                    <a:pt x="208" y="305"/>
                    <a:pt x="208" y="299"/>
                    <a:pt x="211" y="296"/>
                  </a:cubicBezTo>
                  <a:cubicBezTo>
                    <a:pt x="214" y="293"/>
                    <a:pt x="219" y="292"/>
                    <a:pt x="223" y="295"/>
                  </a:cubicBezTo>
                  <a:cubicBezTo>
                    <a:pt x="226" y="298"/>
                    <a:pt x="227" y="304"/>
                    <a:pt x="224" y="307"/>
                  </a:cubicBezTo>
                  <a:cubicBezTo>
                    <a:pt x="224" y="307"/>
                    <a:pt x="224" y="307"/>
                    <a:pt x="224" y="307"/>
                  </a:cubicBezTo>
                  <a:cubicBezTo>
                    <a:pt x="222" y="309"/>
                    <a:pt x="220" y="310"/>
                    <a:pt x="217" y="310"/>
                  </a:cubicBezTo>
                  <a:close/>
                  <a:moveTo>
                    <a:pt x="236" y="289"/>
                  </a:moveTo>
                  <a:cubicBezTo>
                    <a:pt x="234" y="289"/>
                    <a:pt x="232" y="288"/>
                    <a:pt x="230" y="287"/>
                  </a:cubicBezTo>
                  <a:cubicBezTo>
                    <a:pt x="229" y="285"/>
                    <a:pt x="228" y="283"/>
                    <a:pt x="228" y="281"/>
                  </a:cubicBezTo>
                  <a:cubicBezTo>
                    <a:pt x="228" y="279"/>
                    <a:pt x="228" y="276"/>
                    <a:pt x="230" y="275"/>
                  </a:cubicBezTo>
                  <a:cubicBezTo>
                    <a:pt x="232" y="272"/>
                    <a:pt x="235" y="269"/>
                    <a:pt x="237" y="267"/>
                  </a:cubicBezTo>
                  <a:cubicBezTo>
                    <a:pt x="248" y="256"/>
                    <a:pt x="259" y="245"/>
                    <a:pt x="270" y="234"/>
                  </a:cubicBezTo>
                  <a:cubicBezTo>
                    <a:pt x="312" y="195"/>
                    <a:pt x="357" y="160"/>
                    <a:pt x="406" y="130"/>
                  </a:cubicBezTo>
                  <a:cubicBezTo>
                    <a:pt x="410" y="128"/>
                    <a:pt x="415" y="129"/>
                    <a:pt x="418" y="133"/>
                  </a:cubicBezTo>
                  <a:cubicBezTo>
                    <a:pt x="420" y="137"/>
                    <a:pt x="419" y="142"/>
                    <a:pt x="415" y="144"/>
                  </a:cubicBezTo>
                  <a:cubicBezTo>
                    <a:pt x="367" y="174"/>
                    <a:pt x="322" y="208"/>
                    <a:pt x="282" y="247"/>
                  </a:cubicBezTo>
                  <a:cubicBezTo>
                    <a:pt x="271" y="257"/>
                    <a:pt x="260" y="268"/>
                    <a:pt x="250" y="279"/>
                  </a:cubicBezTo>
                  <a:cubicBezTo>
                    <a:pt x="247" y="281"/>
                    <a:pt x="245" y="284"/>
                    <a:pt x="242" y="286"/>
                  </a:cubicBezTo>
                  <a:cubicBezTo>
                    <a:pt x="241" y="288"/>
                    <a:pt x="238" y="289"/>
                    <a:pt x="236" y="289"/>
                  </a:cubicBezTo>
                  <a:close/>
                  <a:moveTo>
                    <a:pt x="1449" y="257"/>
                  </a:moveTo>
                  <a:cubicBezTo>
                    <a:pt x="1446" y="257"/>
                    <a:pt x="1444" y="256"/>
                    <a:pt x="1443" y="255"/>
                  </a:cubicBezTo>
                  <a:cubicBezTo>
                    <a:pt x="1441" y="253"/>
                    <a:pt x="1440" y="251"/>
                    <a:pt x="1440" y="249"/>
                  </a:cubicBezTo>
                  <a:cubicBezTo>
                    <a:pt x="1440" y="246"/>
                    <a:pt x="1441" y="244"/>
                    <a:pt x="1442" y="243"/>
                  </a:cubicBezTo>
                  <a:cubicBezTo>
                    <a:pt x="1445" y="239"/>
                    <a:pt x="1451" y="239"/>
                    <a:pt x="1454" y="242"/>
                  </a:cubicBezTo>
                  <a:cubicBezTo>
                    <a:pt x="1454" y="242"/>
                    <a:pt x="1454" y="242"/>
                    <a:pt x="1454" y="242"/>
                  </a:cubicBezTo>
                  <a:cubicBezTo>
                    <a:pt x="1454" y="242"/>
                    <a:pt x="1454" y="242"/>
                    <a:pt x="1454" y="242"/>
                  </a:cubicBezTo>
                  <a:cubicBezTo>
                    <a:pt x="1456" y="244"/>
                    <a:pt x="1457" y="246"/>
                    <a:pt x="1457" y="248"/>
                  </a:cubicBezTo>
                  <a:cubicBezTo>
                    <a:pt x="1457" y="251"/>
                    <a:pt x="1456" y="253"/>
                    <a:pt x="1455" y="254"/>
                  </a:cubicBezTo>
                  <a:cubicBezTo>
                    <a:pt x="1453" y="256"/>
                    <a:pt x="1451" y="257"/>
                    <a:pt x="1449" y="257"/>
                  </a:cubicBezTo>
                  <a:close/>
                  <a:moveTo>
                    <a:pt x="1428" y="238"/>
                  </a:moveTo>
                  <a:cubicBezTo>
                    <a:pt x="1426" y="238"/>
                    <a:pt x="1424" y="237"/>
                    <a:pt x="1422" y="235"/>
                  </a:cubicBezTo>
                  <a:cubicBezTo>
                    <a:pt x="1381" y="198"/>
                    <a:pt x="1335" y="165"/>
                    <a:pt x="1287" y="136"/>
                  </a:cubicBezTo>
                  <a:cubicBezTo>
                    <a:pt x="1271" y="127"/>
                    <a:pt x="1255" y="118"/>
                    <a:pt x="1238" y="109"/>
                  </a:cubicBezTo>
                  <a:cubicBezTo>
                    <a:pt x="1236" y="108"/>
                    <a:pt x="1234" y="106"/>
                    <a:pt x="1234" y="104"/>
                  </a:cubicBezTo>
                  <a:cubicBezTo>
                    <a:pt x="1233" y="102"/>
                    <a:pt x="1233" y="100"/>
                    <a:pt x="1234" y="98"/>
                  </a:cubicBezTo>
                  <a:cubicBezTo>
                    <a:pt x="1236" y="94"/>
                    <a:pt x="1242" y="92"/>
                    <a:pt x="1246" y="94"/>
                  </a:cubicBezTo>
                  <a:cubicBezTo>
                    <a:pt x="1263" y="103"/>
                    <a:pt x="1279" y="112"/>
                    <a:pt x="1296" y="121"/>
                  </a:cubicBezTo>
                  <a:cubicBezTo>
                    <a:pt x="1345" y="151"/>
                    <a:pt x="1391" y="185"/>
                    <a:pt x="1434" y="223"/>
                  </a:cubicBezTo>
                  <a:cubicBezTo>
                    <a:pt x="1437" y="226"/>
                    <a:pt x="1437" y="231"/>
                    <a:pt x="1434" y="235"/>
                  </a:cubicBezTo>
                  <a:cubicBezTo>
                    <a:pt x="1433" y="237"/>
                    <a:pt x="1430" y="238"/>
                    <a:pt x="1428" y="238"/>
                  </a:cubicBezTo>
                  <a:close/>
                  <a:moveTo>
                    <a:pt x="435" y="131"/>
                  </a:moveTo>
                  <a:cubicBezTo>
                    <a:pt x="435" y="131"/>
                    <a:pt x="435" y="131"/>
                    <a:pt x="435" y="131"/>
                  </a:cubicBezTo>
                  <a:cubicBezTo>
                    <a:pt x="432" y="131"/>
                    <a:pt x="429" y="130"/>
                    <a:pt x="427" y="127"/>
                  </a:cubicBezTo>
                  <a:cubicBezTo>
                    <a:pt x="425" y="123"/>
                    <a:pt x="426" y="118"/>
                    <a:pt x="430" y="115"/>
                  </a:cubicBezTo>
                  <a:cubicBezTo>
                    <a:pt x="434" y="113"/>
                    <a:pt x="440" y="115"/>
                    <a:pt x="442" y="119"/>
                  </a:cubicBezTo>
                  <a:cubicBezTo>
                    <a:pt x="444" y="123"/>
                    <a:pt x="443" y="128"/>
                    <a:pt x="439" y="130"/>
                  </a:cubicBezTo>
                  <a:cubicBezTo>
                    <a:pt x="438" y="131"/>
                    <a:pt x="436" y="131"/>
                    <a:pt x="435" y="131"/>
                  </a:cubicBezTo>
                  <a:close/>
                  <a:moveTo>
                    <a:pt x="459" y="118"/>
                  </a:moveTo>
                  <a:cubicBezTo>
                    <a:pt x="456" y="118"/>
                    <a:pt x="453" y="116"/>
                    <a:pt x="452" y="113"/>
                  </a:cubicBezTo>
                  <a:cubicBezTo>
                    <a:pt x="451" y="111"/>
                    <a:pt x="451" y="109"/>
                    <a:pt x="451" y="107"/>
                  </a:cubicBezTo>
                  <a:cubicBezTo>
                    <a:pt x="452" y="104"/>
                    <a:pt x="453" y="103"/>
                    <a:pt x="455" y="102"/>
                  </a:cubicBezTo>
                  <a:cubicBezTo>
                    <a:pt x="472" y="93"/>
                    <a:pt x="489" y="84"/>
                    <a:pt x="507" y="77"/>
                  </a:cubicBezTo>
                  <a:cubicBezTo>
                    <a:pt x="511" y="75"/>
                    <a:pt x="516" y="77"/>
                    <a:pt x="518" y="81"/>
                  </a:cubicBezTo>
                  <a:cubicBezTo>
                    <a:pt x="520" y="85"/>
                    <a:pt x="518" y="90"/>
                    <a:pt x="514" y="92"/>
                  </a:cubicBezTo>
                  <a:cubicBezTo>
                    <a:pt x="497" y="100"/>
                    <a:pt x="480" y="108"/>
                    <a:pt x="463" y="117"/>
                  </a:cubicBezTo>
                  <a:cubicBezTo>
                    <a:pt x="462" y="117"/>
                    <a:pt x="461" y="118"/>
                    <a:pt x="459" y="118"/>
                  </a:cubicBezTo>
                  <a:close/>
                  <a:moveTo>
                    <a:pt x="1216" y="98"/>
                  </a:moveTo>
                  <a:cubicBezTo>
                    <a:pt x="1215" y="98"/>
                    <a:pt x="1214" y="97"/>
                    <a:pt x="1213" y="97"/>
                  </a:cubicBezTo>
                  <a:cubicBezTo>
                    <a:pt x="1212" y="97"/>
                    <a:pt x="1212" y="97"/>
                    <a:pt x="1212" y="97"/>
                  </a:cubicBezTo>
                  <a:cubicBezTo>
                    <a:pt x="1212" y="97"/>
                    <a:pt x="1212" y="97"/>
                    <a:pt x="1212" y="97"/>
                  </a:cubicBezTo>
                  <a:cubicBezTo>
                    <a:pt x="1208" y="94"/>
                    <a:pt x="1207" y="90"/>
                    <a:pt x="1209" y="86"/>
                  </a:cubicBezTo>
                  <a:cubicBezTo>
                    <a:pt x="1211" y="82"/>
                    <a:pt x="1216" y="80"/>
                    <a:pt x="1220" y="82"/>
                  </a:cubicBezTo>
                  <a:cubicBezTo>
                    <a:pt x="1220" y="82"/>
                    <a:pt x="1220" y="82"/>
                    <a:pt x="1220" y="82"/>
                  </a:cubicBezTo>
                  <a:cubicBezTo>
                    <a:pt x="1222" y="82"/>
                    <a:pt x="1224" y="84"/>
                    <a:pt x="1224" y="86"/>
                  </a:cubicBezTo>
                  <a:cubicBezTo>
                    <a:pt x="1225" y="88"/>
                    <a:pt x="1225" y="91"/>
                    <a:pt x="1224" y="93"/>
                  </a:cubicBezTo>
                  <a:cubicBezTo>
                    <a:pt x="1223" y="96"/>
                    <a:pt x="1220" y="98"/>
                    <a:pt x="1216" y="98"/>
                  </a:cubicBezTo>
                  <a:close/>
                  <a:moveTo>
                    <a:pt x="1190" y="86"/>
                  </a:moveTo>
                  <a:cubicBezTo>
                    <a:pt x="1189" y="86"/>
                    <a:pt x="1188" y="86"/>
                    <a:pt x="1187" y="86"/>
                  </a:cubicBezTo>
                  <a:cubicBezTo>
                    <a:pt x="1136" y="64"/>
                    <a:pt x="1082" y="47"/>
                    <a:pt x="1027" y="36"/>
                  </a:cubicBezTo>
                  <a:cubicBezTo>
                    <a:pt x="1009" y="32"/>
                    <a:pt x="990" y="29"/>
                    <a:pt x="972" y="26"/>
                  </a:cubicBezTo>
                  <a:cubicBezTo>
                    <a:pt x="970" y="26"/>
                    <a:pt x="968" y="25"/>
                    <a:pt x="966" y="23"/>
                  </a:cubicBezTo>
                  <a:cubicBezTo>
                    <a:pt x="965" y="21"/>
                    <a:pt x="964" y="19"/>
                    <a:pt x="965" y="16"/>
                  </a:cubicBezTo>
                  <a:cubicBezTo>
                    <a:pt x="965" y="12"/>
                    <a:pt x="970" y="9"/>
                    <a:pt x="974" y="9"/>
                  </a:cubicBezTo>
                  <a:cubicBezTo>
                    <a:pt x="993" y="12"/>
                    <a:pt x="1012" y="15"/>
                    <a:pt x="1030" y="19"/>
                  </a:cubicBezTo>
                  <a:cubicBezTo>
                    <a:pt x="1030" y="19"/>
                    <a:pt x="1030" y="19"/>
                    <a:pt x="1030" y="19"/>
                  </a:cubicBezTo>
                  <a:cubicBezTo>
                    <a:pt x="1031" y="19"/>
                    <a:pt x="1031" y="19"/>
                    <a:pt x="1031" y="19"/>
                  </a:cubicBezTo>
                  <a:cubicBezTo>
                    <a:pt x="1087" y="31"/>
                    <a:pt x="1141" y="48"/>
                    <a:pt x="1194" y="70"/>
                  </a:cubicBezTo>
                  <a:cubicBezTo>
                    <a:pt x="1196" y="71"/>
                    <a:pt x="1198" y="72"/>
                    <a:pt x="1198" y="75"/>
                  </a:cubicBezTo>
                  <a:cubicBezTo>
                    <a:pt x="1199" y="77"/>
                    <a:pt x="1199" y="79"/>
                    <a:pt x="1198" y="81"/>
                  </a:cubicBezTo>
                  <a:cubicBezTo>
                    <a:pt x="1197" y="84"/>
                    <a:pt x="1194" y="86"/>
                    <a:pt x="1190" y="86"/>
                  </a:cubicBezTo>
                  <a:close/>
                  <a:moveTo>
                    <a:pt x="582" y="64"/>
                  </a:moveTo>
                  <a:cubicBezTo>
                    <a:pt x="579" y="64"/>
                    <a:pt x="576" y="62"/>
                    <a:pt x="574" y="59"/>
                  </a:cubicBezTo>
                  <a:cubicBezTo>
                    <a:pt x="574" y="56"/>
                    <a:pt x="574" y="54"/>
                    <a:pt x="575" y="52"/>
                  </a:cubicBezTo>
                  <a:cubicBezTo>
                    <a:pt x="576" y="50"/>
                    <a:pt x="577" y="49"/>
                    <a:pt x="580" y="48"/>
                  </a:cubicBezTo>
                  <a:cubicBezTo>
                    <a:pt x="598" y="42"/>
                    <a:pt x="616" y="36"/>
                    <a:pt x="634" y="31"/>
                  </a:cubicBezTo>
                  <a:cubicBezTo>
                    <a:pt x="639" y="30"/>
                    <a:pt x="644" y="33"/>
                    <a:pt x="645" y="37"/>
                  </a:cubicBezTo>
                  <a:cubicBezTo>
                    <a:pt x="645" y="39"/>
                    <a:pt x="645" y="41"/>
                    <a:pt x="644" y="43"/>
                  </a:cubicBezTo>
                  <a:cubicBezTo>
                    <a:pt x="643" y="45"/>
                    <a:pt x="641" y="47"/>
                    <a:pt x="639" y="47"/>
                  </a:cubicBezTo>
                  <a:cubicBezTo>
                    <a:pt x="621" y="52"/>
                    <a:pt x="603" y="58"/>
                    <a:pt x="585" y="64"/>
                  </a:cubicBezTo>
                  <a:cubicBezTo>
                    <a:pt x="584" y="64"/>
                    <a:pt x="583" y="64"/>
                    <a:pt x="582" y="64"/>
                  </a:cubicBezTo>
                  <a:close/>
                  <a:moveTo>
                    <a:pt x="664" y="41"/>
                  </a:moveTo>
                  <a:cubicBezTo>
                    <a:pt x="660" y="41"/>
                    <a:pt x="657" y="38"/>
                    <a:pt x="656" y="34"/>
                  </a:cubicBezTo>
                  <a:cubicBezTo>
                    <a:pt x="655" y="32"/>
                    <a:pt x="656" y="30"/>
                    <a:pt x="657" y="28"/>
                  </a:cubicBezTo>
                  <a:cubicBezTo>
                    <a:pt x="658" y="26"/>
                    <a:pt x="660" y="25"/>
                    <a:pt x="662" y="24"/>
                  </a:cubicBezTo>
                  <a:cubicBezTo>
                    <a:pt x="662" y="24"/>
                    <a:pt x="662" y="24"/>
                    <a:pt x="662" y="24"/>
                  </a:cubicBezTo>
                  <a:cubicBezTo>
                    <a:pt x="663" y="24"/>
                    <a:pt x="663" y="24"/>
                    <a:pt x="664" y="24"/>
                  </a:cubicBezTo>
                  <a:cubicBezTo>
                    <a:pt x="668" y="24"/>
                    <a:pt x="671" y="26"/>
                    <a:pt x="672" y="30"/>
                  </a:cubicBezTo>
                  <a:cubicBezTo>
                    <a:pt x="673" y="33"/>
                    <a:pt x="672" y="35"/>
                    <a:pt x="671" y="37"/>
                  </a:cubicBezTo>
                  <a:cubicBezTo>
                    <a:pt x="670" y="39"/>
                    <a:pt x="668" y="40"/>
                    <a:pt x="666" y="41"/>
                  </a:cubicBezTo>
                  <a:cubicBezTo>
                    <a:pt x="665" y="41"/>
                    <a:pt x="665" y="41"/>
                    <a:pt x="664" y="41"/>
                  </a:cubicBezTo>
                  <a:close/>
                  <a:moveTo>
                    <a:pt x="692" y="35"/>
                  </a:moveTo>
                  <a:cubicBezTo>
                    <a:pt x="688" y="35"/>
                    <a:pt x="684" y="32"/>
                    <a:pt x="683" y="28"/>
                  </a:cubicBezTo>
                  <a:cubicBezTo>
                    <a:pt x="683" y="26"/>
                    <a:pt x="683" y="23"/>
                    <a:pt x="685" y="22"/>
                  </a:cubicBezTo>
                  <a:cubicBezTo>
                    <a:pt x="686" y="20"/>
                    <a:pt x="688" y="18"/>
                    <a:pt x="690" y="18"/>
                  </a:cubicBezTo>
                  <a:cubicBezTo>
                    <a:pt x="709" y="14"/>
                    <a:pt x="728" y="11"/>
                    <a:pt x="746" y="9"/>
                  </a:cubicBezTo>
                  <a:cubicBezTo>
                    <a:pt x="799" y="2"/>
                    <a:pt x="853" y="0"/>
                    <a:pt x="907" y="3"/>
                  </a:cubicBezTo>
                  <a:cubicBezTo>
                    <a:pt x="910" y="3"/>
                    <a:pt x="914" y="3"/>
                    <a:pt x="917" y="3"/>
                  </a:cubicBezTo>
                  <a:cubicBezTo>
                    <a:pt x="922" y="4"/>
                    <a:pt x="926" y="8"/>
                    <a:pt x="925" y="12"/>
                  </a:cubicBezTo>
                  <a:cubicBezTo>
                    <a:pt x="925" y="17"/>
                    <a:pt x="921" y="21"/>
                    <a:pt x="916" y="20"/>
                  </a:cubicBezTo>
                  <a:cubicBezTo>
                    <a:pt x="913" y="20"/>
                    <a:pt x="910" y="20"/>
                    <a:pt x="906" y="20"/>
                  </a:cubicBezTo>
                  <a:cubicBezTo>
                    <a:pt x="890" y="19"/>
                    <a:pt x="874" y="18"/>
                    <a:pt x="858" y="18"/>
                  </a:cubicBezTo>
                  <a:cubicBezTo>
                    <a:pt x="821" y="18"/>
                    <a:pt x="785" y="21"/>
                    <a:pt x="749" y="25"/>
                  </a:cubicBezTo>
                  <a:cubicBezTo>
                    <a:pt x="749" y="25"/>
                    <a:pt x="749" y="25"/>
                    <a:pt x="749" y="25"/>
                  </a:cubicBezTo>
                  <a:cubicBezTo>
                    <a:pt x="730" y="28"/>
                    <a:pt x="711" y="31"/>
                    <a:pt x="693" y="35"/>
                  </a:cubicBezTo>
                  <a:cubicBezTo>
                    <a:pt x="693" y="35"/>
                    <a:pt x="692" y="35"/>
                    <a:pt x="692" y="35"/>
                  </a:cubicBezTo>
                  <a:close/>
                  <a:moveTo>
                    <a:pt x="945" y="23"/>
                  </a:moveTo>
                  <a:cubicBezTo>
                    <a:pt x="945" y="23"/>
                    <a:pt x="944" y="23"/>
                    <a:pt x="944" y="23"/>
                  </a:cubicBezTo>
                  <a:cubicBezTo>
                    <a:pt x="942" y="22"/>
                    <a:pt x="940" y="21"/>
                    <a:pt x="938" y="20"/>
                  </a:cubicBezTo>
                  <a:cubicBezTo>
                    <a:pt x="937" y="18"/>
                    <a:pt x="936" y="16"/>
                    <a:pt x="937" y="13"/>
                  </a:cubicBezTo>
                  <a:cubicBezTo>
                    <a:pt x="937" y="9"/>
                    <a:pt x="941" y="5"/>
                    <a:pt x="946" y="6"/>
                  </a:cubicBezTo>
                  <a:cubicBezTo>
                    <a:pt x="946" y="6"/>
                    <a:pt x="946" y="6"/>
                    <a:pt x="946" y="6"/>
                  </a:cubicBezTo>
                  <a:cubicBezTo>
                    <a:pt x="950" y="6"/>
                    <a:pt x="954" y="10"/>
                    <a:pt x="953" y="15"/>
                  </a:cubicBezTo>
                  <a:cubicBezTo>
                    <a:pt x="953" y="19"/>
                    <a:pt x="949" y="23"/>
                    <a:pt x="945" y="2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9917E43A-88A4-425A-9286-508D32C3D2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6202" y="1536822"/>
              <a:ext cx="3479596" cy="3479596"/>
            </a:xfrm>
            <a:custGeom>
              <a:avLst/>
              <a:gdLst>
                <a:gd name="T0" fmla="*/ 598 w 1645"/>
                <a:gd name="T1" fmla="*/ 1611 h 1645"/>
                <a:gd name="T2" fmla="*/ 820 w 1645"/>
                <a:gd name="T3" fmla="*/ 1637 h 1645"/>
                <a:gd name="T4" fmla="*/ 840 w 1645"/>
                <a:gd name="T5" fmla="*/ 1628 h 1645"/>
                <a:gd name="T6" fmla="*/ 978 w 1645"/>
                <a:gd name="T7" fmla="*/ 1613 h 1645"/>
                <a:gd name="T8" fmla="*/ 982 w 1645"/>
                <a:gd name="T9" fmla="*/ 1629 h 1645"/>
                <a:gd name="T10" fmla="*/ 581 w 1645"/>
                <a:gd name="T11" fmla="*/ 1591 h 1645"/>
                <a:gd name="T12" fmla="*/ 548 w 1645"/>
                <a:gd name="T13" fmla="*/ 1598 h 1645"/>
                <a:gd name="T14" fmla="*/ 466 w 1645"/>
                <a:gd name="T15" fmla="*/ 1545 h 1645"/>
                <a:gd name="T16" fmla="*/ 1092 w 1645"/>
                <a:gd name="T17" fmla="*/ 1590 h 1645"/>
                <a:gd name="T18" fmla="*/ 1100 w 1645"/>
                <a:gd name="T19" fmla="*/ 1596 h 1645"/>
                <a:gd name="T20" fmla="*/ 1304 w 1645"/>
                <a:gd name="T21" fmla="*/ 1469 h 1645"/>
                <a:gd name="T22" fmla="*/ 342 w 1645"/>
                <a:gd name="T23" fmla="*/ 1488 h 1645"/>
                <a:gd name="T24" fmla="*/ 342 w 1645"/>
                <a:gd name="T25" fmla="*/ 1488 h 1645"/>
                <a:gd name="T26" fmla="*/ 166 w 1645"/>
                <a:gd name="T27" fmla="*/ 1318 h 1645"/>
                <a:gd name="T28" fmla="*/ 253 w 1645"/>
                <a:gd name="T29" fmla="*/ 1392 h 1645"/>
                <a:gd name="T30" fmla="*/ 1326 w 1645"/>
                <a:gd name="T31" fmla="*/ 1452 h 1645"/>
                <a:gd name="T32" fmla="*/ 1347 w 1645"/>
                <a:gd name="T33" fmla="*/ 1434 h 1645"/>
                <a:gd name="T34" fmla="*/ 1358 w 1645"/>
                <a:gd name="T35" fmla="*/ 1447 h 1645"/>
                <a:gd name="T36" fmla="*/ 163 w 1645"/>
                <a:gd name="T37" fmla="*/ 1285 h 1645"/>
                <a:gd name="T38" fmla="*/ 42 w 1645"/>
                <a:gd name="T39" fmla="*/ 1081 h 1645"/>
                <a:gd name="T40" fmla="*/ 141 w 1645"/>
                <a:gd name="T41" fmla="*/ 1275 h 1645"/>
                <a:gd name="T42" fmla="*/ 1508 w 1645"/>
                <a:gd name="T43" fmla="*/ 1270 h 1645"/>
                <a:gd name="T44" fmla="*/ 1597 w 1645"/>
                <a:gd name="T45" fmla="*/ 1043 h 1645"/>
                <a:gd name="T46" fmla="*/ 1530 w 1645"/>
                <a:gd name="T47" fmla="*/ 1242 h 1645"/>
                <a:gd name="T48" fmla="*/ 49 w 1645"/>
                <a:gd name="T49" fmla="*/ 1056 h 1645"/>
                <a:gd name="T50" fmla="*/ 1 w 1645"/>
                <a:gd name="T51" fmla="*/ 818 h 1645"/>
                <a:gd name="T52" fmla="*/ 25 w 1645"/>
                <a:gd name="T53" fmla="*/ 929 h 1645"/>
                <a:gd name="T54" fmla="*/ 1604 w 1645"/>
                <a:gd name="T55" fmla="*/ 1016 h 1645"/>
                <a:gd name="T56" fmla="*/ 1619 w 1645"/>
                <a:gd name="T57" fmla="*/ 940 h 1645"/>
                <a:gd name="T58" fmla="*/ 1645 w 1645"/>
                <a:gd name="T59" fmla="*/ 823 h 1645"/>
                <a:gd name="T60" fmla="*/ 3 w 1645"/>
                <a:gd name="T61" fmla="*/ 795 h 1645"/>
                <a:gd name="T62" fmla="*/ 11 w 1645"/>
                <a:gd name="T63" fmla="*/ 769 h 1645"/>
                <a:gd name="T64" fmla="*/ 46 w 1645"/>
                <a:gd name="T65" fmla="*/ 554 h 1645"/>
                <a:gd name="T66" fmla="*/ 1634 w 1645"/>
                <a:gd name="T67" fmla="*/ 763 h 1645"/>
                <a:gd name="T68" fmla="*/ 1642 w 1645"/>
                <a:gd name="T69" fmla="*/ 754 h 1645"/>
                <a:gd name="T70" fmla="*/ 1611 w 1645"/>
                <a:gd name="T71" fmla="*/ 620 h 1645"/>
                <a:gd name="T72" fmla="*/ 1547 w 1645"/>
                <a:gd name="T73" fmla="*/ 472 h 1645"/>
                <a:gd name="T74" fmla="*/ 1592 w 1645"/>
                <a:gd name="T75" fmla="*/ 566 h 1645"/>
                <a:gd name="T76" fmla="*/ 72 w 1645"/>
                <a:gd name="T77" fmla="*/ 533 h 1645"/>
                <a:gd name="T78" fmla="*/ 96 w 1645"/>
                <a:gd name="T79" fmla="*/ 438 h 1645"/>
                <a:gd name="T80" fmla="*/ 82 w 1645"/>
                <a:gd name="T81" fmla="*/ 507 h 1645"/>
                <a:gd name="T82" fmla="*/ 1546 w 1645"/>
                <a:gd name="T83" fmla="*/ 451 h 1645"/>
                <a:gd name="T84" fmla="*/ 1397 w 1645"/>
                <a:gd name="T85" fmla="*/ 246 h 1645"/>
                <a:gd name="T86" fmla="*/ 198 w 1645"/>
                <a:gd name="T87" fmla="*/ 310 h 1645"/>
                <a:gd name="T88" fmla="*/ 198 w 1645"/>
                <a:gd name="T89" fmla="*/ 310 h 1645"/>
                <a:gd name="T90" fmla="*/ 370 w 1645"/>
                <a:gd name="T91" fmla="*/ 137 h 1645"/>
                <a:gd name="T92" fmla="*/ 223 w 1645"/>
                <a:gd name="T93" fmla="*/ 286 h 1645"/>
                <a:gd name="T94" fmla="*/ 1391 w 1645"/>
                <a:gd name="T95" fmla="*/ 232 h 1645"/>
                <a:gd name="T96" fmla="*/ 1180 w 1645"/>
                <a:gd name="T97" fmla="*/ 99 h 1645"/>
                <a:gd name="T98" fmla="*/ 1361 w 1645"/>
                <a:gd name="T99" fmla="*/ 222 h 1645"/>
                <a:gd name="T100" fmla="*/ 398 w 1645"/>
                <a:gd name="T101" fmla="*/ 137 h 1645"/>
                <a:gd name="T102" fmla="*/ 614 w 1645"/>
                <a:gd name="T103" fmla="*/ 28 h 1645"/>
                <a:gd name="T104" fmla="*/ 423 w 1645"/>
                <a:gd name="T105" fmla="*/ 123 h 1645"/>
                <a:gd name="T106" fmla="*/ 1163 w 1645"/>
                <a:gd name="T107" fmla="*/ 92 h 1645"/>
                <a:gd name="T108" fmla="*/ 928 w 1645"/>
                <a:gd name="T109" fmla="*/ 16 h 1645"/>
                <a:gd name="T110" fmla="*/ 635 w 1645"/>
                <a:gd name="T111" fmla="*/ 31 h 1645"/>
                <a:gd name="T112" fmla="*/ 664 w 1645"/>
                <a:gd name="T113" fmla="*/ 19 h 1645"/>
                <a:gd name="T114" fmla="*/ 767 w 1645"/>
                <a:gd name="T115" fmla="*/ 20 h 1645"/>
                <a:gd name="T116" fmla="*/ 899 w 1645"/>
                <a:gd name="T117" fmla="*/ 13 h 1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645" h="1645">
                  <a:moveTo>
                    <a:pt x="812" y="1645"/>
                  </a:moveTo>
                  <a:cubicBezTo>
                    <a:pt x="812" y="1645"/>
                    <a:pt x="812" y="1645"/>
                    <a:pt x="812" y="1645"/>
                  </a:cubicBezTo>
                  <a:cubicBezTo>
                    <a:pt x="782" y="1645"/>
                    <a:pt x="752" y="1643"/>
                    <a:pt x="722" y="1639"/>
                  </a:cubicBezTo>
                  <a:cubicBezTo>
                    <a:pt x="721" y="1639"/>
                    <a:pt x="721" y="1639"/>
                    <a:pt x="721" y="1639"/>
                  </a:cubicBezTo>
                  <a:cubicBezTo>
                    <a:pt x="719" y="1639"/>
                    <a:pt x="717" y="1638"/>
                    <a:pt x="715" y="1638"/>
                  </a:cubicBezTo>
                  <a:cubicBezTo>
                    <a:pt x="677" y="1633"/>
                    <a:pt x="640" y="1625"/>
                    <a:pt x="603" y="1615"/>
                  </a:cubicBezTo>
                  <a:cubicBezTo>
                    <a:pt x="601" y="1614"/>
                    <a:pt x="599" y="1613"/>
                    <a:pt x="598" y="1611"/>
                  </a:cubicBezTo>
                  <a:cubicBezTo>
                    <a:pt x="597" y="1609"/>
                    <a:pt x="596" y="1607"/>
                    <a:pt x="597" y="1605"/>
                  </a:cubicBezTo>
                  <a:cubicBezTo>
                    <a:pt x="598" y="1600"/>
                    <a:pt x="603" y="1597"/>
                    <a:pt x="607" y="1599"/>
                  </a:cubicBezTo>
                  <a:cubicBezTo>
                    <a:pt x="643" y="1609"/>
                    <a:pt x="680" y="1616"/>
                    <a:pt x="717" y="1621"/>
                  </a:cubicBezTo>
                  <a:cubicBezTo>
                    <a:pt x="719" y="1622"/>
                    <a:pt x="722" y="1622"/>
                    <a:pt x="724" y="1622"/>
                  </a:cubicBezTo>
                  <a:cubicBezTo>
                    <a:pt x="753" y="1626"/>
                    <a:pt x="783" y="1628"/>
                    <a:pt x="812" y="1628"/>
                  </a:cubicBezTo>
                  <a:cubicBezTo>
                    <a:pt x="814" y="1628"/>
                    <a:pt x="816" y="1629"/>
                    <a:pt x="818" y="1631"/>
                  </a:cubicBezTo>
                  <a:cubicBezTo>
                    <a:pt x="819" y="1632"/>
                    <a:pt x="820" y="1634"/>
                    <a:pt x="820" y="1637"/>
                  </a:cubicBezTo>
                  <a:cubicBezTo>
                    <a:pt x="820" y="1641"/>
                    <a:pt x="816" y="1645"/>
                    <a:pt x="812" y="1645"/>
                  </a:cubicBezTo>
                  <a:close/>
                  <a:moveTo>
                    <a:pt x="840" y="1645"/>
                  </a:moveTo>
                  <a:cubicBezTo>
                    <a:pt x="840" y="1645"/>
                    <a:pt x="840" y="1645"/>
                    <a:pt x="840" y="1645"/>
                  </a:cubicBezTo>
                  <a:cubicBezTo>
                    <a:pt x="835" y="1645"/>
                    <a:pt x="832" y="1641"/>
                    <a:pt x="831" y="1637"/>
                  </a:cubicBezTo>
                  <a:cubicBezTo>
                    <a:pt x="831" y="1634"/>
                    <a:pt x="832" y="1632"/>
                    <a:pt x="834" y="1631"/>
                  </a:cubicBezTo>
                  <a:cubicBezTo>
                    <a:pt x="835" y="1629"/>
                    <a:pt x="838" y="1628"/>
                    <a:pt x="840" y="1628"/>
                  </a:cubicBezTo>
                  <a:cubicBezTo>
                    <a:pt x="840" y="1628"/>
                    <a:pt x="840" y="1628"/>
                    <a:pt x="840" y="1628"/>
                  </a:cubicBezTo>
                  <a:cubicBezTo>
                    <a:pt x="845" y="1628"/>
                    <a:pt x="848" y="1632"/>
                    <a:pt x="848" y="1636"/>
                  </a:cubicBezTo>
                  <a:cubicBezTo>
                    <a:pt x="849" y="1641"/>
                    <a:pt x="845" y="1645"/>
                    <a:pt x="840" y="1645"/>
                  </a:cubicBezTo>
                  <a:close/>
                  <a:moveTo>
                    <a:pt x="868" y="1644"/>
                  </a:moveTo>
                  <a:cubicBezTo>
                    <a:pt x="864" y="1644"/>
                    <a:pt x="860" y="1640"/>
                    <a:pt x="860" y="1636"/>
                  </a:cubicBezTo>
                  <a:cubicBezTo>
                    <a:pt x="860" y="1634"/>
                    <a:pt x="860" y="1631"/>
                    <a:pt x="862" y="1630"/>
                  </a:cubicBezTo>
                  <a:cubicBezTo>
                    <a:pt x="863" y="1628"/>
                    <a:pt x="865" y="1627"/>
                    <a:pt x="868" y="1627"/>
                  </a:cubicBezTo>
                  <a:cubicBezTo>
                    <a:pt x="905" y="1625"/>
                    <a:pt x="942" y="1620"/>
                    <a:pt x="978" y="1613"/>
                  </a:cubicBezTo>
                  <a:cubicBezTo>
                    <a:pt x="978" y="1613"/>
                    <a:pt x="979" y="1613"/>
                    <a:pt x="979" y="1613"/>
                  </a:cubicBezTo>
                  <a:cubicBezTo>
                    <a:pt x="997" y="1609"/>
                    <a:pt x="1015" y="1605"/>
                    <a:pt x="1033" y="1600"/>
                  </a:cubicBezTo>
                  <a:cubicBezTo>
                    <a:pt x="1045" y="1597"/>
                    <a:pt x="1058" y="1593"/>
                    <a:pt x="1071" y="1589"/>
                  </a:cubicBezTo>
                  <a:cubicBezTo>
                    <a:pt x="1075" y="1587"/>
                    <a:pt x="1080" y="1590"/>
                    <a:pt x="1081" y="1594"/>
                  </a:cubicBezTo>
                  <a:cubicBezTo>
                    <a:pt x="1083" y="1599"/>
                    <a:pt x="1080" y="1603"/>
                    <a:pt x="1076" y="1605"/>
                  </a:cubicBezTo>
                  <a:cubicBezTo>
                    <a:pt x="1063" y="1609"/>
                    <a:pt x="1050" y="1613"/>
                    <a:pt x="1037" y="1616"/>
                  </a:cubicBezTo>
                  <a:cubicBezTo>
                    <a:pt x="1019" y="1621"/>
                    <a:pt x="1000" y="1626"/>
                    <a:pt x="982" y="1629"/>
                  </a:cubicBezTo>
                  <a:cubicBezTo>
                    <a:pt x="945" y="1637"/>
                    <a:pt x="907" y="1642"/>
                    <a:pt x="869" y="1644"/>
                  </a:cubicBezTo>
                  <a:cubicBezTo>
                    <a:pt x="869" y="1644"/>
                    <a:pt x="868" y="1644"/>
                    <a:pt x="868" y="1644"/>
                  </a:cubicBezTo>
                  <a:close/>
                  <a:moveTo>
                    <a:pt x="578" y="1607"/>
                  </a:moveTo>
                  <a:cubicBezTo>
                    <a:pt x="577" y="1607"/>
                    <a:pt x="576" y="1607"/>
                    <a:pt x="575" y="1607"/>
                  </a:cubicBezTo>
                  <a:cubicBezTo>
                    <a:pt x="573" y="1606"/>
                    <a:pt x="571" y="1605"/>
                    <a:pt x="570" y="1603"/>
                  </a:cubicBezTo>
                  <a:cubicBezTo>
                    <a:pt x="569" y="1601"/>
                    <a:pt x="569" y="1598"/>
                    <a:pt x="570" y="1596"/>
                  </a:cubicBezTo>
                  <a:cubicBezTo>
                    <a:pt x="571" y="1592"/>
                    <a:pt x="576" y="1589"/>
                    <a:pt x="581" y="1591"/>
                  </a:cubicBezTo>
                  <a:cubicBezTo>
                    <a:pt x="582" y="1591"/>
                    <a:pt x="582" y="1591"/>
                    <a:pt x="582" y="1591"/>
                  </a:cubicBezTo>
                  <a:cubicBezTo>
                    <a:pt x="582" y="1591"/>
                    <a:pt x="582" y="1591"/>
                    <a:pt x="582" y="1591"/>
                  </a:cubicBezTo>
                  <a:cubicBezTo>
                    <a:pt x="583" y="1592"/>
                    <a:pt x="585" y="1593"/>
                    <a:pt x="586" y="1595"/>
                  </a:cubicBezTo>
                  <a:cubicBezTo>
                    <a:pt x="587" y="1597"/>
                    <a:pt x="587" y="1599"/>
                    <a:pt x="586" y="1601"/>
                  </a:cubicBezTo>
                  <a:cubicBezTo>
                    <a:pt x="585" y="1605"/>
                    <a:pt x="582" y="1607"/>
                    <a:pt x="578" y="1607"/>
                  </a:cubicBezTo>
                  <a:close/>
                  <a:moveTo>
                    <a:pt x="551" y="1598"/>
                  </a:moveTo>
                  <a:cubicBezTo>
                    <a:pt x="550" y="1598"/>
                    <a:pt x="549" y="1598"/>
                    <a:pt x="548" y="1598"/>
                  </a:cubicBezTo>
                  <a:cubicBezTo>
                    <a:pt x="518" y="1587"/>
                    <a:pt x="488" y="1574"/>
                    <a:pt x="459" y="1560"/>
                  </a:cubicBezTo>
                  <a:cubicBezTo>
                    <a:pt x="446" y="1554"/>
                    <a:pt x="434" y="1547"/>
                    <a:pt x="422" y="1540"/>
                  </a:cubicBezTo>
                  <a:cubicBezTo>
                    <a:pt x="401" y="1529"/>
                    <a:pt x="380" y="1516"/>
                    <a:pt x="360" y="1502"/>
                  </a:cubicBezTo>
                  <a:cubicBezTo>
                    <a:pt x="356" y="1500"/>
                    <a:pt x="355" y="1495"/>
                    <a:pt x="358" y="1491"/>
                  </a:cubicBezTo>
                  <a:cubicBezTo>
                    <a:pt x="361" y="1487"/>
                    <a:pt x="366" y="1486"/>
                    <a:pt x="370" y="1488"/>
                  </a:cubicBezTo>
                  <a:cubicBezTo>
                    <a:pt x="389" y="1502"/>
                    <a:pt x="410" y="1514"/>
                    <a:pt x="430" y="1526"/>
                  </a:cubicBezTo>
                  <a:cubicBezTo>
                    <a:pt x="442" y="1532"/>
                    <a:pt x="454" y="1539"/>
                    <a:pt x="466" y="1545"/>
                  </a:cubicBezTo>
                  <a:cubicBezTo>
                    <a:pt x="466" y="1545"/>
                    <a:pt x="466" y="1545"/>
                    <a:pt x="466" y="1545"/>
                  </a:cubicBezTo>
                  <a:cubicBezTo>
                    <a:pt x="495" y="1559"/>
                    <a:pt x="524" y="1571"/>
                    <a:pt x="554" y="1582"/>
                  </a:cubicBezTo>
                  <a:cubicBezTo>
                    <a:pt x="558" y="1583"/>
                    <a:pt x="561" y="1588"/>
                    <a:pt x="559" y="1593"/>
                  </a:cubicBezTo>
                  <a:cubicBezTo>
                    <a:pt x="558" y="1596"/>
                    <a:pt x="555" y="1598"/>
                    <a:pt x="551" y="1598"/>
                  </a:cubicBezTo>
                  <a:close/>
                  <a:moveTo>
                    <a:pt x="1100" y="1596"/>
                  </a:moveTo>
                  <a:cubicBezTo>
                    <a:pt x="1100" y="1596"/>
                    <a:pt x="1100" y="1596"/>
                    <a:pt x="1100" y="1596"/>
                  </a:cubicBezTo>
                  <a:cubicBezTo>
                    <a:pt x="1097" y="1596"/>
                    <a:pt x="1093" y="1594"/>
                    <a:pt x="1092" y="1590"/>
                  </a:cubicBezTo>
                  <a:cubicBezTo>
                    <a:pt x="1091" y="1588"/>
                    <a:pt x="1091" y="1586"/>
                    <a:pt x="1092" y="1584"/>
                  </a:cubicBezTo>
                  <a:cubicBezTo>
                    <a:pt x="1093" y="1582"/>
                    <a:pt x="1095" y="1580"/>
                    <a:pt x="1097" y="1580"/>
                  </a:cubicBezTo>
                  <a:cubicBezTo>
                    <a:pt x="1098" y="1580"/>
                    <a:pt x="1098" y="1580"/>
                    <a:pt x="1098" y="1580"/>
                  </a:cubicBezTo>
                  <a:cubicBezTo>
                    <a:pt x="1098" y="1580"/>
                    <a:pt x="1098" y="1580"/>
                    <a:pt x="1098" y="1580"/>
                  </a:cubicBezTo>
                  <a:cubicBezTo>
                    <a:pt x="1102" y="1578"/>
                    <a:pt x="1107" y="1581"/>
                    <a:pt x="1108" y="1585"/>
                  </a:cubicBezTo>
                  <a:cubicBezTo>
                    <a:pt x="1110" y="1589"/>
                    <a:pt x="1107" y="1594"/>
                    <a:pt x="1103" y="1596"/>
                  </a:cubicBezTo>
                  <a:cubicBezTo>
                    <a:pt x="1102" y="1596"/>
                    <a:pt x="1101" y="1596"/>
                    <a:pt x="1100" y="1596"/>
                  </a:cubicBezTo>
                  <a:close/>
                  <a:moveTo>
                    <a:pt x="1127" y="1586"/>
                  </a:moveTo>
                  <a:cubicBezTo>
                    <a:pt x="1123" y="1586"/>
                    <a:pt x="1120" y="1584"/>
                    <a:pt x="1119" y="1581"/>
                  </a:cubicBezTo>
                  <a:cubicBezTo>
                    <a:pt x="1118" y="1579"/>
                    <a:pt x="1118" y="1576"/>
                    <a:pt x="1119" y="1574"/>
                  </a:cubicBezTo>
                  <a:cubicBezTo>
                    <a:pt x="1120" y="1572"/>
                    <a:pt x="1121" y="1570"/>
                    <a:pt x="1123" y="1570"/>
                  </a:cubicBezTo>
                  <a:cubicBezTo>
                    <a:pt x="1158" y="1556"/>
                    <a:pt x="1192" y="1539"/>
                    <a:pt x="1224" y="1521"/>
                  </a:cubicBezTo>
                  <a:cubicBezTo>
                    <a:pt x="1224" y="1521"/>
                    <a:pt x="1224" y="1521"/>
                    <a:pt x="1224" y="1521"/>
                  </a:cubicBezTo>
                  <a:cubicBezTo>
                    <a:pt x="1252" y="1505"/>
                    <a:pt x="1278" y="1488"/>
                    <a:pt x="1304" y="1469"/>
                  </a:cubicBezTo>
                  <a:cubicBezTo>
                    <a:pt x="1307" y="1466"/>
                    <a:pt x="1313" y="1467"/>
                    <a:pt x="1316" y="1471"/>
                  </a:cubicBezTo>
                  <a:cubicBezTo>
                    <a:pt x="1318" y="1474"/>
                    <a:pt x="1318" y="1480"/>
                    <a:pt x="1314" y="1482"/>
                  </a:cubicBezTo>
                  <a:cubicBezTo>
                    <a:pt x="1288" y="1502"/>
                    <a:pt x="1261" y="1520"/>
                    <a:pt x="1233" y="1536"/>
                  </a:cubicBezTo>
                  <a:cubicBezTo>
                    <a:pt x="1200" y="1554"/>
                    <a:pt x="1165" y="1571"/>
                    <a:pt x="1130" y="1585"/>
                  </a:cubicBezTo>
                  <a:cubicBezTo>
                    <a:pt x="1130" y="1585"/>
                    <a:pt x="1130" y="1585"/>
                    <a:pt x="1130" y="1585"/>
                  </a:cubicBezTo>
                  <a:cubicBezTo>
                    <a:pt x="1129" y="1586"/>
                    <a:pt x="1128" y="1586"/>
                    <a:pt x="1127" y="1586"/>
                  </a:cubicBezTo>
                  <a:close/>
                  <a:moveTo>
                    <a:pt x="342" y="1488"/>
                  </a:moveTo>
                  <a:cubicBezTo>
                    <a:pt x="340" y="1488"/>
                    <a:pt x="338" y="1487"/>
                    <a:pt x="337" y="1486"/>
                  </a:cubicBezTo>
                  <a:cubicBezTo>
                    <a:pt x="337" y="1486"/>
                    <a:pt x="337" y="1486"/>
                    <a:pt x="337" y="1486"/>
                  </a:cubicBezTo>
                  <a:cubicBezTo>
                    <a:pt x="335" y="1485"/>
                    <a:pt x="334" y="1483"/>
                    <a:pt x="333" y="1480"/>
                  </a:cubicBezTo>
                  <a:cubicBezTo>
                    <a:pt x="333" y="1478"/>
                    <a:pt x="334" y="1476"/>
                    <a:pt x="335" y="1474"/>
                  </a:cubicBezTo>
                  <a:cubicBezTo>
                    <a:pt x="338" y="1470"/>
                    <a:pt x="343" y="1470"/>
                    <a:pt x="347" y="1472"/>
                  </a:cubicBezTo>
                  <a:cubicBezTo>
                    <a:pt x="351" y="1475"/>
                    <a:pt x="351" y="1480"/>
                    <a:pt x="349" y="1484"/>
                  </a:cubicBezTo>
                  <a:cubicBezTo>
                    <a:pt x="347" y="1486"/>
                    <a:pt x="345" y="1488"/>
                    <a:pt x="342" y="1488"/>
                  </a:cubicBezTo>
                  <a:close/>
                  <a:moveTo>
                    <a:pt x="319" y="1471"/>
                  </a:moveTo>
                  <a:cubicBezTo>
                    <a:pt x="317" y="1471"/>
                    <a:pt x="316" y="1470"/>
                    <a:pt x="314" y="1469"/>
                  </a:cubicBezTo>
                  <a:cubicBezTo>
                    <a:pt x="289" y="1449"/>
                    <a:pt x="264" y="1427"/>
                    <a:pt x="242" y="1404"/>
                  </a:cubicBezTo>
                  <a:cubicBezTo>
                    <a:pt x="241" y="1404"/>
                    <a:pt x="241" y="1404"/>
                    <a:pt x="241" y="1404"/>
                  </a:cubicBezTo>
                  <a:cubicBezTo>
                    <a:pt x="241" y="1404"/>
                    <a:pt x="241" y="1404"/>
                    <a:pt x="241" y="1404"/>
                  </a:cubicBezTo>
                  <a:cubicBezTo>
                    <a:pt x="220" y="1383"/>
                    <a:pt x="199" y="1360"/>
                    <a:pt x="180" y="1336"/>
                  </a:cubicBezTo>
                  <a:cubicBezTo>
                    <a:pt x="176" y="1330"/>
                    <a:pt x="171" y="1324"/>
                    <a:pt x="166" y="1318"/>
                  </a:cubicBezTo>
                  <a:cubicBezTo>
                    <a:pt x="166" y="1318"/>
                    <a:pt x="166" y="1318"/>
                    <a:pt x="166" y="1318"/>
                  </a:cubicBezTo>
                  <a:cubicBezTo>
                    <a:pt x="165" y="1316"/>
                    <a:pt x="164" y="1314"/>
                    <a:pt x="165" y="1312"/>
                  </a:cubicBezTo>
                  <a:cubicBezTo>
                    <a:pt x="165" y="1310"/>
                    <a:pt x="166" y="1308"/>
                    <a:pt x="168" y="1306"/>
                  </a:cubicBezTo>
                  <a:cubicBezTo>
                    <a:pt x="172" y="1304"/>
                    <a:pt x="177" y="1304"/>
                    <a:pt x="180" y="1308"/>
                  </a:cubicBezTo>
                  <a:cubicBezTo>
                    <a:pt x="184" y="1314"/>
                    <a:pt x="189" y="1320"/>
                    <a:pt x="194" y="1325"/>
                  </a:cubicBezTo>
                  <a:cubicBezTo>
                    <a:pt x="212" y="1349"/>
                    <a:pt x="232" y="1371"/>
                    <a:pt x="253" y="1392"/>
                  </a:cubicBezTo>
                  <a:cubicBezTo>
                    <a:pt x="253" y="1392"/>
                    <a:pt x="253" y="1392"/>
                    <a:pt x="253" y="1392"/>
                  </a:cubicBezTo>
                  <a:cubicBezTo>
                    <a:pt x="276" y="1415"/>
                    <a:pt x="300" y="1436"/>
                    <a:pt x="325" y="1455"/>
                  </a:cubicBezTo>
                  <a:cubicBezTo>
                    <a:pt x="328" y="1458"/>
                    <a:pt x="329" y="1464"/>
                    <a:pt x="326" y="1467"/>
                  </a:cubicBezTo>
                  <a:cubicBezTo>
                    <a:pt x="324" y="1469"/>
                    <a:pt x="322" y="1471"/>
                    <a:pt x="319" y="1471"/>
                  </a:cubicBezTo>
                  <a:close/>
                  <a:moveTo>
                    <a:pt x="1331" y="1467"/>
                  </a:moveTo>
                  <a:cubicBezTo>
                    <a:pt x="1329" y="1467"/>
                    <a:pt x="1326" y="1466"/>
                    <a:pt x="1324" y="1464"/>
                  </a:cubicBezTo>
                  <a:cubicBezTo>
                    <a:pt x="1323" y="1462"/>
                    <a:pt x="1322" y="1460"/>
                    <a:pt x="1323" y="1457"/>
                  </a:cubicBezTo>
                  <a:cubicBezTo>
                    <a:pt x="1323" y="1455"/>
                    <a:pt x="1324" y="1453"/>
                    <a:pt x="1326" y="1452"/>
                  </a:cubicBezTo>
                  <a:cubicBezTo>
                    <a:pt x="1329" y="1449"/>
                    <a:pt x="1335" y="1449"/>
                    <a:pt x="1338" y="1453"/>
                  </a:cubicBezTo>
                  <a:cubicBezTo>
                    <a:pt x="1341" y="1457"/>
                    <a:pt x="1340" y="1462"/>
                    <a:pt x="1336" y="1465"/>
                  </a:cubicBezTo>
                  <a:cubicBezTo>
                    <a:pt x="1335" y="1466"/>
                    <a:pt x="1333" y="1467"/>
                    <a:pt x="1331" y="1467"/>
                  </a:cubicBezTo>
                  <a:close/>
                  <a:moveTo>
                    <a:pt x="1353" y="1449"/>
                  </a:moveTo>
                  <a:cubicBezTo>
                    <a:pt x="1350" y="1449"/>
                    <a:pt x="1348" y="1448"/>
                    <a:pt x="1346" y="1446"/>
                  </a:cubicBezTo>
                  <a:cubicBezTo>
                    <a:pt x="1345" y="1444"/>
                    <a:pt x="1344" y="1442"/>
                    <a:pt x="1344" y="1440"/>
                  </a:cubicBezTo>
                  <a:cubicBezTo>
                    <a:pt x="1345" y="1437"/>
                    <a:pt x="1346" y="1435"/>
                    <a:pt x="1347" y="1434"/>
                  </a:cubicBezTo>
                  <a:cubicBezTo>
                    <a:pt x="1375" y="1410"/>
                    <a:pt x="1402" y="1383"/>
                    <a:pt x="1427" y="1355"/>
                  </a:cubicBezTo>
                  <a:cubicBezTo>
                    <a:pt x="1427" y="1355"/>
                    <a:pt x="1427" y="1355"/>
                    <a:pt x="1427" y="1355"/>
                  </a:cubicBezTo>
                  <a:cubicBezTo>
                    <a:pt x="1448" y="1331"/>
                    <a:pt x="1467" y="1306"/>
                    <a:pt x="1485" y="1280"/>
                  </a:cubicBezTo>
                  <a:cubicBezTo>
                    <a:pt x="1488" y="1276"/>
                    <a:pt x="1493" y="1275"/>
                    <a:pt x="1497" y="1278"/>
                  </a:cubicBezTo>
                  <a:cubicBezTo>
                    <a:pt x="1501" y="1281"/>
                    <a:pt x="1502" y="1286"/>
                    <a:pt x="1499" y="1290"/>
                  </a:cubicBezTo>
                  <a:cubicBezTo>
                    <a:pt x="1481" y="1316"/>
                    <a:pt x="1461" y="1342"/>
                    <a:pt x="1440" y="1366"/>
                  </a:cubicBezTo>
                  <a:cubicBezTo>
                    <a:pt x="1414" y="1395"/>
                    <a:pt x="1387" y="1422"/>
                    <a:pt x="1358" y="1447"/>
                  </a:cubicBezTo>
                  <a:cubicBezTo>
                    <a:pt x="1357" y="1448"/>
                    <a:pt x="1355" y="1449"/>
                    <a:pt x="1353" y="1449"/>
                  </a:cubicBezTo>
                  <a:close/>
                  <a:moveTo>
                    <a:pt x="157" y="1299"/>
                  </a:moveTo>
                  <a:cubicBezTo>
                    <a:pt x="154" y="1299"/>
                    <a:pt x="151" y="1297"/>
                    <a:pt x="150" y="1295"/>
                  </a:cubicBezTo>
                  <a:cubicBezTo>
                    <a:pt x="150" y="1295"/>
                    <a:pt x="150" y="1295"/>
                    <a:pt x="150" y="1295"/>
                  </a:cubicBezTo>
                  <a:cubicBezTo>
                    <a:pt x="148" y="1293"/>
                    <a:pt x="148" y="1291"/>
                    <a:pt x="148" y="1289"/>
                  </a:cubicBezTo>
                  <a:cubicBezTo>
                    <a:pt x="149" y="1286"/>
                    <a:pt x="150" y="1285"/>
                    <a:pt x="152" y="1283"/>
                  </a:cubicBezTo>
                  <a:cubicBezTo>
                    <a:pt x="155" y="1281"/>
                    <a:pt x="161" y="1282"/>
                    <a:pt x="163" y="1285"/>
                  </a:cubicBezTo>
                  <a:cubicBezTo>
                    <a:pt x="163" y="1285"/>
                    <a:pt x="163" y="1285"/>
                    <a:pt x="163" y="1285"/>
                  </a:cubicBezTo>
                  <a:cubicBezTo>
                    <a:pt x="166" y="1289"/>
                    <a:pt x="165" y="1294"/>
                    <a:pt x="161" y="1297"/>
                  </a:cubicBezTo>
                  <a:cubicBezTo>
                    <a:pt x="160" y="1298"/>
                    <a:pt x="158" y="1299"/>
                    <a:pt x="157" y="1299"/>
                  </a:cubicBezTo>
                  <a:close/>
                  <a:moveTo>
                    <a:pt x="141" y="1275"/>
                  </a:moveTo>
                  <a:cubicBezTo>
                    <a:pt x="138" y="1275"/>
                    <a:pt x="135" y="1274"/>
                    <a:pt x="134" y="1271"/>
                  </a:cubicBezTo>
                  <a:cubicBezTo>
                    <a:pt x="116" y="1244"/>
                    <a:pt x="100" y="1216"/>
                    <a:pt x="86" y="1187"/>
                  </a:cubicBezTo>
                  <a:cubicBezTo>
                    <a:pt x="69" y="1153"/>
                    <a:pt x="54" y="1117"/>
                    <a:pt x="42" y="1081"/>
                  </a:cubicBezTo>
                  <a:cubicBezTo>
                    <a:pt x="42" y="1079"/>
                    <a:pt x="42" y="1077"/>
                    <a:pt x="43" y="1075"/>
                  </a:cubicBezTo>
                  <a:cubicBezTo>
                    <a:pt x="44" y="1073"/>
                    <a:pt x="45" y="1071"/>
                    <a:pt x="48" y="1071"/>
                  </a:cubicBezTo>
                  <a:cubicBezTo>
                    <a:pt x="52" y="1069"/>
                    <a:pt x="57" y="1072"/>
                    <a:pt x="58" y="1076"/>
                  </a:cubicBezTo>
                  <a:cubicBezTo>
                    <a:pt x="70" y="1111"/>
                    <a:pt x="84" y="1146"/>
                    <a:pt x="101" y="1179"/>
                  </a:cubicBezTo>
                  <a:cubicBezTo>
                    <a:pt x="115" y="1208"/>
                    <a:pt x="131" y="1236"/>
                    <a:pt x="148" y="1262"/>
                  </a:cubicBezTo>
                  <a:cubicBezTo>
                    <a:pt x="150" y="1266"/>
                    <a:pt x="149" y="1271"/>
                    <a:pt x="145" y="1274"/>
                  </a:cubicBezTo>
                  <a:cubicBezTo>
                    <a:pt x="144" y="1275"/>
                    <a:pt x="142" y="1275"/>
                    <a:pt x="141" y="1275"/>
                  </a:cubicBezTo>
                  <a:close/>
                  <a:moveTo>
                    <a:pt x="1508" y="1270"/>
                  </a:moveTo>
                  <a:cubicBezTo>
                    <a:pt x="1506" y="1270"/>
                    <a:pt x="1505" y="1269"/>
                    <a:pt x="1503" y="1269"/>
                  </a:cubicBezTo>
                  <a:cubicBezTo>
                    <a:pt x="1502" y="1267"/>
                    <a:pt x="1500" y="1265"/>
                    <a:pt x="1500" y="1263"/>
                  </a:cubicBezTo>
                  <a:cubicBezTo>
                    <a:pt x="1499" y="1261"/>
                    <a:pt x="1500" y="1259"/>
                    <a:pt x="1501" y="1257"/>
                  </a:cubicBezTo>
                  <a:cubicBezTo>
                    <a:pt x="1503" y="1253"/>
                    <a:pt x="1509" y="1252"/>
                    <a:pt x="1513" y="1254"/>
                  </a:cubicBezTo>
                  <a:cubicBezTo>
                    <a:pt x="1516" y="1257"/>
                    <a:pt x="1518" y="1262"/>
                    <a:pt x="1515" y="1266"/>
                  </a:cubicBezTo>
                  <a:cubicBezTo>
                    <a:pt x="1514" y="1268"/>
                    <a:pt x="1511" y="1270"/>
                    <a:pt x="1508" y="1270"/>
                  </a:cubicBezTo>
                  <a:close/>
                  <a:moveTo>
                    <a:pt x="1523" y="1246"/>
                  </a:moveTo>
                  <a:cubicBezTo>
                    <a:pt x="1521" y="1246"/>
                    <a:pt x="1520" y="1245"/>
                    <a:pt x="1518" y="1245"/>
                  </a:cubicBezTo>
                  <a:cubicBezTo>
                    <a:pt x="1514" y="1242"/>
                    <a:pt x="1513" y="1237"/>
                    <a:pt x="1515" y="1233"/>
                  </a:cubicBezTo>
                  <a:cubicBezTo>
                    <a:pt x="1516" y="1233"/>
                    <a:pt x="1516" y="1232"/>
                    <a:pt x="1516" y="1232"/>
                  </a:cubicBezTo>
                  <a:cubicBezTo>
                    <a:pt x="1516" y="1232"/>
                    <a:pt x="1516" y="1232"/>
                    <a:pt x="1516" y="1232"/>
                  </a:cubicBezTo>
                  <a:cubicBezTo>
                    <a:pt x="1535" y="1200"/>
                    <a:pt x="1552" y="1167"/>
                    <a:pt x="1566" y="1133"/>
                  </a:cubicBezTo>
                  <a:cubicBezTo>
                    <a:pt x="1578" y="1104"/>
                    <a:pt x="1588" y="1074"/>
                    <a:pt x="1597" y="1043"/>
                  </a:cubicBezTo>
                  <a:cubicBezTo>
                    <a:pt x="1598" y="1039"/>
                    <a:pt x="1603" y="1036"/>
                    <a:pt x="1608" y="1037"/>
                  </a:cubicBezTo>
                  <a:cubicBezTo>
                    <a:pt x="1610" y="1038"/>
                    <a:pt x="1612" y="1039"/>
                    <a:pt x="1613" y="1041"/>
                  </a:cubicBezTo>
                  <a:cubicBezTo>
                    <a:pt x="1614" y="1043"/>
                    <a:pt x="1614" y="1046"/>
                    <a:pt x="1613" y="1048"/>
                  </a:cubicBezTo>
                  <a:cubicBezTo>
                    <a:pt x="1605" y="1079"/>
                    <a:pt x="1594" y="1110"/>
                    <a:pt x="1581" y="1140"/>
                  </a:cubicBezTo>
                  <a:cubicBezTo>
                    <a:pt x="1567" y="1174"/>
                    <a:pt x="1550" y="1208"/>
                    <a:pt x="1531" y="1240"/>
                  </a:cubicBezTo>
                  <a:cubicBezTo>
                    <a:pt x="1531" y="1241"/>
                    <a:pt x="1531" y="1241"/>
                    <a:pt x="1531" y="1241"/>
                  </a:cubicBezTo>
                  <a:cubicBezTo>
                    <a:pt x="1530" y="1241"/>
                    <a:pt x="1530" y="1241"/>
                    <a:pt x="1530" y="1242"/>
                  </a:cubicBezTo>
                  <a:cubicBezTo>
                    <a:pt x="1529" y="1244"/>
                    <a:pt x="1526" y="1246"/>
                    <a:pt x="1523" y="1246"/>
                  </a:cubicBezTo>
                  <a:close/>
                  <a:moveTo>
                    <a:pt x="42" y="1060"/>
                  </a:moveTo>
                  <a:cubicBezTo>
                    <a:pt x="38" y="1060"/>
                    <a:pt x="35" y="1058"/>
                    <a:pt x="34" y="1054"/>
                  </a:cubicBezTo>
                  <a:cubicBezTo>
                    <a:pt x="33" y="1052"/>
                    <a:pt x="33" y="1050"/>
                    <a:pt x="34" y="1048"/>
                  </a:cubicBezTo>
                  <a:cubicBezTo>
                    <a:pt x="35" y="1046"/>
                    <a:pt x="37" y="1044"/>
                    <a:pt x="39" y="1043"/>
                  </a:cubicBezTo>
                  <a:cubicBezTo>
                    <a:pt x="44" y="1042"/>
                    <a:pt x="49" y="1045"/>
                    <a:pt x="50" y="1049"/>
                  </a:cubicBezTo>
                  <a:cubicBezTo>
                    <a:pt x="51" y="1051"/>
                    <a:pt x="50" y="1054"/>
                    <a:pt x="49" y="1056"/>
                  </a:cubicBezTo>
                  <a:cubicBezTo>
                    <a:pt x="48" y="1058"/>
                    <a:pt x="46" y="1059"/>
                    <a:pt x="44" y="1060"/>
                  </a:cubicBezTo>
                  <a:cubicBezTo>
                    <a:pt x="43" y="1060"/>
                    <a:pt x="43" y="1060"/>
                    <a:pt x="42" y="1060"/>
                  </a:cubicBezTo>
                  <a:close/>
                  <a:moveTo>
                    <a:pt x="34" y="1033"/>
                  </a:moveTo>
                  <a:cubicBezTo>
                    <a:pt x="30" y="1033"/>
                    <a:pt x="27" y="1030"/>
                    <a:pt x="26" y="1026"/>
                  </a:cubicBezTo>
                  <a:cubicBezTo>
                    <a:pt x="18" y="995"/>
                    <a:pt x="12" y="963"/>
                    <a:pt x="8" y="931"/>
                  </a:cubicBezTo>
                  <a:cubicBezTo>
                    <a:pt x="3" y="895"/>
                    <a:pt x="0" y="859"/>
                    <a:pt x="0" y="822"/>
                  </a:cubicBezTo>
                  <a:cubicBezTo>
                    <a:pt x="0" y="821"/>
                    <a:pt x="1" y="820"/>
                    <a:pt x="1" y="818"/>
                  </a:cubicBezTo>
                  <a:cubicBezTo>
                    <a:pt x="1" y="817"/>
                    <a:pt x="1" y="817"/>
                    <a:pt x="1" y="817"/>
                  </a:cubicBezTo>
                  <a:cubicBezTo>
                    <a:pt x="1" y="812"/>
                    <a:pt x="4" y="809"/>
                    <a:pt x="9" y="809"/>
                  </a:cubicBezTo>
                  <a:cubicBezTo>
                    <a:pt x="9" y="809"/>
                    <a:pt x="9" y="809"/>
                    <a:pt x="9" y="809"/>
                  </a:cubicBezTo>
                  <a:cubicBezTo>
                    <a:pt x="11" y="809"/>
                    <a:pt x="13" y="810"/>
                    <a:pt x="15" y="811"/>
                  </a:cubicBezTo>
                  <a:cubicBezTo>
                    <a:pt x="17" y="813"/>
                    <a:pt x="17" y="815"/>
                    <a:pt x="17" y="817"/>
                  </a:cubicBezTo>
                  <a:cubicBezTo>
                    <a:pt x="17" y="819"/>
                    <a:pt x="17" y="821"/>
                    <a:pt x="17" y="822"/>
                  </a:cubicBezTo>
                  <a:cubicBezTo>
                    <a:pt x="17" y="858"/>
                    <a:pt x="20" y="894"/>
                    <a:pt x="25" y="929"/>
                  </a:cubicBezTo>
                  <a:cubicBezTo>
                    <a:pt x="29" y="960"/>
                    <a:pt x="35" y="992"/>
                    <a:pt x="43" y="1022"/>
                  </a:cubicBezTo>
                  <a:cubicBezTo>
                    <a:pt x="44" y="1027"/>
                    <a:pt x="41" y="1031"/>
                    <a:pt x="36" y="1033"/>
                  </a:cubicBezTo>
                  <a:cubicBezTo>
                    <a:pt x="36" y="1033"/>
                    <a:pt x="35" y="1033"/>
                    <a:pt x="34" y="1033"/>
                  </a:cubicBezTo>
                  <a:close/>
                  <a:moveTo>
                    <a:pt x="1613" y="1027"/>
                  </a:moveTo>
                  <a:cubicBezTo>
                    <a:pt x="1612" y="1027"/>
                    <a:pt x="1611" y="1027"/>
                    <a:pt x="1611" y="1027"/>
                  </a:cubicBezTo>
                  <a:cubicBezTo>
                    <a:pt x="1608" y="1026"/>
                    <a:pt x="1606" y="1025"/>
                    <a:pt x="1605" y="1023"/>
                  </a:cubicBezTo>
                  <a:cubicBezTo>
                    <a:pt x="1604" y="1021"/>
                    <a:pt x="1604" y="1018"/>
                    <a:pt x="1604" y="1016"/>
                  </a:cubicBezTo>
                  <a:cubicBezTo>
                    <a:pt x="1605" y="1012"/>
                    <a:pt x="1610" y="1009"/>
                    <a:pt x="1615" y="1010"/>
                  </a:cubicBezTo>
                  <a:cubicBezTo>
                    <a:pt x="1619" y="1011"/>
                    <a:pt x="1622" y="1016"/>
                    <a:pt x="1621" y="1020"/>
                  </a:cubicBezTo>
                  <a:cubicBezTo>
                    <a:pt x="1620" y="1024"/>
                    <a:pt x="1617" y="1027"/>
                    <a:pt x="1613" y="1027"/>
                  </a:cubicBezTo>
                  <a:close/>
                  <a:moveTo>
                    <a:pt x="1619" y="999"/>
                  </a:moveTo>
                  <a:cubicBezTo>
                    <a:pt x="1618" y="999"/>
                    <a:pt x="1618" y="999"/>
                    <a:pt x="1617" y="999"/>
                  </a:cubicBezTo>
                  <a:cubicBezTo>
                    <a:pt x="1613" y="998"/>
                    <a:pt x="1610" y="994"/>
                    <a:pt x="1611" y="989"/>
                  </a:cubicBezTo>
                  <a:cubicBezTo>
                    <a:pt x="1614" y="973"/>
                    <a:pt x="1617" y="956"/>
                    <a:pt x="1619" y="940"/>
                  </a:cubicBezTo>
                  <a:cubicBezTo>
                    <a:pt x="1622" y="919"/>
                    <a:pt x="1625" y="899"/>
                    <a:pt x="1626" y="878"/>
                  </a:cubicBezTo>
                  <a:cubicBezTo>
                    <a:pt x="1627" y="860"/>
                    <a:pt x="1628" y="842"/>
                    <a:pt x="1628" y="823"/>
                  </a:cubicBezTo>
                  <a:cubicBezTo>
                    <a:pt x="1628" y="810"/>
                    <a:pt x="1628" y="796"/>
                    <a:pt x="1627" y="783"/>
                  </a:cubicBezTo>
                  <a:cubicBezTo>
                    <a:pt x="1627" y="781"/>
                    <a:pt x="1628" y="779"/>
                    <a:pt x="1629" y="777"/>
                  </a:cubicBezTo>
                  <a:cubicBezTo>
                    <a:pt x="1631" y="775"/>
                    <a:pt x="1633" y="774"/>
                    <a:pt x="1635" y="774"/>
                  </a:cubicBezTo>
                  <a:cubicBezTo>
                    <a:pt x="1640" y="774"/>
                    <a:pt x="1644" y="778"/>
                    <a:pt x="1644" y="782"/>
                  </a:cubicBezTo>
                  <a:cubicBezTo>
                    <a:pt x="1645" y="796"/>
                    <a:pt x="1645" y="810"/>
                    <a:pt x="1645" y="823"/>
                  </a:cubicBezTo>
                  <a:cubicBezTo>
                    <a:pt x="1645" y="842"/>
                    <a:pt x="1644" y="861"/>
                    <a:pt x="1643" y="879"/>
                  </a:cubicBezTo>
                  <a:cubicBezTo>
                    <a:pt x="1642" y="900"/>
                    <a:pt x="1639" y="921"/>
                    <a:pt x="1636" y="942"/>
                  </a:cubicBezTo>
                  <a:cubicBezTo>
                    <a:pt x="1634" y="959"/>
                    <a:pt x="1631" y="976"/>
                    <a:pt x="1627" y="992"/>
                  </a:cubicBezTo>
                  <a:cubicBezTo>
                    <a:pt x="1626" y="996"/>
                    <a:pt x="1623" y="999"/>
                    <a:pt x="1619" y="999"/>
                  </a:cubicBezTo>
                  <a:close/>
                  <a:moveTo>
                    <a:pt x="10" y="797"/>
                  </a:moveTo>
                  <a:cubicBezTo>
                    <a:pt x="10" y="797"/>
                    <a:pt x="9" y="797"/>
                    <a:pt x="9" y="797"/>
                  </a:cubicBezTo>
                  <a:cubicBezTo>
                    <a:pt x="7" y="797"/>
                    <a:pt x="5" y="796"/>
                    <a:pt x="3" y="795"/>
                  </a:cubicBezTo>
                  <a:cubicBezTo>
                    <a:pt x="2" y="793"/>
                    <a:pt x="1" y="791"/>
                    <a:pt x="1" y="789"/>
                  </a:cubicBezTo>
                  <a:cubicBezTo>
                    <a:pt x="1" y="784"/>
                    <a:pt x="5" y="780"/>
                    <a:pt x="10" y="780"/>
                  </a:cubicBezTo>
                  <a:cubicBezTo>
                    <a:pt x="12" y="780"/>
                    <a:pt x="14" y="781"/>
                    <a:pt x="16" y="783"/>
                  </a:cubicBezTo>
                  <a:cubicBezTo>
                    <a:pt x="17" y="785"/>
                    <a:pt x="18" y="787"/>
                    <a:pt x="18" y="789"/>
                  </a:cubicBezTo>
                  <a:cubicBezTo>
                    <a:pt x="18" y="794"/>
                    <a:pt x="14" y="797"/>
                    <a:pt x="10" y="797"/>
                  </a:cubicBezTo>
                  <a:close/>
                  <a:moveTo>
                    <a:pt x="11" y="769"/>
                  </a:moveTo>
                  <a:cubicBezTo>
                    <a:pt x="11" y="769"/>
                    <a:pt x="11" y="769"/>
                    <a:pt x="11" y="769"/>
                  </a:cubicBezTo>
                  <a:cubicBezTo>
                    <a:pt x="8" y="769"/>
                    <a:pt x="6" y="768"/>
                    <a:pt x="5" y="766"/>
                  </a:cubicBezTo>
                  <a:cubicBezTo>
                    <a:pt x="3" y="764"/>
                    <a:pt x="3" y="762"/>
                    <a:pt x="3" y="760"/>
                  </a:cubicBezTo>
                  <a:cubicBezTo>
                    <a:pt x="3" y="754"/>
                    <a:pt x="4" y="748"/>
                    <a:pt x="5" y="741"/>
                  </a:cubicBezTo>
                  <a:cubicBezTo>
                    <a:pt x="7" y="715"/>
                    <a:pt x="11" y="689"/>
                    <a:pt x="16" y="664"/>
                  </a:cubicBezTo>
                  <a:cubicBezTo>
                    <a:pt x="16" y="664"/>
                    <a:pt x="16" y="664"/>
                    <a:pt x="16" y="664"/>
                  </a:cubicBezTo>
                  <a:cubicBezTo>
                    <a:pt x="16" y="664"/>
                    <a:pt x="16" y="663"/>
                    <a:pt x="16" y="663"/>
                  </a:cubicBezTo>
                  <a:cubicBezTo>
                    <a:pt x="24" y="626"/>
                    <a:pt x="34" y="589"/>
                    <a:pt x="46" y="554"/>
                  </a:cubicBezTo>
                  <a:cubicBezTo>
                    <a:pt x="48" y="549"/>
                    <a:pt x="52" y="547"/>
                    <a:pt x="57" y="548"/>
                  </a:cubicBezTo>
                  <a:cubicBezTo>
                    <a:pt x="61" y="550"/>
                    <a:pt x="64" y="555"/>
                    <a:pt x="62" y="559"/>
                  </a:cubicBezTo>
                  <a:cubicBezTo>
                    <a:pt x="50" y="594"/>
                    <a:pt x="40" y="631"/>
                    <a:pt x="33" y="667"/>
                  </a:cubicBezTo>
                  <a:cubicBezTo>
                    <a:pt x="28" y="692"/>
                    <a:pt x="24" y="717"/>
                    <a:pt x="21" y="743"/>
                  </a:cubicBezTo>
                  <a:cubicBezTo>
                    <a:pt x="21" y="749"/>
                    <a:pt x="20" y="755"/>
                    <a:pt x="20" y="761"/>
                  </a:cubicBezTo>
                  <a:cubicBezTo>
                    <a:pt x="19" y="766"/>
                    <a:pt x="16" y="769"/>
                    <a:pt x="11" y="769"/>
                  </a:cubicBezTo>
                  <a:close/>
                  <a:moveTo>
                    <a:pt x="1634" y="763"/>
                  </a:moveTo>
                  <a:cubicBezTo>
                    <a:pt x="1629" y="763"/>
                    <a:pt x="1625" y="760"/>
                    <a:pt x="1625" y="755"/>
                  </a:cubicBezTo>
                  <a:cubicBezTo>
                    <a:pt x="1625" y="755"/>
                    <a:pt x="1625" y="755"/>
                    <a:pt x="1625" y="755"/>
                  </a:cubicBezTo>
                  <a:cubicBezTo>
                    <a:pt x="1625" y="753"/>
                    <a:pt x="1626" y="751"/>
                    <a:pt x="1627" y="749"/>
                  </a:cubicBezTo>
                  <a:cubicBezTo>
                    <a:pt x="1629" y="747"/>
                    <a:pt x="1631" y="746"/>
                    <a:pt x="1633" y="746"/>
                  </a:cubicBezTo>
                  <a:cubicBezTo>
                    <a:pt x="1638" y="746"/>
                    <a:pt x="1642" y="749"/>
                    <a:pt x="1642" y="754"/>
                  </a:cubicBezTo>
                  <a:cubicBezTo>
                    <a:pt x="1642" y="754"/>
                    <a:pt x="1642" y="754"/>
                    <a:pt x="1642" y="754"/>
                  </a:cubicBezTo>
                  <a:cubicBezTo>
                    <a:pt x="1642" y="754"/>
                    <a:pt x="1642" y="754"/>
                    <a:pt x="1642" y="754"/>
                  </a:cubicBezTo>
                  <a:cubicBezTo>
                    <a:pt x="1642" y="756"/>
                    <a:pt x="1641" y="758"/>
                    <a:pt x="1640" y="760"/>
                  </a:cubicBezTo>
                  <a:cubicBezTo>
                    <a:pt x="1639" y="762"/>
                    <a:pt x="1637" y="763"/>
                    <a:pt x="1634" y="763"/>
                  </a:cubicBezTo>
                  <a:cubicBezTo>
                    <a:pt x="1634" y="763"/>
                    <a:pt x="1634" y="763"/>
                    <a:pt x="1634" y="763"/>
                  </a:cubicBezTo>
                  <a:close/>
                  <a:moveTo>
                    <a:pt x="1631" y="735"/>
                  </a:moveTo>
                  <a:cubicBezTo>
                    <a:pt x="1626" y="735"/>
                    <a:pt x="1623" y="732"/>
                    <a:pt x="1622" y="727"/>
                  </a:cubicBezTo>
                  <a:cubicBezTo>
                    <a:pt x="1618" y="695"/>
                    <a:pt x="1612" y="662"/>
                    <a:pt x="1605" y="630"/>
                  </a:cubicBezTo>
                  <a:cubicBezTo>
                    <a:pt x="1603" y="626"/>
                    <a:pt x="1606" y="621"/>
                    <a:pt x="1611" y="620"/>
                  </a:cubicBezTo>
                  <a:cubicBezTo>
                    <a:pt x="1615" y="619"/>
                    <a:pt x="1620" y="622"/>
                    <a:pt x="1621" y="626"/>
                  </a:cubicBezTo>
                  <a:cubicBezTo>
                    <a:pt x="1629" y="659"/>
                    <a:pt x="1635" y="692"/>
                    <a:pt x="1639" y="725"/>
                  </a:cubicBezTo>
                  <a:cubicBezTo>
                    <a:pt x="1640" y="730"/>
                    <a:pt x="1636" y="734"/>
                    <a:pt x="1632" y="735"/>
                  </a:cubicBezTo>
                  <a:cubicBezTo>
                    <a:pt x="1631" y="735"/>
                    <a:pt x="1631" y="735"/>
                    <a:pt x="1631" y="735"/>
                  </a:cubicBezTo>
                  <a:close/>
                  <a:moveTo>
                    <a:pt x="1592" y="566"/>
                  </a:moveTo>
                  <a:cubicBezTo>
                    <a:pt x="1588" y="566"/>
                    <a:pt x="1585" y="563"/>
                    <a:pt x="1584" y="560"/>
                  </a:cubicBezTo>
                  <a:cubicBezTo>
                    <a:pt x="1573" y="530"/>
                    <a:pt x="1561" y="500"/>
                    <a:pt x="1547" y="472"/>
                  </a:cubicBezTo>
                  <a:cubicBezTo>
                    <a:pt x="1546" y="470"/>
                    <a:pt x="1546" y="468"/>
                    <a:pt x="1547" y="465"/>
                  </a:cubicBezTo>
                  <a:cubicBezTo>
                    <a:pt x="1548" y="463"/>
                    <a:pt x="1549" y="462"/>
                    <a:pt x="1551" y="461"/>
                  </a:cubicBezTo>
                  <a:cubicBezTo>
                    <a:pt x="1556" y="459"/>
                    <a:pt x="1561" y="461"/>
                    <a:pt x="1563" y="465"/>
                  </a:cubicBezTo>
                  <a:cubicBezTo>
                    <a:pt x="1577" y="494"/>
                    <a:pt x="1589" y="524"/>
                    <a:pt x="1600" y="554"/>
                  </a:cubicBezTo>
                  <a:cubicBezTo>
                    <a:pt x="1601" y="556"/>
                    <a:pt x="1600" y="559"/>
                    <a:pt x="1599" y="561"/>
                  </a:cubicBezTo>
                  <a:cubicBezTo>
                    <a:pt x="1598" y="563"/>
                    <a:pt x="1597" y="564"/>
                    <a:pt x="1595" y="565"/>
                  </a:cubicBezTo>
                  <a:cubicBezTo>
                    <a:pt x="1594" y="565"/>
                    <a:pt x="1593" y="566"/>
                    <a:pt x="1592" y="566"/>
                  </a:cubicBezTo>
                  <a:close/>
                  <a:moveTo>
                    <a:pt x="64" y="538"/>
                  </a:moveTo>
                  <a:cubicBezTo>
                    <a:pt x="64" y="538"/>
                    <a:pt x="64" y="538"/>
                    <a:pt x="64" y="538"/>
                  </a:cubicBezTo>
                  <a:cubicBezTo>
                    <a:pt x="64" y="538"/>
                    <a:pt x="64" y="538"/>
                    <a:pt x="64" y="538"/>
                  </a:cubicBezTo>
                  <a:cubicBezTo>
                    <a:pt x="63" y="538"/>
                    <a:pt x="62" y="538"/>
                    <a:pt x="61" y="538"/>
                  </a:cubicBezTo>
                  <a:cubicBezTo>
                    <a:pt x="56" y="536"/>
                    <a:pt x="54" y="531"/>
                    <a:pt x="56" y="527"/>
                  </a:cubicBezTo>
                  <a:cubicBezTo>
                    <a:pt x="58" y="522"/>
                    <a:pt x="63" y="520"/>
                    <a:pt x="67" y="522"/>
                  </a:cubicBezTo>
                  <a:cubicBezTo>
                    <a:pt x="71" y="524"/>
                    <a:pt x="73" y="528"/>
                    <a:pt x="72" y="533"/>
                  </a:cubicBezTo>
                  <a:cubicBezTo>
                    <a:pt x="72" y="533"/>
                    <a:pt x="72" y="533"/>
                    <a:pt x="72" y="533"/>
                  </a:cubicBezTo>
                  <a:cubicBezTo>
                    <a:pt x="70" y="536"/>
                    <a:pt x="67" y="538"/>
                    <a:pt x="64" y="538"/>
                  </a:cubicBezTo>
                  <a:close/>
                  <a:moveTo>
                    <a:pt x="74" y="512"/>
                  </a:moveTo>
                  <a:cubicBezTo>
                    <a:pt x="73" y="512"/>
                    <a:pt x="72" y="512"/>
                    <a:pt x="71" y="511"/>
                  </a:cubicBezTo>
                  <a:cubicBezTo>
                    <a:pt x="69" y="510"/>
                    <a:pt x="67" y="509"/>
                    <a:pt x="67" y="507"/>
                  </a:cubicBezTo>
                  <a:cubicBezTo>
                    <a:pt x="66" y="505"/>
                    <a:pt x="66" y="502"/>
                    <a:pt x="67" y="500"/>
                  </a:cubicBezTo>
                  <a:cubicBezTo>
                    <a:pt x="76" y="479"/>
                    <a:pt x="86" y="458"/>
                    <a:pt x="96" y="438"/>
                  </a:cubicBezTo>
                  <a:cubicBezTo>
                    <a:pt x="101" y="430"/>
                    <a:pt x="105" y="421"/>
                    <a:pt x="110" y="413"/>
                  </a:cubicBezTo>
                  <a:cubicBezTo>
                    <a:pt x="129" y="380"/>
                    <a:pt x="150" y="349"/>
                    <a:pt x="174" y="318"/>
                  </a:cubicBezTo>
                  <a:cubicBezTo>
                    <a:pt x="176" y="315"/>
                    <a:pt x="182" y="314"/>
                    <a:pt x="185" y="317"/>
                  </a:cubicBezTo>
                  <a:cubicBezTo>
                    <a:pt x="189" y="320"/>
                    <a:pt x="190" y="325"/>
                    <a:pt x="187" y="329"/>
                  </a:cubicBezTo>
                  <a:cubicBezTo>
                    <a:pt x="164" y="358"/>
                    <a:pt x="143" y="390"/>
                    <a:pt x="125" y="422"/>
                  </a:cubicBezTo>
                  <a:cubicBezTo>
                    <a:pt x="120" y="430"/>
                    <a:pt x="116" y="438"/>
                    <a:pt x="111" y="446"/>
                  </a:cubicBezTo>
                  <a:cubicBezTo>
                    <a:pt x="101" y="466"/>
                    <a:pt x="91" y="486"/>
                    <a:pt x="82" y="507"/>
                  </a:cubicBezTo>
                  <a:cubicBezTo>
                    <a:pt x="81" y="510"/>
                    <a:pt x="78" y="512"/>
                    <a:pt x="74" y="512"/>
                  </a:cubicBezTo>
                  <a:close/>
                  <a:moveTo>
                    <a:pt x="1542" y="451"/>
                  </a:moveTo>
                  <a:cubicBezTo>
                    <a:pt x="1539" y="451"/>
                    <a:pt x="1536" y="450"/>
                    <a:pt x="1535" y="447"/>
                  </a:cubicBezTo>
                  <a:cubicBezTo>
                    <a:pt x="1533" y="443"/>
                    <a:pt x="1534" y="438"/>
                    <a:pt x="1538" y="436"/>
                  </a:cubicBezTo>
                  <a:cubicBezTo>
                    <a:pt x="1542" y="433"/>
                    <a:pt x="1548" y="435"/>
                    <a:pt x="1550" y="439"/>
                  </a:cubicBezTo>
                  <a:cubicBezTo>
                    <a:pt x="1551" y="441"/>
                    <a:pt x="1551" y="443"/>
                    <a:pt x="1550" y="446"/>
                  </a:cubicBezTo>
                  <a:cubicBezTo>
                    <a:pt x="1550" y="448"/>
                    <a:pt x="1548" y="449"/>
                    <a:pt x="1546" y="451"/>
                  </a:cubicBezTo>
                  <a:cubicBezTo>
                    <a:pt x="1545" y="451"/>
                    <a:pt x="1544" y="451"/>
                    <a:pt x="1542" y="451"/>
                  </a:cubicBezTo>
                  <a:close/>
                  <a:moveTo>
                    <a:pt x="1529" y="427"/>
                  </a:moveTo>
                  <a:cubicBezTo>
                    <a:pt x="1526" y="427"/>
                    <a:pt x="1523" y="425"/>
                    <a:pt x="1521" y="422"/>
                  </a:cubicBezTo>
                  <a:cubicBezTo>
                    <a:pt x="1503" y="390"/>
                    <a:pt x="1482" y="359"/>
                    <a:pt x="1459" y="329"/>
                  </a:cubicBezTo>
                  <a:cubicBezTo>
                    <a:pt x="1449" y="317"/>
                    <a:pt x="1439" y="304"/>
                    <a:pt x="1428" y="292"/>
                  </a:cubicBezTo>
                  <a:cubicBezTo>
                    <a:pt x="1418" y="280"/>
                    <a:pt x="1407" y="269"/>
                    <a:pt x="1397" y="258"/>
                  </a:cubicBezTo>
                  <a:cubicBezTo>
                    <a:pt x="1393" y="255"/>
                    <a:pt x="1393" y="249"/>
                    <a:pt x="1397" y="246"/>
                  </a:cubicBezTo>
                  <a:cubicBezTo>
                    <a:pt x="1400" y="243"/>
                    <a:pt x="1405" y="243"/>
                    <a:pt x="1409" y="246"/>
                  </a:cubicBezTo>
                  <a:cubicBezTo>
                    <a:pt x="1420" y="257"/>
                    <a:pt x="1431" y="269"/>
                    <a:pt x="1441" y="281"/>
                  </a:cubicBezTo>
                  <a:cubicBezTo>
                    <a:pt x="1452" y="293"/>
                    <a:pt x="1462" y="306"/>
                    <a:pt x="1473" y="319"/>
                  </a:cubicBezTo>
                  <a:cubicBezTo>
                    <a:pt x="1496" y="349"/>
                    <a:pt x="1517" y="381"/>
                    <a:pt x="1536" y="414"/>
                  </a:cubicBezTo>
                  <a:cubicBezTo>
                    <a:pt x="1538" y="418"/>
                    <a:pt x="1537" y="423"/>
                    <a:pt x="1533" y="426"/>
                  </a:cubicBezTo>
                  <a:cubicBezTo>
                    <a:pt x="1532" y="426"/>
                    <a:pt x="1530" y="427"/>
                    <a:pt x="1529" y="427"/>
                  </a:cubicBezTo>
                  <a:close/>
                  <a:moveTo>
                    <a:pt x="198" y="310"/>
                  </a:moveTo>
                  <a:cubicBezTo>
                    <a:pt x="196" y="310"/>
                    <a:pt x="194" y="309"/>
                    <a:pt x="193" y="308"/>
                  </a:cubicBezTo>
                  <a:cubicBezTo>
                    <a:pt x="191" y="307"/>
                    <a:pt x="190" y="305"/>
                    <a:pt x="190" y="302"/>
                  </a:cubicBezTo>
                  <a:cubicBezTo>
                    <a:pt x="189" y="300"/>
                    <a:pt x="190" y="298"/>
                    <a:pt x="191" y="296"/>
                  </a:cubicBezTo>
                  <a:cubicBezTo>
                    <a:pt x="194" y="293"/>
                    <a:pt x="200" y="292"/>
                    <a:pt x="203" y="295"/>
                  </a:cubicBezTo>
                  <a:cubicBezTo>
                    <a:pt x="207" y="298"/>
                    <a:pt x="208" y="303"/>
                    <a:pt x="205" y="307"/>
                  </a:cubicBezTo>
                  <a:cubicBezTo>
                    <a:pt x="204" y="307"/>
                    <a:pt x="204" y="307"/>
                    <a:pt x="204" y="307"/>
                  </a:cubicBezTo>
                  <a:cubicBezTo>
                    <a:pt x="203" y="309"/>
                    <a:pt x="200" y="310"/>
                    <a:pt x="198" y="310"/>
                  </a:cubicBezTo>
                  <a:close/>
                  <a:moveTo>
                    <a:pt x="216" y="289"/>
                  </a:moveTo>
                  <a:cubicBezTo>
                    <a:pt x="214" y="289"/>
                    <a:pt x="212" y="288"/>
                    <a:pt x="211" y="287"/>
                  </a:cubicBezTo>
                  <a:cubicBezTo>
                    <a:pt x="209" y="285"/>
                    <a:pt x="208" y="283"/>
                    <a:pt x="208" y="281"/>
                  </a:cubicBezTo>
                  <a:cubicBezTo>
                    <a:pt x="208" y="278"/>
                    <a:pt x="209" y="276"/>
                    <a:pt x="210" y="275"/>
                  </a:cubicBezTo>
                  <a:cubicBezTo>
                    <a:pt x="232" y="250"/>
                    <a:pt x="255" y="227"/>
                    <a:pt x="279" y="206"/>
                  </a:cubicBezTo>
                  <a:cubicBezTo>
                    <a:pt x="284" y="201"/>
                    <a:pt x="290" y="197"/>
                    <a:pt x="295" y="192"/>
                  </a:cubicBezTo>
                  <a:cubicBezTo>
                    <a:pt x="319" y="172"/>
                    <a:pt x="344" y="154"/>
                    <a:pt x="370" y="137"/>
                  </a:cubicBezTo>
                  <a:cubicBezTo>
                    <a:pt x="370" y="137"/>
                    <a:pt x="370" y="137"/>
                    <a:pt x="370" y="137"/>
                  </a:cubicBezTo>
                  <a:cubicBezTo>
                    <a:pt x="374" y="134"/>
                    <a:pt x="379" y="135"/>
                    <a:pt x="381" y="139"/>
                  </a:cubicBezTo>
                  <a:cubicBezTo>
                    <a:pt x="383" y="141"/>
                    <a:pt x="383" y="143"/>
                    <a:pt x="383" y="145"/>
                  </a:cubicBezTo>
                  <a:cubicBezTo>
                    <a:pt x="382" y="148"/>
                    <a:pt x="381" y="150"/>
                    <a:pt x="379" y="151"/>
                  </a:cubicBezTo>
                  <a:cubicBezTo>
                    <a:pt x="354" y="168"/>
                    <a:pt x="329" y="186"/>
                    <a:pt x="306" y="205"/>
                  </a:cubicBezTo>
                  <a:cubicBezTo>
                    <a:pt x="301" y="210"/>
                    <a:pt x="295" y="214"/>
                    <a:pt x="290" y="219"/>
                  </a:cubicBezTo>
                  <a:cubicBezTo>
                    <a:pt x="267" y="240"/>
                    <a:pt x="244" y="262"/>
                    <a:pt x="223" y="286"/>
                  </a:cubicBezTo>
                  <a:cubicBezTo>
                    <a:pt x="221" y="288"/>
                    <a:pt x="219" y="289"/>
                    <a:pt x="216" y="289"/>
                  </a:cubicBezTo>
                  <a:close/>
                  <a:moveTo>
                    <a:pt x="1382" y="241"/>
                  </a:moveTo>
                  <a:cubicBezTo>
                    <a:pt x="1380" y="241"/>
                    <a:pt x="1378" y="240"/>
                    <a:pt x="1377" y="238"/>
                  </a:cubicBezTo>
                  <a:cubicBezTo>
                    <a:pt x="1375" y="237"/>
                    <a:pt x="1374" y="235"/>
                    <a:pt x="1374" y="232"/>
                  </a:cubicBezTo>
                  <a:cubicBezTo>
                    <a:pt x="1374" y="230"/>
                    <a:pt x="1375" y="228"/>
                    <a:pt x="1376" y="226"/>
                  </a:cubicBezTo>
                  <a:cubicBezTo>
                    <a:pt x="1379" y="223"/>
                    <a:pt x="1385" y="223"/>
                    <a:pt x="1388" y="226"/>
                  </a:cubicBezTo>
                  <a:cubicBezTo>
                    <a:pt x="1390" y="228"/>
                    <a:pt x="1391" y="230"/>
                    <a:pt x="1391" y="232"/>
                  </a:cubicBezTo>
                  <a:cubicBezTo>
                    <a:pt x="1391" y="234"/>
                    <a:pt x="1390" y="236"/>
                    <a:pt x="1389" y="238"/>
                  </a:cubicBezTo>
                  <a:cubicBezTo>
                    <a:pt x="1387" y="240"/>
                    <a:pt x="1385" y="241"/>
                    <a:pt x="1382" y="241"/>
                  </a:cubicBezTo>
                  <a:close/>
                  <a:moveTo>
                    <a:pt x="1361" y="222"/>
                  </a:moveTo>
                  <a:cubicBezTo>
                    <a:pt x="1359" y="222"/>
                    <a:pt x="1357" y="221"/>
                    <a:pt x="1356" y="219"/>
                  </a:cubicBezTo>
                  <a:cubicBezTo>
                    <a:pt x="1328" y="195"/>
                    <a:pt x="1298" y="172"/>
                    <a:pt x="1267" y="151"/>
                  </a:cubicBezTo>
                  <a:cubicBezTo>
                    <a:pt x="1241" y="134"/>
                    <a:pt x="1213" y="118"/>
                    <a:pt x="1185" y="104"/>
                  </a:cubicBezTo>
                  <a:cubicBezTo>
                    <a:pt x="1183" y="103"/>
                    <a:pt x="1181" y="101"/>
                    <a:pt x="1180" y="99"/>
                  </a:cubicBezTo>
                  <a:cubicBezTo>
                    <a:pt x="1180" y="97"/>
                    <a:pt x="1180" y="94"/>
                    <a:pt x="1181" y="92"/>
                  </a:cubicBezTo>
                  <a:cubicBezTo>
                    <a:pt x="1183" y="88"/>
                    <a:pt x="1188" y="87"/>
                    <a:pt x="1192" y="89"/>
                  </a:cubicBezTo>
                  <a:cubicBezTo>
                    <a:pt x="1221" y="103"/>
                    <a:pt x="1249" y="119"/>
                    <a:pt x="1276" y="137"/>
                  </a:cubicBezTo>
                  <a:cubicBezTo>
                    <a:pt x="1308" y="158"/>
                    <a:pt x="1339" y="182"/>
                    <a:pt x="1367" y="207"/>
                  </a:cubicBezTo>
                  <a:cubicBezTo>
                    <a:pt x="1367" y="207"/>
                    <a:pt x="1367" y="207"/>
                    <a:pt x="1367" y="207"/>
                  </a:cubicBezTo>
                  <a:cubicBezTo>
                    <a:pt x="1371" y="210"/>
                    <a:pt x="1371" y="215"/>
                    <a:pt x="1368" y="219"/>
                  </a:cubicBezTo>
                  <a:cubicBezTo>
                    <a:pt x="1366" y="221"/>
                    <a:pt x="1364" y="222"/>
                    <a:pt x="1361" y="222"/>
                  </a:cubicBezTo>
                  <a:close/>
                  <a:moveTo>
                    <a:pt x="398" y="137"/>
                  </a:moveTo>
                  <a:cubicBezTo>
                    <a:pt x="395" y="137"/>
                    <a:pt x="393" y="136"/>
                    <a:pt x="391" y="133"/>
                  </a:cubicBezTo>
                  <a:cubicBezTo>
                    <a:pt x="390" y="131"/>
                    <a:pt x="390" y="129"/>
                    <a:pt x="390" y="127"/>
                  </a:cubicBezTo>
                  <a:cubicBezTo>
                    <a:pt x="391" y="124"/>
                    <a:pt x="392" y="123"/>
                    <a:pt x="394" y="121"/>
                  </a:cubicBezTo>
                  <a:cubicBezTo>
                    <a:pt x="398" y="119"/>
                    <a:pt x="403" y="120"/>
                    <a:pt x="406" y="124"/>
                  </a:cubicBezTo>
                  <a:cubicBezTo>
                    <a:pt x="408" y="128"/>
                    <a:pt x="407" y="133"/>
                    <a:pt x="403" y="136"/>
                  </a:cubicBezTo>
                  <a:cubicBezTo>
                    <a:pt x="401" y="137"/>
                    <a:pt x="400" y="137"/>
                    <a:pt x="398" y="137"/>
                  </a:cubicBezTo>
                  <a:close/>
                  <a:moveTo>
                    <a:pt x="423" y="123"/>
                  </a:moveTo>
                  <a:cubicBezTo>
                    <a:pt x="423" y="123"/>
                    <a:pt x="423" y="123"/>
                    <a:pt x="423" y="123"/>
                  </a:cubicBezTo>
                  <a:cubicBezTo>
                    <a:pt x="420" y="123"/>
                    <a:pt x="417" y="121"/>
                    <a:pt x="415" y="118"/>
                  </a:cubicBezTo>
                  <a:cubicBezTo>
                    <a:pt x="413" y="114"/>
                    <a:pt x="414" y="109"/>
                    <a:pt x="419" y="107"/>
                  </a:cubicBezTo>
                  <a:cubicBezTo>
                    <a:pt x="447" y="91"/>
                    <a:pt x="476" y="77"/>
                    <a:pt x="506" y="64"/>
                  </a:cubicBezTo>
                  <a:cubicBezTo>
                    <a:pt x="528" y="55"/>
                    <a:pt x="550" y="47"/>
                    <a:pt x="572" y="40"/>
                  </a:cubicBezTo>
                  <a:cubicBezTo>
                    <a:pt x="586" y="36"/>
                    <a:pt x="600" y="32"/>
                    <a:pt x="614" y="28"/>
                  </a:cubicBezTo>
                  <a:cubicBezTo>
                    <a:pt x="619" y="27"/>
                    <a:pt x="623" y="29"/>
                    <a:pt x="624" y="34"/>
                  </a:cubicBezTo>
                  <a:cubicBezTo>
                    <a:pt x="625" y="36"/>
                    <a:pt x="625" y="38"/>
                    <a:pt x="624" y="40"/>
                  </a:cubicBezTo>
                  <a:cubicBezTo>
                    <a:pt x="622" y="42"/>
                    <a:pt x="621" y="44"/>
                    <a:pt x="618" y="44"/>
                  </a:cubicBezTo>
                  <a:cubicBezTo>
                    <a:pt x="605" y="48"/>
                    <a:pt x="591" y="52"/>
                    <a:pt x="577" y="56"/>
                  </a:cubicBezTo>
                  <a:cubicBezTo>
                    <a:pt x="555" y="63"/>
                    <a:pt x="534" y="71"/>
                    <a:pt x="512" y="80"/>
                  </a:cubicBezTo>
                  <a:cubicBezTo>
                    <a:pt x="483" y="92"/>
                    <a:pt x="454" y="106"/>
                    <a:pt x="427" y="122"/>
                  </a:cubicBezTo>
                  <a:cubicBezTo>
                    <a:pt x="426" y="122"/>
                    <a:pt x="424" y="123"/>
                    <a:pt x="423" y="123"/>
                  </a:cubicBezTo>
                  <a:close/>
                  <a:moveTo>
                    <a:pt x="1163" y="92"/>
                  </a:moveTo>
                  <a:cubicBezTo>
                    <a:pt x="1162" y="92"/>
                    <a:pt x="1161" y="92"/>
                    <a:pt x="1160" y="92"/>
                  </a:cubicBezTo>
                  <a:cubicBezTo>
                    <a:pt x="1157" y="91"/>
                    <a:pt x="1156" y="89"/>
                    <a:pt x="1155" y="87"/>
                  </a:cubicBezTo>
                  <a:cubicBezTo>
                    <a:pt x="1154" y="85"/>
                    <a:pt x="1154" y="82"/>
                    <a:pt x="1155" y="80"/>
                  </a:cubicBezTo>
                  <a:cubicBezTo>
                    <a:pt x="1157" y="76"/>
                    <a:pt x="1162" y="74"/>
                    <a:pt x="1167" y="76"/>
                  </a:cubicBezTo>
                  <a:cubicBezTo>
                    <a:pt x="1171" y="78"/>
                    <a:pt x="1173" y="83"/>
                    <a:pt x="1171" y="87"/>
                  </a:cubicBezTo>
                  <a:cubicBezTo>
                    <a:pt x="1169" y="90"/>
                    <a:pt x="1166" y="92"/>
                    <a:pt x="1163" y="92"/>
                  </a:cubicBezTo>
                  <a:close/>
                  <a:moveTo>
                    <a:pt x="1137" y="81"/>
                  </a:moveTo>
                  <a:cubicBezTo>
                    <a:pt x="1136" y="81"/>
                    <a:pt x="1135" y="81"/>
                    <a:pt x="1134" y="80"/>
                  </a:cubicBezTo>
                  <a:cubicBezTo>
                    <a:pt x="1100" y="66"/>
                    <a:pt x="1064" y="54"/>
                    <a:pt x="1028" y="44"/>
                  </a:cubicBezTo>
                  <a:cubicBezTo>
                    <a:pt x="1028" y="44"/>
                    <a:pt x="1028" y="44"/>
                    <a:pt x="1028" y="44"/>
                  </a:cubicBezTo>
                  <a:cubicBezTo>
                    <a:pt x="997" y="36"/>
                    <a:pt x="966" y="30"/>
                    <a:pt x="935" y="25"/>
                  </a:cubicBezTo>
                  <a:cubicBezTo>
                    <a:pt x="933" y="25"/>
                    <a:pt x="931" y="24"/>
                    <a:pt x="929" y="22"/>
                  </a:cubicBezTo>
                  <a:cubicBezTo>
                    <a:pt x="928" y="20"/>
                    <a:pt x="927" y="18"/>
                    <a:pt x="928" y="16"/>
                  </a:cubicBezTo>
                  <a:cubicBezTo>
                    <a:pt x="928" y="11"/>
                    <a:pt x="933" y="8"/>
                    <a:pt x="937" y="9"/>
                  </a:cubicBezTo>
                  <a:cubicBezTo>
                    <a:pt x="969" y="13"/>
                    <a:pt x="1001" y="20"/>
                    <a:pt x="1032" y="28"/>
                  </a:cubicBezTo>
                  <a:cubicBezTo>
                    <a:pt x="1069" y="38"/>
                    <a:pt x="1105" y="50"/>
                    <a:pt x="1140" y="65"/>
                  </a:cubicBezTo>
                  <a:cubicBezTo>
                    <a:pt x="1145" y="66"/>
                    <a:pt x="1147" y="71"/>
                    <a:pt x="1145" y="76"/>
                  </a:cubicBezTo>
                  <a:cubicBezTo>
                    <a:pt x="1144" y="79"/>
                    <a:pt x="1141" y="81"/>
                    <a:pt x="1137" y="81"/>
                  </a:cubicBezTo>
                  <a:close/>
                  <a:moveTo>
                    <a:pt x="644" y="38"/>
                  </a:moveTo>
                  <a:cubicBezTo>
                    <a:pt x="640" y="38"/>
                    <a:pt x="636" y="35"/>
                    <a:pt x="635" y="31"/>
                  </a:cubicBezTo>
                  <a:cubicBezTo>
                    <a:pt x="634" y="27"/>
                    <a:pt x="637" y="22"/>
                    <a:pt x="642" y="21"/>
                  </a:cubicBezTo>
                  <a:cubicBezTo>
                    <a:pt x="646" y="20"/>
                    <a:pt x="651" y="23"/>
                    <a:pt x="652" y="27"/>
                  </a:cubicBezTo>
                  <a:cubicBezTo>
                    <a:pt x="653" y="32"/>
                    <a:pt x="650" y="37"/>
                    <a:pt x="646" y="38"/>
                  </a:cubicBezTo>
                  <a:cubicBezTo>
                    <a:pt x="645" y="38"/>
                    <a:pt x="644" y="38"/>
                    <a:pt x="644" y="38"/>
                  </a:cubicBezTo>
                  <a:close/>
                  <a:moveTo>
                    <a:pt x="671" y="32"/>
                  </a:moveTo>
                  <a:cubicBezTo>
                    <a:pt x="667" y="32"/>
                    <a:pt x="664" y="29"/>
                    <a:pt x="663" y="25"/>
                  </a:cubicBezTo>
                  <a:cubicBezTo>
                    <a:pt x="663" y="23"/>
                    <a:pt x="663" y="21"/>
                    <a:pt x="664" y="19"/>
                  </a:cubicBezTo>
                  <a:cubicBezTo>
                    <a:pt x="666" y="17"/>
                    <a:pt x="668" y="16"/>
                    <a:pt x="670" y="15"/>
                  </a:cubicBezTo>
                  <a:cubicBezTo>
                    <a:pt x="702" y="9"/>
                    <a:pt x="734" y="5"/>
                    <a:pt x="766" y="3"/>
                  </a:cubicBezTo>
                  <a:cubicBezTo>
                    <a:pt x="766" y="3"/>
                    <a:pt x="766" y="3"/>
                    <a:pt x="766" y="3"/>
                  </a:cubicBezTo>
                  <a:cubicBezTo>
                    <a:pt x="804" y="0"/>
                    <a:pt x="843" y="0"/>
                    <a:pt x="880" y="3"/>
                  </a:cubicBezTo>
                  <a:cubicBezTo>
                    <a:pt x="885" y="3"/>
                    <a:pt x="888" y="7"/>
                    <a:pt x="888" y="12"/>
                  </a:cubicBezTo>
                  <a:cubicBezTo>
                    <a:pt x="888" y="16"/>
                    <a:pt x="884" y="20"/>
                    <a:pt x="879" y="20"/>
                  </a:cubicBezTo>
                  <a:cubicBezTo>
                    <a:pt x="842" y="17"/>
                    <a:pt x="804" y="17"/>
                    <a:pt x="767" y="20"/>
                  </a:cubicBezTo>
                  <a:cubicBezTo>
                    <a:pt x="767" y="20"/>
                    <a:pt x="767" y="20"/>
                    <a:pt x="767" y="20"/>
                  </a:cubicBezTo>
                  <a:cubicBezTo>
                    <a:pt x="736" y="22"/>
                    <a:pt x="704" y="26"/>
                    <a:pt x="673" y="32"/>
                  </a:cubicBezTo>
                  <a:cubicBezTo>
                    <a:pt x="672" y="32"/>
                    <a:pt x="672" y="32"/>
                    <a:pt x="671" y="32"/>
                  </a:cubicBezTo>
                  <a:close/>
                  <a:moveTo>
                    <a:pt x="908" y="22"/>
                  </a:moveTo>
                  <a:cubicBezTo>
                    <a:pt x="908" y="22"/>
                    <a:pt x="907" y="22"/>
                    <a:pt x="907" y="22"/>
                  </a:cubicBezTo>
                  <a:cubicBezTo>
                    <a:pt x="905" y="22"/>
                    <a:pt x="903" y="21"/>
                    <a:pt x="901" y="19"/>
                  </a:cubicBezTo>
                  <a:cubicBezTo>
                    <a:pt x="900" y="17"/>
                    <a:pt x="899" y="15"/>
                    <a:pt x="899" y="13"/>
                  </a:cubicBezTo>
                  <a:cubicBezTo>
                    <a:pt x="900" y="8"/>
                    <a:pt x="904" y="5"/>
                    <a:pt x="909" y="5"/>
                  </a:cubicBezTo>
                  <a:cubicBezTo>
                    <a:pt x="913" y="6"/>
                    <a:pt x="917" y="10"/>
                    <a:pt x="916" y="14"/>
                  </a:cubicBezTo>
                  <a:cubicBezTo>
                    <a:pt x="916" y="19"/>
                    <a:pt x="912" y="22"/>
                    <a:pt x="908" y="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060AF10-E8BF-4C04-B5CB-38D1876A20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33843" y="1614991"/>
              <a:ext cx="3324314" cy="3323257"/>
            </a:xfrm>
            <a:custGeom>
              <a:avLst/>
              <a:gdLst>
                <a:gd name="T0" fmla="*/ 922 w 1572"/>
                <a:gd name="T1" fmla="*/ 1542 h 1571"/>
                <a:gd name="T2" fmla="*/ 1160 w 1572"/>
                <a:gd name="T3" fmla="*/ 1467 h 1571"/>
                <a:gd name="T4" fmla="*/ 925 w 1572"/>
                <a:gd name="T5" fmla="*/ 1559 h 1571"/>
                <a:gd name="T6" fmla="*/ 743 w 1572"/>
                <a:gd name="T7" fmla="*/ 1570 h 1571"/>
                <a:gd name="T8" fmla="*/ 744 w 1572"/>
                <a:gd name="T9" fmla="*/ 1553 h 1571"/>
                <a:gd name="T10" fmla="*/ 680 w 1572"/>
                <a:gd name="T11" fmla="*/ 1564 h 1571"/>
                <a:gd name="T12" fmla="*/ 342 w 1572"/>
                <a:gd name="T13" fmla="*/ 1434 h 1571"/>
                <a:gd name="T14" fmla="*/ 453 w 1572"/>
                <a:gd name="T15" fmla="*/ 1479 h 1571"/>
                <a:gd name="T16" fmla="*/ 681 w 1572"/>
                <a:gd name="T17" fmla="*/ 1564 h 1571"/>
                <a:gd name="T18" fmla="*/ 1201 w 1572"/>
                <a:gd name="T19" fmla="*/ 1433 h 1571"/>
                <a:gd name="T20" fmla="*/ 1187 w 1572"/>
                <a:gd name="T21" fmla="*/ 1460 h 1571"/>
                <a:gd name="T22" fmla="*/ 1304 w 1572"/>
                <a:gd name="T23" fmla="*/ 1353 h 1571"/>
                <a:gd name="T24" fmla="*/ 1257 w 1572"/>
                <a:gd name="T25" fmla="*/ 1412 h 1571"/>
                <a:gd name="T26" fmla="*/ 273 w 1572"/>
                <a:gd name="T27" fmla="*/ 1370 h 1571"/>
                <a:gd name="T28" fmla="*/ 297 w 1572"/>
                <a:gd name="T29" fmla="*/ 1398 h 1571"/>
                <a:gd name="T30" fmla="*/ 95 w 1572"/>
                <a:gd name="T31" fmla="*/ 1161 h 1571"/>
                <a:gd name="T32" fmla="*/ 51 w 1572"/>
                <a:gd name="T33" fmla="*/ 1040 h 1571"/>
                <a:gd name="T34" fmla="*/ 110 w 1572"/>
                <a:gd name="T35" fmla="*/ 1153 h 1571"/>
                <a:gd name="T36" fmla="*/ 250 w 1572"/>
                <a:gd name="T37" fmla="*/ 1357 h 1571"/>
                <a:gd name="T38" fmla="*/ 1486 w 1572"/>
                <a:gd name="T39" fmla="*/ 1104 h 1571"/>
                <a:gd name="T40" fmla="*/ 1360 w 1572"/>
                <a:gd name="T41" fmla="*/ 1318 h 1571"/>
                <a:gd name="T42" fmla="*/ 1507 w 1572"/>
                <a:gd name="T43" fmla="*/ 1051 h 1571"/>
                <a:gd name="T44" fmla="*/ 1523 w 1572"/>
                <a:gd name="T45" fmla="*/ 1057 h 1571"/>
                <a:gd name="T46" fmla="*/ 1534 w 1572"/>
                <a:gd name="T47" fmla="*/ 999 h 1571"/>
                <a:gd name="T48" fmla="*/ 1555 w 1572"/>
                <a:gd name="T49" fmla="*/ 785 h 1571"/>
                <a:gd name="T50" fmla="*/ 1556 w 1572"/>
                <a:gd name="T51" fmla="*/ 630 h 1571"/>
                <a:gd name="T52" fmla="*/ 1567 w 1572"/>
                <a:gd name="T53" fmla="*/ 875 h 1571"/>
                <a:gd name="T54" fmla="*/ 27 w 1572"/>
                <a:gd name="T55" fmla="*/ 991 h 1571"/>
                <a:gd name="T56" fmla="*/ 43 w 1572"/>
                <a:gd name="T57" fmla="*/ 987 h 1571"/>
                <a:gd name="T58" fmla="*/ 13 w 1572"/>
                <a:gd name="T59" fmla="*/ 930 h 1571"/>
                <a:gd name="T60" fmla="*/ 6 w 1572"/>
                <a:gd name="T61" fmla="*/ 685 h 1571"/>
                <a:gd name="T62" fmla="*/ 23 w 1572"/>
                <a:gd name="T63" fmla="*/ 687 h 1571"/>
                <a:gd name="T64" fmla="*/ 30 w 1572"/>
                <a:gd name="T65" fmla="*/ 927 h 1571"/>
                <a:gd name="T66" fmla="*/ 1531 w 1572"/>
                <a:gd name="T67" fmla="*/ 595 h 1571"/>
                <a:gd name="T68" fmla="*/ 1547 w 1572"/>
                <a:gd name="T69" fmla="*/ 591 h 1571"/>
                <a:gd name="T70" fmla="*/ 1506 w 1572"/>
                <a:gd name="T71" fmla="*/ 515 h 1571"/>
                <a:gd name="T72" fmla="*/ 1317 w 1572"/>
                <a:gd name="T73" fmla="*/ 229 h 1571"/>
                <a:gd name="T74" fmla="*/ 1329 w 1572"/>
                <a:gd name="T75" fmla="*/ 217 h 1571"/>
                <a:gd name="T76" fmla="*/ 1522 w 1572"/>
                <a:gd name="T77" fmla="*/ 509 h 1571"/>
                <a:gd name="T78" fmla="*/ 55 w 1572"/>
                <a:gd name="T79" fmla="*/ 519 h 1571"/>
                <a:gd name="T80" fmla="*/ 74 w 1572"/>
                <a:gd name="T81" fmla="*/ 493 h 1571"/>
                <a:gd name="T82" fmla="*/ 79 w 1572"/>
                <a:gd name="T83" fmla="*/ 461 h 1571"/>
                <a:gd name="T84" fmla="*/ 230 w 1572"/>
                <a:gd name="T85" fmla="*/ 229 h 1571"/>
                <a:gd name="T86" fmla="*/ 242 w 1572"/>
                <a:gd name="T87" fmla="*/ 241 h 1571"/>
                <a:gd name="T88" fmla="*/ 82 w 1572"/>
                <a:gd name="T89" fmla="*/ 462 h 1571"/>
                <a:gd name="T90" fmla="*/ 1260 w 1572"/>
                <a:gd name="T91" fmla="*/ 169 h 1571"/>
                <a:gd name="T92" fmla="*/ 1284 w 1572"/>
                <a:gd name="T93" fmla="*/ 197 h 1571"/>
                <a:gd name="T94" fmla="*/ 1109 w 1572"/>
                <a:gd name="T95" fmla="*/ 87 h 1571"/>
                <a:gd name="T96" fmla="*/ 880 w 1572"/>
                <a:gd name="T97" fmla="*/ 5 h 1571"/>
                <a:gd name="T98" fmla="*/ 1221 w 1572"/>
                <a:gd name="T99" fmla="*/ 131 h 1571"/>
                <a:gd name="T100" fmla="*/ 349 w 1572"/>
                <a:gd name="T101" fmla="*/ 141 h 1571"/>
                <a:gd name="T102" fmla="*/ 380 w 1572"/>
                <a:gd name="T103" fmla="*/ 132 h 1571"/>
                <a:gd name="T104" fmla="*/ 402 w 1572"/>
                <a:gd name="T105" fmla="*/ 109 h 1571"/>
                <a:gd name="T106" fmla="*/ 636 w 1572"/>
                <a:gd name="T107" fmla="*/ 14 h 1571"/>
                <a:gd name="T108" fmla="*/ 639 w 1572"/>
                <a:gd name="T109" fmla="*/ 30 h 1571"/>
                <a:gd name="T110" fmla="*/ 410 w 1572"/>
                <a:gd name="T111" fmla="*/ 113 h 1571"/>
                <a:gd name="T112" fmla="*/ 809 w 1572"/>
                <a:gd name="T113" fmla="*/ 8 h 1571"/>
                <a:gd name="T114" fmla="*/ 840 w 1572"/>
                <a:gd name="T115" fmla="*/ 18 h 1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572" h="1571">
                  <a:moveTo>
                    <a:pt x="805" y="1571"/>
                  </a:moveTo>
                  <a:cubicBezTo>
                    <a:pt x="801" y="1571"/>
                    <a:pt x="797" y="1567"/>
                    <a:pt x="797" y="1563"/>
                  </a:cubicBezTo>
                  <a:cubicBezTo>
                    <a:pt x="797" y="1558"/>
                    <a:pt x="800" y="1554"/>
                    <a:pt x="805" y="1554"/>
                  </a:cubicBezTo>
                  <a:cubicBezTo>
                    <a:pt x="844" y="1553"/>
                    <a:pt x="883" y="1549"/>
                    <a:pt x="922" y="1542"/>
                  </a:cubicBezTo>
                  <a:cubicBezTo>
                    <a:pt x="922" y="1542"/>
                    <a:pt x="922" y="1542"/>
                    <a:pt x="922" y="1542"/>
                  </a:cubicBezTo>
                  <a:cubicBezTo>
                    <a:pt x="966" y="1534"/>
                    <a:pt x="1010" y="1523"/>
                    <a:pt x="1052" y="1507"/>
                  </a:cubicBezTo>
                  <a:cubicBezTo>
                    <a:pt x="1085" y="1495"/>
                    <a:pt x="1117" y="1480"/>
                    <a:pt x="1148" y="1464"/>
                  </a:cubicBezTo>
                  <a:cubicBezTo>
                    <a:pt x="1152" y="1462"/>
                    <a:pt x="1158" y="1463"/>
                    <a:pt x="1160" y="1467"/>
                  </a:cubicBezTo>
                  <a:cubicBezTo>
                    <a:pt x="1162" y="1471"/>
                    <a:pt x="1160" y="1476"/>
                    <a:pt x="1156" y="1479"/>
                  </a:cubicBezTo>
                  <a:cubicBezTo>
                    <a:pt x="1124" y="1496"/>
                    <a:pt x="1091" y="1511"/>
                    <a:pt x="1057" y="1523"/>
                  </a:cubicBezTo>
                  <a:cubicBezTo>
                    <a:pt x="1015" y="1539"/>
                    <a:pt x="970" y="1551"/>
                    <a:pt x="925" y="1559"/>
                  </a:cubicBezTo>
                  <a:cubicBezTo>
                    <a:pt x="925" y="1559"/>
                    <a:pt x="925" y="1559"/>
                    <a:pt x="925" y="1559"/>
                  </a:cubicBezTo>
                  <a:cubicBezTo>
                    <a:pt x="886" y="1566"/>
                    <a:pt x="845" y="1570"/>
                    <a:pt x="806" y="1571"/>
                  </a:cubicBezTo>
                  <a:cubicBezTo>
                    <a:pt x="806" y="1571"/>
                    <a:pt x="805" y="1571"/>
                    <a:pt x="805" y="1571"/>
                  </a:cubicBezTo>
                  <a:close/>
                  <a:moveTo>
                    <a:pt x="743" y="1570"/>
                  </a:moveTo>
                  <a:cubicBezTo>
                    <a:pt x="743" y="1570"/>
                    <a:pt x="743" y="1570"/>
                    <a:pt x="743" y="1570"/>
                  </a:cubicBezTo>
                  <a:cubicBezTo>
                    <a:pt x="735" y="1570"/>
                    <a:pt x="727" y="1569"/>
                    <a:pt x="720" y="1569"/>
                  </a:cubicBezTo>
                  <a:cubicBezTo>
                    <a:pt x="715" y="1568"/>
                    <a:pt x="712" y="1564"/>
                    <a:pt x="712" y="1559"/>
                  </a:cubicBezTo>
                  <a:cubicBezTo>
                    <a:pt x="713" y="1555"/>
                    <a:pt x="717" y="1551"/>
                    <a:pt x="721" y="1552"/>
                  </a:cubicBezTo>
                  <a:cubicBezTo>
                    <a:pt x="729" y="1552"/>
                    <a:pt x="736" y="1553"/>
                    <a:pt x="744" y="1553"/>
                  </a:cubicBezTo>
                  <a:cubicBezTo>
                    <a:pt x="748" y="1553"/>
                    <a:pt x="752" y="1557"/>
                    <a:pt x="752" y="1562"/>
                  </a:cubicBezTo>
                  <a:cubicBezTo>
                    <a:pt x="751" y="1567"/>
                    <a:pt x="748" y="1570"/>
                    <a:pt x="743" y="1570"/>
                  </a:cubicBezTo>
                  <a:close/>
                  <a:moveTo>
                    <a:pt x="681" y="1564"/>
                  </a:moveTo>
                  <a:cubicBezTo>
                    <a:pt x="681" y="1564"/>
                    <a:pt x="681" y="1564"/>
                    <a:pt x="680" y="1564"/>
                  </a:cubicBezTo>
                  <a:cubicBezTo>
                    <a:pt x="605" y="1554"/>
                    <a:pt x="533" y="1534"/>
                    <a:pt x="464" y="1503"/>
                  </a:cubicBezTo>
                  <a:cubicBezTo>
                    <a:pt x="458" y="1500"/>
                    <a:pt x="452" y="1497"/>
                    <a:pt x="446" y="1494"/>
                  </a:cubicBezTo>
                  <a:cubicBezTo>
                    <a:pt x="446" y="1494"/>
                    <a:pt x="446" y="1494"/>
                    <a:pt x="445" y="1494"/>
                  </a:cubicBezTo>
                  <a:cubicBezTo>
                    <a:pt x="410" y="1477"/>
                    <a:pt x="375" y="1457"/>
                    <a:pt x="342" y="1434"/>
                  </a:cubicBezTo>
                  <a:cubicBezTo>
                    <a:pt x="338" y="1431"/>
                    <a:pt x="337" y="1426"/>
                    <a:pt x="339" y="1422"/>
                  </a:cubicBezTo>
                  <a:cubicBezTo>
                    <a:pt x="342" y="1418"/>
                    <a:pt x="347" y="1417"/>
                    <a:pt x="351" y="1420"/>
                  </a:cubicBezTo>
                  <a:cubicBezTo>
                    <a:pt x="383" y="1442"/>
                    <a:pt x="418" y="1462"/>
                    <a:pt x="453" y="1479"/>
                  </a:cubicBezTo>
                  <a:cubicBezTo>
                    <a:pt x="453" y="1479"/>
                    <a:pt x="453" y="1479"/>
                    <a:pt x="453" y="1479"/>
                  </a:cubicBezTo>
                  <a:cubicBezTo>
                    <a:pt x="459" y="1482"/>
                    <a:pt x="465" y="1485"/>
                    <a:pt x="471" y="1487"/>
                  </a:cubicBezTo>
                  <a:cubicBezTo>
                    <a:pt x="538" y="1517"/>
                    <a:pt x="609" y="1538"/>
                    <a:pt x="682" y="1547"/>
                  </a:cubicBezTo>
                  <a:cubicBezTo>
                    <a:pt x="687" y="1548"/>
                    <a:pt x="690" y="1552"/>
                    <a:pt x="690" y="1557"/>
                  </a:cubicBezTo>
                  <a:cubicBezTo>
                    <a:pt x="689" y="1561"/>
                    <a:pt x="685" y="1564"/>
                    <a:pt x="681" y="1564"/>
                  </a:cubicBezTo>
                  <a:close/>
                  <a:moveTo>
                    <a:pt x="1187" y="1460"/>
                  </a:moveTo>
                  <a:cubicBezTo>
                    <a:pt x="1184" y="1460"/>
                    <a:pt x="1181" y="1459"/>
                    <a:pt x="1179" y="1456"/>
                  </a:cubicBezTo>
                  <a:cubicBezTo>
                    <a:pt x="1177" y="1452"/>
                    <a:pt x="1178" y="1447"/>
                    <a:pt x="1182" y="1444"/>
                  </a:cubicBezTo>
                  <a:cubicBezTo>
                    <a:pt x="1189" y="1441"/>
                    <a:pt x="1195" y="1437"/>
                    <a:pt x="1201" y="1433"/>
                  </a:cubicBezTo>
                  <a:cubicBezTo>
                    <a:pt x="1205" y="1430"/>
                    <a:pt x="1211" y="1431"/>
                    <a:pt x="1213" y="1435"/>
                  </a:cubicBezTo>
                  <a:cubicBezTo>
                    <a:pt x="1216" y="1439"/>
                    <a:pt x="1214" y="1444"/>
                    <a:pt x="1211" y="1447"/>
                  </a:cubicBezTo>
                  <a:cubicBezTo>
                    <a:pt x="1204" y="1451"/>
                    <a:pt x="1198" y="1455"/>
                    <a:pt x="1191" y="1459"/>
                  </a:cubicBezTo>
                  <a:cubicBezTo>
                    <a:pt x="1190" y="1460"/>
                    <a:pt x="1188" y="1460"/>
                    <a:pt x="1187" y="1460"/>
                  </a:cubicBezTo>
                  <a:close/>
                  <a:moveTo>
                    <a:pt x="1257" y="1412"/>
                  </a:moveTo>
                  <a:cubicBezTo>
                    <a:pt x="1254" y="1412"/>
                    <a:pt x="1252" y="1411"/>
                    <a:pt x="1250" y="1409"/>
                  </a:cubicBezTo>
                  <a:cubicBezTo>
                    <a:pt x="1247" y="1405"/>
                    <a:pt x="1248" y="1400"/>
                    <a:pt x="1252" y="1397"/>
                  </a:cubicBezTo>
                  <a:cubicBezTo>
                    <a:pt x="1270" y="1383"/>
                    <a:pt x="1287" y="1369"/>
                    <a:pt x="1304" y="1353"/>
                  </a:cubicBezTo>
                  <a:cubicBezTo>
                    <a:pt x="1308" y="1350"/>
                    <a:pt x="1313" y="1351"/>
                    <a:pt x="1316" y="1354"/>
                  </a:cubicBezTo>
                  <a:cubicBezTo>
                    <a:pt x="1319" y="1357"/>
                    <a:pt x="1319" y="1363"/>
                    <a:pt x="1316" y="1366"/>
                  </a:cubicBezTo>
                  <a:cubicBezTo>
                    <a:pt x="1298" y="1382"/>
                    <a:pt x="1280" y="1397"/>
                    <a:pt x="1262" y="1411"/>
                  </a:cubicBezTo>
                  <a:cubicBezTo>
                    <a:pt x="1260" y="1412"/>
                    <a:pt x="1259" y="1412"/>
                    <a:pt x="1257" y="1412"/>
                  </a:cubicBezTo>
                  <a:close/>
                  <a:moveTo>
                    <a:pt x="297" y="1398"/>
                  </a:moveTo>
                  <a:cubicBezTo>
                    <a:pt x="295" y="1398"/>
                    <a:pt x="293" y="1398"/>
                    <a:pt x="291" y="1396"/>
                  </a:cubicBezTo>
                  <a:cubicBezTo>
                    <a:pt x="285" y="1392"/>
                    <a:pt x="279" y="1387"/>
                    <a:pt x="274" y="1382"/>
                  </a:cubicBezTo>
                  <a:cubicBezTo>
                    <a:pt x="270" y="1379"/>
                    <a:pt x="270" y="1373"/>
                    <a:pt x="273" y="1370"/>
                  </a:cubicBezTo>
                  <a:cubicBezTo>
                    <a:pt x="276" y="1366"/>
                    <a:pt x="281" y="1366"/>
                    <a:pt x="285" y="1369"/>
                  </a:cubicBezTo>
                  <a:cubicBezTo>
                    <a:pt x="290" y="1374"/>
                    <a:pt x="296" y="1378"/>
                    <a:pt x="302" y="1383"/>
                  </a:cubicBezTo>
                  <a:cubicBezTo>
                    <a:pt x="306" y="1386"/>
                    <a:pt x="306" y="1392"/>
                    <a:pt x="303" y="1395"/>
                  </a:cubicBezTo>
                  <a:cubicBezTo>
                    <a:pt x="302" y="1397"/>
                    <a:pt x="299" y="1398"/>
                    <a:pt x="297" y="1398"/>
                  </a:cubicBezTo>
                  <a:close/>
                  <a:moveTo>
                    <a:pt x="250" y="1357"/>
                  </a:moveTo>
                  <a:cubicBezTo>
                    <a:pt x="248" y="1357"/>
                    <a:pt x="246" y="1356"/>
                    <a:pt x="244" y="1355"/>
                  </a:cubicBezTo>
                  <a:cubicBezTo>
                    <a:pt x="235" y="1346"/>
                    <a:pt x="226" y="1337"/>
                    <a:pt x="217" y="1328"/>
                  </a:cubicBezTo>
                  <a:cubicBezTo>
                    <a:pt x="169" y="1278"/>
                    <a:pt x="128" y="1222"/>
                    <a:pt x="95" y="1161"/>
                  </a:cubicBezTo>
                  <a:cubicBezTo>
                    <a:pt x="95" y="1161"/>
                    <a:pt x="95" y="1161"/>
                    <a:pt x="95" y="1161"/>
                  </a:cubicBezTo>
                  <a:cubicBezTo>
                    <a:pt x="80" y="1133"/>
                    <a:pt x="66" y="1103"/>
                    <a:pt x="54" y="1074"/>
                  </a:cubicBezTo>
                  <a:cubicBezTo>
                    <a:pt x="51" y="1066"/>
                    <a:pt x="48" y="1059"/>
                    <a:pt x="46" y="1051"/>
                  </a:cubicBezTo>
                  <a:cubicBezTo>
                    <a:pt x="44" y="1047"/>
                    <a:pt x="46" y="1042"/>
                    <a:pt x="51" y="1040"/>
                  </a:cubicBezTo>
                  <a:cubicBezTo>
                    <a:pt x="55" y="1039"/>
                    <a:pt x="60" y="1041"/>
                    <a:pt x="62" y="1046"/>
                  </a:cubicBezTo>
                  <a:cubicBezTo>
                    <a:pt x="64" y="1053"/>
                    <a:pt x="67" y="1060"/>
                    <a:pt x="70" y="1068"/>
                  </a:cubicBezTo>
                  <a:cubicBezTo>
                    <a:pt x="81" y="1097"/>
                    <a:pt x="95" y="1125"/>
                    <a:pt x="110" y="1153"/>
                  </a:cubicBezTo>
                  <a:cubicBezTo>
                    <a:pt x="110" y="1153"/>
                    <a:pt x="110" y="1153"/>
                    <a:pt x="110" y="1153"/>
                  </a:cubicBezTo>
                  <a:cubicBezTo>
                    <a:pt x="142" y="1212"/>
                    <a:pt x="183" y="1267"/>
                    <a:pt x="230" y="1316"/>
                  </a:cubicBezTo>
                  <a:cubicBezTo>
                    <a:pt x="238" y="1325"/>
                    <a:pt x="247" y="1334"/>
                    <a:pt x="256" y="1343"/>
                  </a:cubicBezTo>
                  <a:cubicBezTo>
                    <a:pt x="259" y="1346"/>
                    <a:pt x="259" y="1351"/>
                    <a:pt x="256" y="1355"/>
                  </a:cubicBezTo>
                  <a:cubicBezTo>
                    <a:pt x="254" y="1356"/>
                    <a:pt x="252" y="1357"/>
                    <a:pt x="250" y="1357"/>
                  </a:cubicBezTo>
                  <a:close/>
                  <a:moveTo>
                    <a:pt x="1360" y="1318"/>
                  </a:moveTo>
                  <a:cubicBezTo>
                    <a:pt x="1358" y="1318"/>
                    <a:pt x="1356" y="1317"/>
                    <a:pt x="1354" y="1316"/>
                  </a:cubicBezTo>
                  <a:cubicBezTo>
                    <a:pt x="1351" y="1313"/>
                    <a:pt x="1351" y="1307"/>
                    <a:pt x="1354" y="1304"/>
                  </a:cubicBezTo>
                  <a:cubicBezTo>
                    <a:pt x="1408" y="1244"/>
                    <a:pt x="1453" y="1177"/>
                    <a:pt x="1486" y="1104"/>
                  </a:cubicBezTo>
                  <a:cubicBezTo>
                    <a:pt x="1488" y="1100"/>
                    <a:pt x="1493" y="1098"/>
                    <a:pt x="1497" y="1100"/>
                  </a:cubicBezTo>
                  <a:cubicBezTo>
                    <a:pt x="1501" y="1102"/>
                    <a:pt x="1503" y="1107"/>
                    <a:pt x="1501" y="1111"/>
                  </a:cubicBezTo>
                  <a:cubicBezTo>
                    <a:pt x="1467" y="1186"/>
                    <a:pt x="1422" y="1254"/>
                    <a:pt x="1366" y="1315"/>
                  </a:cubicBezTo>
                  <a:cubicBezTo>
                    <a:pt x="1365" y="1317"/>
                    <a:pt x="1362" y="1318"/>
                    <a:pt x="1360" y="1318"/>
                  </a:cubicBezTo>
                  <a:close/>
                  <a:moveTo>
                    <a:pt x="1509" y="1079"/>
                  </a:moveTo>
                  <a:cubicBezTo>
                    <a:pt x="1508" y="1079"/>
                    <a:pt x="1507" y="1079"/>
                    <a:pt x="1506" y="1079"/>
                  </a:cubicBezTo>
                  <a:cubicBezTo>
                    <a:pt x="1502" y="1077"/>
                    <a:pt x="1499" y="1072"/>
                    <a:pt x="1501" y="1068"/>
                  </a:cubicBezTo>
                  <a:cubicBezTo>
                    <a:pt x="1503" y="1062"/>
                    <a:pt x="1505" y="1057"/>
                    <a:pt x="1507" y="1051"/>
                  </a:cubicBezTo>
                  <a:cubicBezTo>
                    <a:pt x="1509" y="1047"/>
                    <a:pt x="1509" y="1047"/>
                    <a:pt x="1509" y="1047"/>
                  </a:cubicBezTo>
                  <a:cubicBezTo>
                    <a:pt x="1511" y="1042"/>
                    <a:pt x="1516" y="1040"/>
                    <a:pt x="1520" y="1042"/>
                  </a:cubicBezTo>
                  <a:cubicBezTo>
                    <a:pt x="1524" y="1043"/>
                    <a:pt x="1527" y="1048"/>
                    <a:pt x="1525" y="1053"/>
                  </a:cubicBezTo>
                  <a:cubicBezTo>
                    <a:pt x="1523" y="1057"/>
                    <a:pt x="1523" y="1057"/>
                    <a:pt x="1523" y="1057"/>
                  </a:cubicBezTo>
                  <a:cubicBezTo>
                    <a:pt x="1521" y="1063"/>
                    <a:pt x="1519" y="1068"/>
                    <a:pt x="1517" y="1074"/>
                  </a:cubicBezTo>
                  <a:cubicBezTo>
                    <a:pt x="1516" y="1077"/>
                    <a:pt x="1512" y="1079"/>
                    <a:pt x="1509" y="1079"/>
                  </a:cubicBezTo>
                  <a:close/>
                  <a:moveTo>
                    <a:pt x="1536" y="999"/>
                  </a:moveTo>
                  <a:cubicBezTo>
                    <a:pt x="1535" y="999"/>
                    <a:pt x="1534" y="999"/>
                    <a:pt x="1534" y="999"/>
                  </a:cubicBezTo>
                  <a:cubicBezTo>
                    <a:pt x="1529" y="997"/>
                    <a:pt x="1526" y="993"/>
                    <a:pt x="1528" y="988"/>
                  </a:cubicBezTo>
                  <a:cubicBezTo>
                    <a:pt x="1538" y="951"/>
                    <a:pt x="1545" y="912"/>
                    <a:pt x="1550" y="873"/>
                  </a:cubicBezTo>
                  <a:cubicBezTo>
                    <a:pt x="1550" y="873"/>
                    <a:pt x="1550" y="873"/>
                    <a:pt x="1550" y="873"/>
                  </a:cubicBezTo>
                  <a:cubicBezTo>
                    <a:pt x="1553" y="844"/>
                    <a:pt x="1555" y="814"/>
                    <a:pt x="1555" y="785"/>
                  </a:cubicBezTo>
                  <a:cubicBezTo>
                    <a:pt x="1555" y="777"/>
                    <a:pt x="1555" y="768"/>
                    <a:pt x="1554" y="759"/>
                  </a:cubicBezTo>
                  <a:cubicBezTo>
                    <a:pt x="1553" y="717"/>
                    <a:pt x="1548" y="675"/>
                    <a:pt x="1540" y="633"/>
                  </a:cubicBezTo>
                  <a:cubicBezTo>
                    <a:pt x="1539" y="629"/>
                    <a:pt x="1542" y="624"/>
                    <a:pt x="1546" y="623"/>
                  </a:cubicBezTo>
                  <a:cubicBezTo>
                    <a:pt x="1551" y="623"/>
                    <a:pt x="1555" y="626"/>
                    <a:pt x="1556" y="630"/>
                  </a:cubicBezTo>
                  <a:cubicBezTo>
                    <a:pt x="1565" y="672"/>
                    <a:pt x="1570" y="716"/>
                    <a:pt x="1571" y="758"/>
                  </a:cubicBezTo>
                  <a:cubicBezTo>
                    <a:pt x="1572" y="767"/>
                    <a:pt x="1572" y="776"/>
                    <a:pt x="1572" y="785"/>
                  </a:cubicBezTo>
                  <a:cubicBezTo>
                    <a:pt x="1572" y="815"/>
                    <a:pt x="1570" y="845"/>
                    <a:pt x="1567" y="875"/>
                  </a:cubicBezTo>
                  <a:cubicBezTo>
                    <a:pt x="1567" y="875"/>
                    <a:pt x="1567" y="875"/>
                    <a:pt x="1567" y="875"/>
                  </a:cubicBezTo>
                  <a:cubicBezTo>
                    <a:pt x="1562" y="915"/>
                    <a:pt x="1554" y="954"/>
                    <a:pt x="1544" y="993"/>
                  </a:cubicBezTo>
                  <a:cubicBezTo>
                    <a:pt x="1543" y="996"/>
                    <a:pt x="1540" y="999"/>
                    <a:pt x="1536" y="999"/>
                  </a:cubicBezTo>
                  <a:close/>
                  <a:moveTo>
                    <a:pt x="35" y="998"/>
                  </a:moveTo>
                  <a:cubicBezTo>
                    <a:pt x="31" y="998"/>
                    <a:pt x="28" y="995"/>
                    <a:pt x="27" y="991"/>
                  </a:cubicBezTo>
                  <a:cubicBezTo>
                    <a:pt x="25" y="984"/>
                    <a:pt x="23" y="976"/>
                    <a:pt x="21" y="969"/>
                  </a:cubicBezTo>
                  <a:cubicBezTo>
                    <a:pt x="20" y="965"/>
                    <a:pt x="23" y="960"/>
                    <a:pt x="28" y="959"/>
                  </a:cubicBezTo>
                  <a:cubicBezTo>
                    <a:pt x="32" y="958"/>
                    <a:pt x="37" y="961"/>
                    <a:pt x="38" y="965"/>
                  </a:cubicBezTo>
                  <a:cubicBezTo>
                    <a:pt x="39" y="972"/>
                    <a:pt x="41" y="980"/>
                    <a:pt x="43" y="987"/>
                  </a:cubicBezTo>
                  <a:cubicBezTo>
                    <a:pt x="44" y="991"/>
                    <a:pt x="42" y="996"/>
                    <a:pt x="37" y="997"/>
                  </a:cubicBezTo>
                  <a:cubicBezTo>
                    <a:pt x="37" y="997"/>
                    <a:pt x="36" y="998"/>
                    <a:pt x="35" y="998"/>
                  </a:cubicBezTo>
                  <a:close/>
                  <a:moveTo>
                    <a:pt x="21" y="937"/>
                  </a:moveTo>
                  <a:cubicBezTo>
                    <a:pt x="17" y="937"/>
                    <a:pt x="14" y="934"/>
                    <a:pt x="13" y="930"/>
                  </a:cubicBezTo>
                  <a:cubicBezTo>
                    <a:pt x="4" y="882"/>
                    <a:pt x="0" y="834"/>
                    <a:pt x="0" y="786"/>
                  </a:cubicBezTo>
                  <a:cubicBezTo>
                    <a:pt x="0" y="783"/>
                    <a:pt x="0" y="779"/>
                    <a:pt x="0" y="776"/>
                  </a:cubicBezTo>
                  <a:cubicBezTo>
                    <a:pt x="0" y="746"/>
                    <a:pt x="2" y="715"/>
                    <a:pt x="6" y="685"/>
                  </a:cubicBezTo>
                  <a:cubicBezTo>
                    <a:pt x="6" y="685"/>
                    <a:pt x="6" y="685"/>
                    <a:pt x="6" y="685"/>
                  </a:cubicBezTo>
                  <a:cubicBezTo>
                    <a:pt x="11" y="645"/>
                    <a:pt x="19" y="606"/>
                    <a:pt x="30" y="568"/>
                  </a:cubicBezTo>
                  <a:cubicBezTo>
                    <a:pt x="32" y="563"/>
                    <a:pt x="36" y="560"/>
                    <a:pt x="41" y="562"/>
                  </a:cubicBezTo>
                  <a:cubicBezTo>
                    <a:pt x="45" y="563"/>
                    <a:pt x="48" y="568"/>
                    <a:pt x="47" y="572"/>
                  </a:cubicBezTo>
                  <a:cubicBezTo>
                    <a:pt x="36" y="610"/>
                    <a:pt x="28" y="648"/>
                    <a:pt x="23" y="687"/>
                  </a:cubicBezTo>
                  <a:cubicBezTo>
                    <a:pt x="23" y="687"/>
                    <a:pt x="23" y="687"/>
                    <a:pt x="23" y="687"/>
                  </a:cubicBezTo>
                  <a:cubicBezTo>
                    <a:pt x="19" y="717"/>
                    <a:pt x="17" y="747"/>
                    <a:pt x="17" y="777"/>
                  </a:cubicBezTo>
                  <a:cubicBezTo>
                    <a:pt x="17" y="780"/>
                    <a:pt x="17" y="783"/>
                    <a:pt x="17" y="786"/>
                  </a:cubicBezTo>
                  <a:cubicBezTo>
                    <a:pt x="17" y="833"/>
                    <a:pt x="21" y="880"/>
                    <a:pt x="30" y="927"/>
                  </a:cubicBezTo>
                  <a:cubicBezTo>
                    <a:pt x="30" y="931"/>
                    <a:pt x="27" y="936"/>
                    <a:pt x="23" y="937"/>
                  </a:cubicBezTo>
                  <a:cubicBezTo>
                    <a:pt x="22" y="937"/>
                    <a:pt x="22" y="937"/>
                    <a:pt x="21" y="937"/>
                  </a:cubicBezTo>
                  <a:close/>
                  <a:moveTo>
                    <a:pt x="1539" y="602"/>
                  </a:moveTo>
                  <a:cubicBezTo>
                    <a:pt x="1535" y="602"/>
                    <a:pt x="1532" y="599"/>
                    <a:pt x="1531" y="595"/>
                  </a:cubicBezTo>
                  <a:cubicBezTo>
                    <a:pt x="1529" y="588"/>
                    <a:pt x="1527" y="581"/>
                    <a:pt x="1525" y="574"/>
                  </a:cubicBezTo>
                  <a:cubicBezTo>
                    <a:pt x="1524" y="569"/>
                    <a:pt x="1526" y="564"/>
                    <a:pt x="1531" y="563"/>
                  </a:cubicBezTo>
                  <a:cubicBezTo>
                    <a:pt x="1536" y="562"/>
                    <a:pt x="1540" y="565"/>
                    <a:pt x="1541" y="569"/>
                  </a:cubicBezTo>
                  <a:cubicBezTo>
                    <a:pt x="1544" y="576"/>
                    <a:pt x="1546" y="584"/>
                    <a:pt x="1547" y="591"/>
                  </a:cubicBezTo>
                  <a:cubicBezTo>
                    <a:pt x="1549" y="596"/>
                    <a:pt x="1546" y="600"/>
                    <a:pt x="1541" y="601"/>
                  </a:cubicBezTo>
                  <a:cubicBezTo>
                    <a:pt x="1541" y="602"/>
                    <a:pt x="1540" y="602"/>
                    <a:pt x="1539" y="602"/>
                  </a:cubicBezTo>
                  <a:close/>
                  <a:moveTo>
                    <a:pt x="1514" y="521"/>
                  </a:moveTo>
                  <a:cubicBezTo>
                    <a:pt x="1510" y="521"/>
                    <a:pt x="1507" y="519"/>
                    <a:pt x="1506" y="515"/>
                  </a:cubicBezTo>
                  <a:cubicBezTo>
                    <a:pt x="1500" y="500"/>
                    <a:pt x="1494" y="485"/>
                    <a:pt x="1488" y="471"/>
                  </a:cubicBezTo>
                  <a:cubicBezTo>
                    <a:pt x="1478" y="450"/>
                    <a:pt x="1468" y="429"/>
                    <a:pt x="1456" y="409"/>
                  </a:cubicBezTo>
                  <a:cubicBezTo>
                    <a:pt x="1456" y="409"/>
                    <a:pt x="1456" y="409"/>
                    <a:pt x="1456" y="409"/>
                  </a:cubicBezTo>
                  <a:cubicBezTo>
                    <a:pt x="1419" y="343"/>
                    <a:pt x="1372" y="282"/>
                    <a:pt x="1317" y="229"/>
                  </a:cubicBezTo>
                  <a:cubicBezTo>
                    <a:pt x="1314" y="226"/>
                    <a:pt x="1311" y="224"/>
                    <a:pt x="1308" y="221"/>
                  </a:cubicBezTo>
                  <a:cubicBezTo>
                    <a:pt x="1304" y="218"/>
                    <a:pt x="1304" y="212"/>
                    <a:pt x="1307" y="209"/>
                  </a:cubicBezTo>
                  <a:cubicBezTo>
                    <a:pt x="1311" y="205"/>
                    <a:pt x="1316" y="205"/>
                    <a:pt x="1319" y="208"/>
                  </a:cubicBezTo>
                  <a:cubicBezTo>
                    <a:pt x="1322" y="211"/>
                    <a:pt x="1326" y="214"/>
                    <a:pt x="1329" y="217"/>
                  </a:cubicBezTo>
                  <a:cubicBezTo>
                    <a:pt x="1385" y="271"/>
                    <a:pt x="1433" y="333"/>
                    <a:pt x="1471" y="400"/>
                  </a:cubicBezTo>
                  <a:cubicBezTo>
                    <a:pt x="1471" y="400"/>
                    <a:pt x="1471" y="400"/>
                    <a:pt x="1471" y="400"/>
                  </a:cubicBezTo>
                  <a:cubicBezTo>
                    <a:pt x="1483" y="421"/>
                    <a:pt x="1494" y="442"/>
                    <a:pt x="1503" y="464"/>
                  </a:cubicBezTo>
                  <a:cubicBezTo>
                    <a:pt x="1510" y="479"/>
                    <a:pt x="1516" y="494"/>
                    <a:pt x="1522" y="509"/>
                  </a:cubicBezTo>
                  <a:cubicBezTo>
                    <a:pt x="1523" y="514"/>
                    <a:pt x="1521" y="519"/>
                    <a:pt x="1517" y="520"/>
                  </a:cubicBezTo>
                  <a:cubicBezTo>
                    <a:pt x="1516" y="521"/>
                    <a:pt x="1515" y="521"/>
                    <a:pt x="1514" y="521"/>
                  </a:cubicBezTo>
                  <a:close/>
                  <a:moveTo>
                    <a:pt x="58" y="519"/>
                  </a:moveTo>
                  <a:cubicBezTo>
                    <a:pt x="57" y="519"/>
                    <a:pt x="56" y="519"/>
                    <a:pt x="55" y="519"/>
                  </a:cubicBezTo>
                  <a:cubicBezTo>
                    <a:pt x="51" y="517"/>
                    <a:pt x="48" y="512"/>
                    <a:pt x="50" y="508"/>
                  </a:cubicBezTo>
                  <a:cubicBezTo>
                    <a:pt x="53" y="501"/>
                    <a:pt x="55" y="494"/>
                    <a:pt x="58" y="487"/>
                  </a:cubicBezTo>
                  <a:cubicBezTo>
                    <a:pt x="60" y="482"/>
                    <a:pt x="65" y="480"/>
                    <a:pt x="69" y="482"/>
                  </a:cubicBezTo>
                  <a:cubicBezTo>
                    <a:pt x="74" y="484"/>
                    <a:pt x="76" y="489"/>
                    <a:pt x="74" y="493"/>
                  </a:cubicBezTo>
                  <a:cubicBezTo>
                    <a:pt x="71" y="500"/>
                    <a:pt x="68" y="507"/>
                    <a:pt x="66" y="514"/>
                  </a:cubicBezTo>
                  <a:cubicBezTo>
                    <a:pt x="65" y="517"/>
                    <a:pt x="61" y="519"/>
                    <a:pt x="58" y="519"/>
                  </a:cubicBezTo>
                  <a:close/>
                  <a:moveTo>
                    <a:pt x="82" y="462"/>
                  </a:moveTo>
                  <a:cubicBezTo>
                    <a:pt x="81" y="462"/>
                    <a:pt x="80" y="462"/>
                    <a:pt x="79" y="461"/>
                  </a:cubicBezTo>
                  <a:cubicBezTo>
                    <a:pt x="74" y="459"/>
                    <a:pt x="72" y="454"/>
                    <a:pt x="74" y="450"/>
                  </a:cubicBezTo>
                  <a:cubicBezTo>
                    <a:pt x="109" y="376"/>
                    <a:pt x="156" y="308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8" y="241"/>
                    <a:pt x="224" y="235"/>
                    <a:pt x="230" y="229"/>
                  </a:cubicBezTo>
                  <a:cubicBezTo>
                    <a:pt x="252" y="207"/>
                    <a:pt x="276" y="186"/>
                    <a:pt x="301" y="167"/>
                  </a:cubicBezTo>
                  <a:cubicBezTo>
                    <a:pt x="304" y="164"/>
                    <a:pt x="310" y="164"/>
                    <a:pt x="313" y="168"/>
                  </a:cubicBezTo>
                  <a:cubicBezTo>
                    <a:pt x="316" y="172"/>
                    <a:pt x="315" y="177"/>
                    <a:pt x="311" y="180"/>
                  </a:cubicBezTo>
                  <a:cubicBezTo>
                    <a:pt x="287" y="199"/>
                    <a:pt x="264" y="220"/>
                    <a:pt x="242" y="241"/>
                  </a:cubicBezTo>
                  <a:cubicBezTo>
                    <a:pt x="236" y="247"/>
                    <a:pt x="230" y="253"/>
                    <a:pt x="225" y="259"/>
                  </a:cubicBezTo>
                  <a:cubicBezTo>
                    <a:pt x="225" y="259"/>
                    <a:pt x="225" y="259"/>
                    <a:pt x="225" y="259"/>
                  </a:cubicBezTo>
                  <a:cubicBezTo>
                    <a:pt x="169" y="318"/>
                    <a:pt x="124" y="385"/>
                    <a:pt x="90" y="457"/>
                  </a:cubicBezTo>
                  <a:cubicBezTo>
                    <a:pt x="88" y="460"/>
                    <a:pt x="85" y="462"/>
                    <a:pt x="82" y="462"/>
                  </a:cubicBezTo>
                  <a:close/>
                  <a:moveTo>
                    <a:pt x="1284" y="197"/>
                  </a:moveTo>
                  <a:cubicBezTo>
                    <a:pt x="1282" y="197"/>
                    <a:pt x="1280" y="196"/>
                    <a:pt x="1278" y="195"/>
                  </a:cubicBezTo>
                  <a:cubicBezTo>
                    <a:pt x="1273" y="190"/>
                    <a:pt x="1267" y="185"/>
                    <a:pt x="1261" y="181"/>
                  </a:cubicBezTo>
                  <a:cubicBezTo>
                    <a:pt x="1257" y="178"/>
                    <a:pt x="1257" y="173"/>
                    <a:pt x="1260" y="169"/>
                  </a:cubicBezTo>
                  <a:cubicBezTo>
                    <a:pt x="1263" y="165"/>
                    <a:pt x="1268" y="165"/>
                    <a:pt x="1272" y="167"/>
                  </a:cubicBezTo>
                  <a:cubicBezTo>
                    <a:pt x="1278" y="172"/>
                    <a:pt x="1284" y="177"/>
                    <a:pt x="1289" y="182"/>
                  </a:cubicBezTo>
                  <a:cubicBezTo>
                    <a:pt x="1293" y="185"/>
                    <a:pt x="1293" y="190"/>
                    <a:pt x="1290" y="194"/>
                  </a:cubicBezTo>
                  <a:cubicBezTo>
                    <a:pt x="1289" y="196"/>
                    <a:pt x="1286" y="197"/>
                    <a:pt x="1284" y="197"/>
                  </a:cubicBezTo>
                  <a:close/>
                  <a:moveTo>
                    <a:pt x="1216" y="146"/>
                  </a:moveTo>
                  <a:cubicBezTo>
                    <a:pt x="1214" y="146"/>
                    <a:pt x="1213" y="146"/>
                    <a:pt x="1211" y="145"/>
                  </a:cubicBezTo>
                  <a:cubicBezTo>
                    <a:pt x="1179" y="123"/>
                    <a:pt x="1144" y="104"/>
                    <a:pt x="1109" y="87"/>
                  </a:cubicBezTo>
                  <a:cubicBezTo>
                    <a:pt x="1109" y="87"/>
                    <a:pt x="1109" y="87"/>
                    <a:pt x="1109" y="87"/>
                  </a:cubicBezTo>
                  <a:cubicBezTo>
                    <a:pt x="1095" y="81"/>
                    <a:pt x="1082" y="75"/>
                    <a:pt x="1068" y="70"/>
                  </a:cubicBezTo>
                  <a:cubicBezTo>
                    <a:pt x="1007" y="46"/>
                    <a:pt x="944" y="30"/>
                    <a:pt x="878" y="22"/>
                  </a:cubicBezTo>
                  <a:cubicBezTo>
                    <a:pt x="874" y="21"/>
                    <a:pt x="870" y="17"/>
                    <a:pt x="871" y="12"/>
                  </a:cubicBezTo>
                  <a:cubicBezTo>
                    <a:pt x="872" y="8"/>
                    <a:pt x="876" y="4"/>
                    <a:pt x="880" y="5"/>
                  </a:cubicBezTo>
                  <a:cubicBezTo>
                    <a:pt x="947" y="13"/>
                    <a:pt x="1012" y="29"/>
                    <a:pt x="1074" y="54"/>
                  </a:cubicBezTo>
                  <a:cubicBezTo>
                    <a:pt x="1088" y="59"/>
                    <a:pt x="1102" y="65"/>
                    <a:pt x="1116" y="72"/>
                  </a:cubicBezTo>
                  <a:cubicBezTo>
                    <a:pt x="1116" y="72"/>
                    <a:pt x="1116" y="72"/>
                    <a:pt x="1116" y="72"/>
                  </a:cubicBezTo>
                  <a:cubicBezTo>
                    <a:pt x="1152" y="89"/>
                    <a:pt x="1187" y="108"/>
                    <a:pt x="1221" y="131"/>
                  </a:cubicBezTo>
                  <a:cubicBezTo>
                    <a:pt x="1225" y="133"/>
                    <a:pt x="1226" y="138"/>
                    <a:pt x="1223" y="142"/>
                  </a:cubicBezTo>
                  <a:cubicBezTo>
                    <a:pt x="1221" y="145"/>
                    <a:pt x="1219" y="146"/>
                    <a:pt x="1216" y="146"/>
                  </a:cubicBezTo>
                  <a:close/>
                  <a:moveTo>
                    <a:pt x="356" y="145"/>
                  </a:moveTo>
                  <a:cubicBezTo>
                    <a:pt x="354" y="145"/>
                    <a:pt x="351" y="144"/>
                    <a:pt x="349" y="141"/>
                  </a:cubicBezTo>
                  <a:cubicBezTo>
                    <a:pt x="347" y="138"/>
                    <a:pt x="348" y="132"/>
                    <a:pt x="352" y="130"/>
                  </a:cubicBezTo>
                  <a:cubicBezTo>
                    <a:pt x="358" y="126"/>
                    <a:pt x="364" y="121"/>
                    <a:pt x="371" y="117"/>
                  </a:cubicBezTo>
                  <a:cubicBezTo>
                    <a:pt x="375" y="115"/>
                    <a:pt x="380" y="116"/>
                    <a:pt x="383" y="120"/>
                  </a:cubicBezTo>
                  <a:cubicBezTo>
                    <a:pt x="385" y="124"/>
                    <a:pt x="384" y="129"/>
                    <a:pt x="380" y="132"/>
                  </a:cubicBezTo>
                  <a:cubicBezTo>
                    <a:pt x="374" y="136"/>
                    <a:pt x="367" y="140"/>
                    <a:pt x="361" y="144"/>
                  </a:cubicBezTo>
                  <a:cubicBezTo>
                    <a:pt x="360" y="145"/>
                    <a:pt x="358" y="145"/>
                    <a:pt x="356" y="145"/>
                  </a:cubicBezTo>
                  <a:close/>
                  <a:moveTo>
                    <a:pt x="410" y="113"/>
                  </a:moveTo>
                  <a:cubicBezTo>
                    <a:pt x="407" y="113"/>
                    <a:pt x="404" y="111"/>
                    <a:pt x="402" y="109"/>
                  </a:cubicBezTo>
                  <a:cubicBezTo>
                    <a:pt x="400" y="105"/>
                    <a:pt x="401" y="99"/>
                    <a:pt x="405" y="97"/>
                  </a:cubicBezTo>
                  <a:cubicBezTo>
                    <a:pt x="430" y="84"/>
                    <a:pt x="455" y="71"/>
                    <a:pt x="481" y="61"/>
                  </a:cubicBezTo>
                  <a:cubicBezTo>
                    <a:pt x="530" y="40"/>
                    <a:pt x="582" y="24"/>
                    <a:pt x="636" y="14"/>
                  </a:cubicBezTo>
                  <a:cubicBezTo>
                    <a:pt x="636" y="14"/>
                    <a:pt x="636" y="14"/>
                    <a:pt x="636" y="14"/>
                  </a:cubicBezTo>
                  <a:cubicBezTo>
                    <a:pt x="675" y="6"/>
                    <a:pt x="715" y="1"/>
                    <a:pt x="755" y="0"/>
                  </a:cubicBezTo>
                  <a:cubicBezTo>
                    <a:pt x="760" y="0"/>
                    <a:pt x="764" y="3"/>
                    <a:pt x="764" y="8"/>
                  </a:cubicBezTo>
                  <a:cubicBezTo>
                    <a:pt x="764" y="13"/>
                    <a:pt x="760" y="17"/>
                    <a:pt x="756" y="17"/>
                  </a:cubicBezTo>
                  <a:cubicBezTo>
                    <a:pt x="717" y="18"/>
                    <a:pt x="677" y="23"/>
                    <a:pt x="639" y="30"/>
                  </a:cubicBezTo>
                  <a:cubicBezTo>
                    <a:pt x="639" y="30"/>
                    <a:pt x="639" y="30"/>
                    <a:pt x="639" y="30"/>
                  </a:cubicBezTo>
                  <a:cubicBezTo>
                    <a:pt x="587" y="40"/>
                    <a:pt x="536" y="56"/>
                    <a:pt x="487" y="76"/>
                  </a:cubicBezTo>
                  <a:cubicBezTo>
                    <a:pt x="462" y="87"/>
                    <a:pt x="438" y="99"/>
                    <a:pt x="414" y="112"/>
                  </a:cubicBezTo>
                  <a:cubicBezTo>
                    <a:pt x="412" y="113"/>
                    <a:pt x="411" y="113"/>
                    <a:pt x="410" y="113"/>
                  </a:cubicBezTo>
                  <a:close/>
                  <a:moveTo>
                    <a:pt x="840" y="18"/>
                  </a:moveTo>
                  <a:cubicBezTo>
                    <a:pt x="840" y="18"/>
                    <a:pt x="840" y="18"/>
                    <a:pt x="839" y="18"/>
                  </a:cubicBezTo>
                  <a:cubicBezTo>
                    <a:pt x="832" y="18"/>
                    <a:pt x="824" y="17"/>
                    <a:pt x="817" y="17"/>
                  </a:cubicBezTo>
                  <a:cubicBezTo>
                    <a:pt x="812" y="17"/>
                    <a:pt x="809" y="13"/>
                    <a:pt x="809" y="8"/>
                  </a:cubicBezTo>
                  <a:cubicBezTo>
                    <a:pt x="809" y="3"/>
                    <a:pt x="813" y="0"/>
                    <a:pt x="818" y="0"/>
                  </a:cubicBezTo>
                  <a:cubicBezTo>
                    <a:pt x="825" y="0"/>
                    <a:pt x="833" y="1"/>
                    <a:pt x="841" y="1"/>
                  </a:cubicBezTo>
                  <a:cubicBezTo>
                    <a:pt x="845" y="2"/>
                    <a:pt x="849" y="6"/>
                    <a:pt x="849" y="10"/>
                  </a:cubicBezTo>
                  <a:cubicBezTo>
                    <a:pt x="848" y="15"/>
                    <a:pt x="844" y="18"/>
                    <a:pt x="840" y="1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E71E582D-7768-456D-B74A-CC782477C3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11485" y="1689991"/>
              <a:ext cx="3169031" cy="3173257"/>
            </a:xfrm>
            <a:custGeom>
              <a:avLst/>
              <a:gdLst>
                <a:gd name="T0" fmla="*/ 733 w 1499"/>
                <a:gd name="T1" fmla="*/ 1483 h 1500"/>
                <a:gd name="T2" fmla="*/ 638 w 1499"/>
                <a:gd name="T3" fmla="*/ 1492 h 1500"/>
                <a:gd name="T4" fmla="*/ 639 w 1499"/>
                <a:gd name="T5" fmla="*/ 1475 h 1500"/>
                <a:gd name="T6" fmla="*/ 592 w 1499"/>
                <a:gd name="T7" fmla="*/ 1483 h 1500"/>
                <a:gd name="T8" fmla="*/ 601 w 1499"/>
                <a:gd name="T9" fmla="*/ 1470 h 1500"/>
                <a:gd name="T10" fmla="*/ 949 w 1499"/>
                <a:gd name="T11" fmla="*/ 1456 h 1500"/>
                <a:gd name="T12" fmla="*/ 952 w 1499"/>
                <a:gd name="T13" fmla="*/ 1472 h 1500"/>
                <a:gd name="T14" fmla="*/ 300 w 1499"/>
                <a:gd name="T15" fmla="*/ 1340 h 1500"/>
                <a:gd name="T16" fmla="*/ 1037 w 1499"/>
                <a:gd name="T17" fmla="*/ 1442 h 1500"/>
                <a:gd name="T18" fmla="*/ 1078 w 1499"/>
                <a:gd name="T19" fmla="*/ 1423 h 1500"/>
                <a:gd name="T20" fmla="*/ 1271 w 1499"/>
                <a:gd name="T21" fmla="*/ 1286 h 1500"/>
                <a:gd name="T22" fmla="*/ 272 w 1499"/>
                <a:gd name="T23" fmla="*/ 1325 h 1500"/>
                <a:gd name="T24" fmla="*/ 272 w 1499"/>
                <a:gd name="T25" fmla="*/ 1325 h 1500"/>
                <a:gd name="T26" fmla="*/ 201 w 1499"/>
                <a:gd name="T27" fmla="*/ 1248 h 1500"/>
                <a:gd name="T28" fmla="*/ 238 w 1499"/>
                <a:gd name="T29" fmla="*/ 1295 h 1500"/>
                <a:gd name="T30" fmla="*/ 1330 w 1499"/>
                <a:gd name="T31" fmla="*/ 1212 h 1500"/>
                <a:gd name="T32" fmla="*/ 170 w 1499"/>
                <a:gd name="T33" fmla="*/ 1226 h 1500"/>
                <a:gd name="T34" fmla="*/ 71 w 1499"/>
                <a:gd name="T35" fmla="*/ 1027 h 1500"/>
                <a:gd name="T36" fmla="*/ 1345 w 1499"/>
                <a:gd name="T37" fmla="*/ 1178 h 1500"/>
                <a:gd name="T38" fmla="*/ 1377 w 1499"/>
                <a:gd name="T39" fmla="*/ 1154 h 1500"/>
                <a:gd name="T40" fmla="*/ 1475 w 1499"/>
                <a:gd name="T41" fmla="*/ 941 h 1500"/>
                <a:gd name="T42" fmla="*/ 38 w 1499"/>
                <a:gd name="T43" fmla="*/ 980 h 1500"/>
                <a:gd name="T44" fmla="*/ 46 w 1499"/>
                <a:gd name="T45" fmla="*/ 993 h 1500"/>
                <a:gd name="T46" fmla="*/ 31 w 1499"/>
                <a:gd name="T47" fmla="*/ 895 h 1500"/>
                <a:gd name="T48" fmla="*/ 1470 w 1499"/>
                <a:gd name="T49" fmla="*/ 900 h 1500"/>
                <a:gd name="T50" fmla="*/ 1486 w 1499"/>
                <a:gd name="T51" fmla="*/ 897 h 1500"/>
                <a:gd name="T52" fmla="*/ 10 w 1499"/>
                <a:gd name="T53" fmla="*/ 625 h 1500"/>
                <a:gd name="T54" fmla="*/ 15 w 1499"/>
                <a:gd name="T55" fmla="*/ 861 h 1500"/>
                <a:gd name="T56" fmla="*/ 1498 w 1499"/>
                <a:gd name="T57" fmla="*/ 806 h 1500"/>
                <a:gd name="T58" fmla="*/ 1486 w 1499"/>
                <a:gd name="T59" fmla="*/ 663 h 1500"/>
                <a:gd name="T60" fmla="*/ 1473 w 1499"/>
                <a:gd name="T61" fmla="*/ 628 h 1500"/>
                <a:gd name="T62" fmla="*/ 1481 w 1499"/>
                <a:gd name="T63" fmla="*/ 635 h 1500"/>
                <a:gd name="T64" fmla="*/ 29 w 1499"/>
                <a:gd name="T65" fmla="*/ 574 h 1500"/>
                <a:gd name="T66" fmla="*/ 1381 w 1499"/>
                <a:gd name="T67" fmla="*/ 377 h 1500"/>
                <a:gd name="T68" fmla="*/ 1474 w 1499"/>
                <a:gd name="T69" fmla="*/ 590 h 1500"/>
                <a:gd name="T70" fmla="*/ 45 w 1499"/>
                <a:gd name="T71" fmla="*/ 493 h 1500"/>
                <a:gd name="T72" fmla="*/ 66 w 1499"/>
                <a:gd name="T73" fmla="*/ 461 h 1500"/>
                <a:gd name="T74" fmla="*/ 197 w 1499"/>
                <a:gd name="T75" fmla="*/ 269 h 1500"/>
                <a:gd name="T76" fmla="*/ 1331 w 1499"/>
                <a:gd name="T77" fmla="*/ 303 h 1500"/>
                <a:gd name="T78" fmla="*/ 1369 w 1499"/>
                <a:gd name="T79" fmla="*/ 341 h 1500"/>
                <a:gd name="T80" fmla="*/ 1315 w 1499"/>
                <a:gd name="T81" fmla="*/ 257 h 1500"/>
                <a:gd name="T82" fmla="*/ 215 w 1499"/>
                <a:gd name="T83" fmla="*/ 224 h 1500"/>
                <a:gd name="T84" fmla="*/ 1250 w 1499"/>
                <a:gd name="T85" fmla="*/ 214 h 1500"/>
                <a:gd name="T86" fmla="*/ 1284 w 1499"/>
                <a:gd name="T87" fmla="*/ 224 h 1500"/>
                <a:gd name="T88" fmla="*/ 248 w 1499"/>
                <a:gd name="T89" fmla="*/ 192 h 1500"/>
                <a:gd name="T90" fmla="*/ 325 w 1499"/>
                <a:gd name="T91" fmla="*/ 151 h 1500"/>
                <a:gd name="T92" fmla="*/ 524 w 1499"/>
                <a:gd name="T93" fmla="*/ 34 h 1500"/>
                <a:gd name="T94" fmla="*/ 325 w 1499"/>
                <a:gd name="T95" fmla="*/ 151 h 1500"/>
                <a:gd name="T96" fmla="*/ 1060 w 1499"/>
                <a:gd name="T97" fmla="*/ 67 h 1500"/>
                <a:gd name="T98" fmla="*/ 964 w 1499"/>
                <a:gd name="T99" fmla="*/ 40 h 1500"/>
                <a:gd name="T100" fmla="*/ 562 w 1499"/>
                <a:gd name="T101" fmla="*/ 32 h 1500"/>
                <a:gd name="T102" fmla="*/ 572 w 1499"/>
                <a:gd name="T103" fmla="*/ 39 h 1500"/>
                <a:gd name="T104" fmla="*/ 705 w 1499"/>
                <a:gd name="T105" fmla="*/ 18 h 1500"/>
                <a:gd name="T106" fmla="*/ 936 w 1499"/>
                <a:gd name="T107" fmla="*/ 26 h 1500"/>
                <a:gd name="T108" fmla="*/ 658 w 1499"/>
                <a:gd name="T109" fmla="*/ 6 h 15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99" h="1500">
                  <a:moveTo>
                    <a:pt x="750" y="1500"/>
                  </a:moveTo>
                  <a:cubicBezTo>
                    <a:pt x="744" y="1500"/>
                    <a:pt x="738" y="1500"/>
                    <a:pt x="733" y="1500"/>
                  </a:cubicBezTo>
                  <a:cubicBezTo>
                    <a:pt x="716" y="1499"/>
                    <a:pt x="699" y="1498"/>
                    <a:pt x="682" y="1497"/>
                  </a:cubicBezTo>
                  <a:cubicBezTo>
                    <a:pt x="677" y="1497"/>
                    <a:pt x="674" y="1492"/>
                    <a:pt x="674" y="1488"/>
                  </a:cubicBezTo>
                  <a:cubicBezTo>
                    <a:pt x="675" y="1483"/>
                    <a:pt x="679" y="1480"/>
                    <a:pt x="684" y="1480"/>
                  </a:cubicBezTo>
                  <a:cubicBezTo>
                    <a:pt x="700" y="1482"/>
                    <a:pt x="717" y="1482"/>
                    <a:pt x="733" y="1483"/>
                  </a:cubicBezTo>
                  <a:cubicBezTo>
                    <a:pt x="739" y="1483"/>
                    <a:pt x="744" y="1483"/>
                    <a:pt x="750" y="1483"/>
                  </a:cubicBezTo>
                  <a:cubicBezTo>
                    <a:pt x="803" y="1483"/>
                    <a:pt x="855" y="1477"/>
                    <a:pt x="906" y="1466"/>
                  </a:cubicBezTo>
                  <a:cubicBezTo>
                    <a:pt x="911" y="1465"/>
                    <a:pt x="915" y="1468"/>
                    <a:pt x="916" y="1473"/>
                  </a:cubicBezTo>
                  <a:cubicBezTo>
                    <a:pt x="917" y="1477"/>
                    <a:pt x="914" y="1482"/>
                    <a:pt x="910" y="1483"/>
                  </a:cubicBezTo>
                  <a:cubicBezTo>
                    <a:pt x="857" y="1494"/>
                    <a:pt x="804" y="1500"/>
                    <a:pt x="750" y="1500"/>
                  </a:cubicBezTo>
                  <a:close/>
                  <a:moveTo>
                    <a:pt x="638" y="1492"/>
                  </a:moveTo>
                  <a:cubicBezTo>
                    <a:pt x="638" y="1492"/>
                    <a:pt x="637" y="1492"/>
                    <a:pt x="637" y="1492"/>
                  </a:cubicBezTo>
                  <a:cubicBezTo>
                    <a:pt x="637" y="1491"/>
                    <a:pt x="637" y="1491"/>
                    <a:pt x="637" y="1491"/>
                  </a:cubicBezTo>
                  <a:cubicBezTo>
                    <a:pt x="634" y="1491"/>
                    <a:pt x="632" y="1490"/>
                    <a:pt x="631" y="1488"/>
                  </a:cubicBezTo>
                  <a:cubicBezTo>
                    <a:pt x="630" y="1486"/>
                    <a:pt x="629" y="1484"/>
                    <a:pt x="630" y="1482"/>
                  </a:cubicBezTo>
                  <a:cubicBezTo>
                    <a:pt x="630" y="1477"/>
                    <a:pt x="634" y="1474"/>
                    <a:pt x="639" y="1475"/>
                  </a:cubicBezTo>
                  <a:cubicBezTo>
                    <a:pt x="639" y="1475"/>
                    <a:pt x="639" y="1475"/>
                    <a:pt x="639" y="1475"/>
                  </a:cubicBezTo>
                  <a:cubicBezTo>
                    <a:pt x="639" y="1475"/>
                    <a:pt x="639" y="1475"/>
                    <a:pt x="639" y="1475"/>
                  </a:cubicBezTo>
                  <a:cubicBezTo>
                    <a:pt x="641" y="1475"/>
                    <a:pt x="643" y="1476"/>
                    <a:pt x="645" y="1478"/>
                  </a:cubicBezTo>
                  <a:cubicBezTo>
                    <a:pt x="646" y="1480"/>
                    <a:pt x="647" y="1482"/>
                    <a:pt x="646" y="1484"/>
                  </a:cubicBezTo>
                  <a:cubicBezTo>
                    <a:pt x="646" y="1489"/>
                    <a:pt x="642" y="1492"/>
                    <a:pt x="638" y="1492"/>
                  </a:cubicBezTo>
                  <a:close/>
                  <a:moveTo>
                    <a:pt x="593" y="1484"/>
                  </a:moveTo>
                  <a:cubicBezTo>
                    <a:pt x="593" y="1484"/>
                    <a:pt x="592" y="1483"/>
                    <a:pt x="592" y="1483"/>
                  </a:cubicBezTo>
                  <a:cubicBezTo>
                    <a:pt x="577" y="1480"/>
                    <a:pt x="562" y="1476"/>
                    <a:pt x="547" y="1472"/>
                  </a:cubicBezTo>
                  <a:cubicBezTo>
                    <a:pt x="545" y="1472"/>
                    <a:pt x="543" y="1470"/>
                    <a:pt x="542" y="1468"/>
                  </a:cubicBezTo>
                  <a:cubicBezTo>
                    <a:pt x="541" y="1466"/>
                    <a:pt x="541" y="1464"/>
                    <a:pt x="541" y="1462"/>
                  </a:cubicBezTo>
                  <a:cubicBezTo>
                    <a:pt x="543" y="1458"/>
                    <a:pt x="547" y="1455"/>
                    <a:pt x="552" y="1456"/>
                  </a:cubicBezTo>
                  <a:cubicBezTo>
                    <a:pt x="566" y="1460"/>
                    <a:pt x="581" y="1464"/>
                    <a:pt x="595" y="1467"/>
                  </a:cubicBezTo>
                  <a:cubicBezTo>
                    <a:pt x="597" y="1467"/>
                    <a:pt x="599" y="1469"/>
                    <a:pt x="601" y="1470"/>
                  </a:cubicBezTo>
                  <a:cubicBezTo>
                    <a:pt x="602" y="1472"/>
                    <a:pt x="602" y="1475"/>
                    <a:pt x="602" y="1477"/>
                  </a:cubicBezTo>
                  <a:cubicBezTo>
                    <a:pt x="601" y="1481"/>
                    <a:pt x="597" y="1484"/>
                    <a:pt x="593" y="1484"/>
                  </a:cubicBezTo>
                  <a:close/>
                  <a:moveTo>
                    <a:pt x="952" y="1472"/>
                  </a:moveTo>
                  <a:cubicBezTo>
                    <a:pt x="948" y="1472"/>
                    <a:pt x="945" y="1470"/>
                    <a:pt x="944" y="1466"/>
                  </a:cubicBezTo>
                  <a:cubicBezTo>
                    <a:pt x="943" y="1464"/>
                    <a:pt x="943" y="1462"/>
                    <a:pt x="944" y="1460"/>
                  </a:cubicBezTo>
                  <a:cubicBezTo>
                    <a:pt x="946" y="1458"/>
                    <a:pt x="947" y="1456"/>
                    <a:pt x="949" y="1456"/>
                  </a:cubicBezTo>
                  <a:cubicBezTo>
                    <a:pt x="964" y="1452"/>
                    <a:pt x="978" y="1447"/>
                    <a:pt x="992" y="1442"/>
                  </a:cubicBezTo>
                  <a:cubicBezTo>
                    <a:pt x="996" y="1441"/>
                    <a:pt x="1001" y="1443"/>
                    <a:pt x="1003" y="1447"/>
                  </a:cubicBezTo>
                  <a:cubicBezTo>
                    <a:pt x="1005" y="1452"/>
                    <a:pt x="1002" y="1457"/>
                    <a:pt x="998" y="1458"/>
                  </a:cubicBezTo>
                  <a:cubicBezTo>
                    <a:pt x="983" y="1463"/>
                    <a:pt x="969" y="1468"/>
                    <a:pt x="954" y="1472"/>
                  </a:cubicBezTo>
                  <a:cubicBezTo>
                    <a:pt x="954" y="1472"/>
                    <a:pt x="954" y="1472"/>
                    <a:pt x="954" y="1472"/>
                  </a:cubicBezTo>
                  <a:cubicBezTo>
                    <a:pt x="953" y="1472"/>
                    <a:pt x="953" y="1472"/>
                    <a:pt x="952" y="1472"/>
                  </a:cubicBezTo>
                  <a:close/>
                  <a:moveTo>
                    <a:pt x="506" y="1459"/>
                  </a:moveTo>
                  <a:cubicBezTo>
                    <a:pt x="505" y="1459"/>
                    <a:pt x="504" y="1459"/>
                    <a:pt x="504" y="1459"/>
                  </a:cubicBezTo>
                  <a:cubicBezTo>
                    <a:pt x="486" y="1453"/>
                    <a:pt x="468" y="1446"/>
                    <a:pt x="451" y="1438"/>
                  </a:cubicBezTo>
                  <a:cubicBezTo>
                    <a:pt x="399" y="1415"/>
                    <a:pt x="348" y="1386"/>
                    <a:pt x="302" y="1352"/>
                  </a:cubicBezTo>
                  <a:cubicBezTo>
                    <a:pt x="302" y="1352"/>
                    <a:pt x="302" y="1352"/>
                    <a:pt x="302" y="1352"/>
                  </a:cubicBezTo>
                  <a:cubicBezTo>
                    <a:pt x="298" y="1349"/>
                    <a:pt x="298" y="1344"/>
                    <a:pt x="300" y="1340"/>
                  </a:cubicBezTo>
                  <a:cubicBezTo>
                    <a:pt x="303" y="1336"/>
                    <a:pt x="309" y="1336"/>
                    <a:pt x="312" y="1338"/>
                  </a:cubicBezTo>
                  <a:cubicBezTo>
                    <a:pt x="358" y="1372"/>
                    <a:pt x="406" y="1400"/>
                    <a:pt x="458" y="1423"/>
                  </a:cubicBezTo>
                  <a:cubicBezTo>
                    <a:pt x="475" y="1430"/>
                    <a:pt x="492" y="1437"/>
                    <a:pt x="509" y="1443"/>
                  </a:cubicBezTo>
                  <a:cubicBezTo>
                    <a:pt x="514" y="1444"/>
                    <a:pt x="516" y="1449"/>
                    <a:pt x="514" y="1453"/>
                  </a:cubicBezTo>
                  <a:cubicBezTo>
                    <a:pt x="513" y="1457"/>
                    <a:pt x="510" y="1459"/>
                    <a:pt x="506" y="1459"/>
                  </a:cubicBezTo>
                  <a:close/>
                  <a:moveTo>
                    <a:pt x="1037" y="1442"/>
                  </a:moveTo>
                  <a:cubicBezTo>
                    <a:pt x="1034" y="1442"/>
                    <a:pt x="1031" y="1440"/>
                    <a:pt x="1029" y="1437"/>
                  </a:cubicBezTo>
                  <a:cubicBezTo>
                    <a:pt x="1028" y="1433"/>
                    <a:pt x="1030" y="1428"/>
                    <a:pt x="1034" y="1426"/>
                  </a:cubicBezTo>
                  <a:cubicBezTo>
                    <a:pt x="1038" y="1424"/>
                    <a:pt x="1043" y="1426"/>
                    <a:pt x="1045" y="1431"/>
                  </a:cubicBezTo>
                  <a:cubicBezTo>
                    <a:pt x="1047" y="1435"/>
                    <a:pt x="1045" y="1440"/>
                    <a:pt x="1040" y="1442"/>
                  </a:cubicBezTo>
                  <a:cubicBezTo>
                    <a:pt x="1039" y="1442"/>
                    <a:pt x="1038" y="1442"/>
                    <a:pt x="1037" y="1442"/>
                  </a:cubicBezTo>
                  <a:close/>
                  <a:moveTo>
                    <a:pt x="1078" y="1423"/>
                  </a:moveTo>
                  <a:cubicBezTo>
                    <a:pt x="1075" y="1423"/>
                    <a:pt x="1072" y="1422"/>
                    <a:pt x="1071" y="1419"/>
                  </a:cubicBezTo>
                  <a:cubicBezTo>
                    <a:pt x="1069" y="1415"/>
                    <a:pt x="1070" y="1409"/>
                    <a:pt x="1075" y="1407"/>
                  </a:cubicBezTo>
                  <a:cubicBezTo>
                    <a:pt x="1139" y="1376"/>
                    <a:pt x="1198" y="1335"/>
                    <a:pt x="1250" y="1286"/>
                  </a:cubicBezTo>
                  <a:cubicBezTo>
                    <a:pt x="1253" y="1283"/>
                    <a:pt x="1255" y="1281"/>
                    <a:pt x="1257" y="1279"/>
                  </a:cubicBezTo>
                  <a:cubicBezTo>
                    <a:pt x="1260" y="1276"/>
                    <a:pt x="1266" y="1276"/>
                    <a:pt x="1269" y="1280"/>
                  </a:cubicBezTo>
                  <a:cubicBezTo>
                    <a:pt x="1270" y="1281"/>
                    <a:pt x="1271" y="1283"/>
                    <a:pt x="1271" y="1286"/>
                  </a:cubicBezTo>
                  <a:cubicBezTo>
                    <a:pt x="1271" y="1288"/>
                    <a:pt x="1270" y="1290"/>
                    <a:pt x="1269" y="1292"/>
                  </a:cubicBezTo>
                  <a:cubicBezTo>
                    <a:pt x="1267" y="1294"/>
                    <a:pt x="1264" y="1296"/>
                    <a:pt x="1262" y="1298"/>
                  </a:cubicBezTo>
                  <a:cubicBezTo>
                    <a:pt x="1208" y="1348"/>
                    <a:pt x="1148" y="1390"/>
                    <a:pt x="1082" y="1423"/>
                  </a:cubicBezTo>
                  <a:cubicBezTo>
                    <a:pt x="1082" y="1423"/>
                    <a:pt x="1082" y="1423"/>
                    <a:pt x="1082" y="1423"/>
                  </a:cubicBezTo>
                  <a:cubicBezTo>
                    <a:pt x="1081" y="1423"/>
                    <a:pt x="1080" y="1423"/>
                    <a:pt x="1078" y="1423"/>
                  </a:cubicBezTo>
                  <a:close/>
                  <a:moveTo>
                    <a:pt x="272" y="1325"/>
                  </a:moveTo>
                  <a:cubicBezTo>
                    <a:pt x="270" y="1325"/>
                    <a:pt x="268" y="1325"/>
                    <a:pt x="266" y="1323"/>
                  </a:cubicBezTo>
                  <a:cubicBezTo>
                    <a:pt x="265" y="1322"/>
                    <a:pt x="264" y="1320"/>
                    <a:pt x="263" y="1318"/>
                  </a:cubicBezTo>
                  <a:cubicBezTo>
                    <a:pt x="263" y="1315"/>
                    <a:pt x="264" y="1313"/>
                    <a:pt x="265" y="1312"/>
                  </a:cubicBezTo>
                  <a:cubicBezTo>
                    <a:pt x="268" y="1308"/>
                    <a:pt x="274" y="1308"/>
                    <a:pt x="277" y="1310"/>
                  </a:cubicBezTo>
                  <a:cubicBezTo>
                    <a:pt x="281" y="1314"/>
                    <a:pt x="281" y="1319"/>
                    <a:pt x="278" y="1322"/>
                  </a:cubicBezTo>
                  <a:cubicBezTo>
                    <a:pt x="277" y="1324"/>
                    <a:pt x="274" y="1325"/>
                    <a:pt x="272" y="1325"/>
                  </a:cubicBezTo>
                  <a:close/>
                  <a:moveTo>
                    <a:pt x="238" y="1295"/>
                  </a:moveTo>
                  <a:cubicBezTo>
                    <a:pt x="236" y="1295"/>
                    <a:pt x="234" y="1294"/>
                    <a:pt x="232" y="1293"/>
                  </a:cubicBezTo>
                  <a:cubicBezTo>
                    <a:pt x="226" y="1287"/>
                    <a:pt x="219" y="1280"/>
                    <a:pt x="213" y="1274"/>
                  </a:cubicBezTo>
                  <a:cubicBezTo>
                    <a:pt x="209" y="1270"/>
                    <a:pt x="205" y="1265"/>
                    <a:pt x="200" y="1260"/>
                  </a:cubicBezTo>
                  <a:cubicBezTo>
                    <a:pt x="200" y="1260"/>
                    <a:pt x="200" y="1260"/>
                    <a:pt x="200" y="1260"/>
                  </a:cubicBezTo>
                  <a:cubicBezTo>
                    <a:pt x="197" y="1257"/>
                    <a:pt x="197" y="1251"/>
                    <a:pt x="201" y="1248"/>
                  </a:cubicBezTo>
                  <a:cubicBezTo>
                    <a:pt x="204" y="1245"/>
                    <a:pt x="209" y="1245"/>
                    <a:pt x="213" y="1249"/>
                  </a:cubicBezTo>
                  <a:cubicBezTo>
                    <a:pt x="217" y="1254"/>
                    <a:pt x="221" y="1258"/>
                    <a:pt x="226" y="1262"/>
                  </a:cubicBezTo>
                  <a:cubicBezTo>
                    <a:pt x="232" y="1269"/>
                    <a:pt x="238" y="1275"/>
                    <a:pt x="244" y="1281"/>
                  </a:cubicBezTo>
                  <a:cubicBezTo>
                    <a:pt x="246" y="1282"/>
                    <a:pt x="247" y="1284"/>
                    <a:pt x="247" y="1287"/>
                  </a:cubicBezTo>
                  <a:cubicBezTo>
                    <a:pt x="247" y="1289"/>
                    <a:pt x="246" y="1291"/>
                    <a:pt x="244" y="1293"/>
                  </a:cubicBezTo>
                  <a:cubicBezTo>
                    <a:pt x="243" y="1294"/>
                    <a:pt x="240" y="1295"/>
                    <a:pt x="238" y="1295"/>
                  </a:cubicBezTo>
                  <a:close/>
                  <a:moveTo>
                    <a:pt x="1294" y="1262"/>
                  </a:moveTo>
                  <a:cubicBezTo>
                    <a:pt x="1292" y="1262"/>
                    <a:pt x="1290" y="1261"/>
                    <a:pt x="1289" y="1259"/>
                  </a:cubicBezTo>
                  <a:cubicBezTo>
                    <a:pt x="1287" y="1258"/>
                    <a:pt x="1286" y="1256"/>
                    <a:pt x="1286" y="1253"/>
                  </a:cubicBezTo>
                  <a:cubicBezTo>
                    <a:pt x="1286" y="1251"/>
                    <a:pt x="1287" y="1249"/>
                    <a:pt x="1288" y="1247"/>
                  </a:cubicBezTo>
                  <a:cubicBezTo>
                    <a:pt x="1298" y="1237"/>
                    <a:pt x="1308" y="1225"/>
                    <a:pt x="1318" y="1214"/>
                  </a:cubicBezTo>
                  <a:cubicBezTo>
                    <a:pt x="1320" y="1210"/>
                    <a:pt x="1326" y="1210"/>
                    <a:pt x="1330" y="1212"/>
                  </a:cubicBezTo>
                  <a:cubicBezTo>
                    <a:pt x="1331" y="1214"/>
                    <a:pt x="1332" y="1216"/>
                    <a:pt x="1333" y="1218"/>
                  </a:cubicBezTo>
                  <a:cubicBezTo>
                    <a:pt x="1333" y="1220"/>
                    <a:pt x="1332" y="1223"/>
                    <a:pt x="1331" y="1224"/>
                  </a:cubicBezTo>
                  <a:cubicBezTo>
                    <a:pt x="1321" y="1236"/>
                    <a:pt x="1311" y="1248"/>
                    <a:pt x="1301" y="1259"/>
                  </a:cubicBezTo>
                  <a:cubicBezTo>
                    <a:pt x="1299" y="1261"/>
                    <a:pt x="1297" y="1262"/>
                    <a:pt x="1294" y="1262"/>
                  </a:cubicBezTo>
                  <a:close/>
                  <a:moveTo>
                    <a:pt x="177" y="1229"/>
                  </a:moveTo>
                  <a:cubicBezTo>
                    <a:pt x="174" y="1229"/>
                    <a:pt x="172" y="1228"/>
                    <a:pt x="170" y="1226"/>
                  </a:cubicBezTo>
                  <a:cubicBezTo>
                    <a:pt x="122" y="1167"/>
                    <a:pt x="83" y="1103"/>
                    <a:pt x="55" y="1033"/>
                  </a:cubicBezTo>
                  <a:cubicBezTo>
                    <a:pt x="55" y="1032"/>
                    <a:pt x="54" y="1031"/>
                    <a:pt x="54" y="1030"/>
                  </a:cubicBezTo>
                  <a:cubicBezTo>
                    <a:pt x="52" y="1025"/>
                    <a:pt x="54" y="1021"/>
                    <a:pt x="58" y="1019"/>
                  </a:cubicBezTo>
                  <a:cubicBezTo>
                    <a:pt x="63" y="1017"/>
                    <a:pt x="68" y="1019"/>
                    <a:pt x="69" y="1023"/>
                  </a:cubicBezTo>
                  <a:cubicBezTo>
                    <a:pt x="70" y="1024"/>
                    <a:pt x="70" y="1025"/>
                    <a:pt x="70" y="1026"/>
                  </a:cubicBezTo>
                  <a:cubicBezTo>
                    <a:pt x="71" y="1027"/>
                    <a:pt x="71" y="1027"/>
                    <a:pt x="71" y="1027"/>
                  </a:cubicBezTo>
                  <a:cubicBezTo>
                    <a:pt x="98" y="1095"/>
                    <a:pt x="136" y="1158"/>
                    <a:pt x="183" y="1215"/>
                  </a:cubicBezTo>
                  <a:cubicBezTo>
                    <a:pt x="186" y="1219"/>
                    <a:pt x="186" y="1224"/>
                    <a:pt x="182" y="1227"/>
                  </a:cubicBezTo>
                  <a:cubicBezTo>
                    <a:pt x="180" y="1228"/>
                    <a:pt x="179" y="1229"/>
                    <a:pt x="177" y="1229"/>
                  </a:cubicBezTo>
                  <a:close/>
                  <a:moveTo>
                    <a:pt x="1352" y="1192"/>
                  </a:moveTo>
                  <a:cubicBezTo>
                    <a:pt x="1350" y="1192"/>
                    <a:pt x="1348" y="1191"/>
                    <a:pt x="1347" y="1190"/>
                  </a:cubicBezTo>
                  <a:cubicBezTo>
                    <a:pt x="1343" y="1187"/>
                    <a:pt x="1342" y="1182"/>
                    <a:pt x="1345" y="1178"/>
                  </a:cubicBezTo>
                  <a:cubicBezTo>
                    <a:pt x="1345" y="1178"/>
                    <a:pt x="1345" y="1178"/>
                    <a:pt x="1345" y="1178"/>
                  </a:cubicBezTo>
                  <a:cubicBezTo>
                    <a:pt x="1345" y="1178"/>
                    <a:pt x="1345" y="1178"/>
                    <a:pt x="1345" y="1178"/>
                  </a:cubicBezTo>
                  <a:cubicBezTo>
                    <a:pt x="1348" y="1174"/>
                    <a:pt x="1353" y="1174"/>
                    <a:pt x="1357" y="1176"/>
                  </a:cubicBezTo>
                  <a:cubicBezTo>
                    <a:pt x="1360" y="1179"/>
                    <a:pt x="1361" y="1184"/>
                    <a:pt x="1359" y="1188"/>
                  </a:cubicBezTo>
                  <a:cubicBezTo>
                    <a:pt x="1357" y="1190"/>
                    <a:pt x="1354" y="1192"/>
                    <a:pt x="1352" y="1192"/>
                  </a:cubicBezTo>
                  <a:close/>
                  <a:moveTo>
                    <a:pt x="1377" y="1154"/>
                  </a:moveTo>
                  <a:cubicBezTo>
                    <a:pt x="1375" y="1154"/>
                    <a:pt x="1374" y="1154"/>
                    <a:pt x="1373" y="1153"/>
                  </a:cubicBezTo>
                  <a:cubicBezTo>
                    <a:pt x="1369" y="1150"/>
                    <a:pt x="1367" y="1145"/>
                    <a:pt x="1370" y="1141"/>
                  </a:cubicBezTo>
                  <a:cubicBezTo>
                    <a:pt x="1387" y="1114"/>
                    <a:pt x="1402" y="1086"/>
                    <a:pt x="1416" y="1057"/>
                  </a:cubicBezTo>
                  <a:cubicBezTo>
                    <a:pt x="1433" y="1019"/>
                    <a:pt x="1448" y="978"/>
                    <a:pt x="1459" y="937"/>
                  </a:cubicBezTo>
                  <a:cubicBezTo>
                    <a:pt x="1460" y="932"/>
                    <a:pt x="1465" y="930"/>
                    <a:pt x="1469" y="931"/>
                  </a:cubicBezTo>
                  <a:cubicBezTo>
                    <a:pt x="1474" y="932"/>
                    <a:pt x="1476" y="937"/>
                    <a:pt x="1475" y="941"/>
                  </a:cubicBezTo>
                  <a:cubicBezTo>
                    <a:pt x="1464" y="983"/>
                    <a:pt x="1449" y="1025"/>
                    <a:pt x="1431" y="1064"/>
                  </a:cubicBezTo>
                  <a:cubicBezTo>
                    <a:pt x="1417" y="1094"/>
                    <a:pt x="1402" y="1123"/>
                    <a:pt x="1384" y="1150"/>
                  </a:cubicBezTo>
                  <a:cubicBezTo>
                    <a:pt x="1383" y="1153"/>
                    <a:pt x="1380" y="1154"/>
                    <a:pt x="1377" y="1154"/>
                  </a:cubicBezTo>
                  <a:close/>
                  <a:moveTo>
                    <a:pt x="46" y="993"/>
                  </a:moveTo>
                  <a:cubicBezTo>
                    <a:pt x="42" y="993"/>
                    <a:pt x="39" y="990"/>
                    <a:pt x="38" y="987"/>
                  </a:cubicBezTo>
                  <a:cubicBezTo>
                    <a:pt x="37" y="985"/>
                    <a:pt x="37" y="982"/>
                    <a:pt x="38" y="980"/>
                  </a:cubicBezTo>
                  <a:cubicBezTo>
                    <a:pt x="39" y="978"/>
                    <a:pt x="41" y="977"/>
                    <a:pt x="43" y="976"/>
                  </a:cubicBezTo>
                  <a:cubicBezTo>
                    <a:pt x="48" y="975"/>
                    <a:pt x="52" y="977"/>
                    <a:pt x="54" y="981"/>
                  </a:cubicBezTo>
                  <a:cubicBezTo>
                    <a:pt x="54" y="981"/>
                    <a:pt x="54" y="981"/>
                    <a:pt x="54" y="981"/>
                  </a:cubicBezTo>
                  <a:cubicBezTo>
                    <a:pt x="54" y="981"/>
                    <a:pt x="54" y="981"/>
                    <a:pt x="54" y="981"/>
                  </a:cubicBezTo>
                  <a:cubicBezTo>
                    <a:pt x="55" y="986"/>
                    <a:pt x="53" y="991"/>
                    <a:pt x="49" y="992"/>
                  </a:cubicBezTo>
                  <a:cubicBezTo>
                    <a:pt x="48" y="992"/>
                    <a:pt x="47" y="993"/>
                    <a:pt x="46" y="993"/>
                  </a:cubicBezTo>
                  <a:close/>
                  <a:moveTo>
                    <a:pt x="33" y="949"/>
                  </a:moveTo>
                  <a:cubicBezTo>
                    <a:pt x="29" y="949"/>
                    <a:pt x="26" y="947"/>
                    <a:pt x="25" y="943"/>
                  </a:cubicBezTo>
                  <a:cubicBezTo>
                    <a:pt x="21" y="928"/>
                    <a:pt x="17" y="913"/>
                    <a:pt x="14" y="898"/>
                  </a:cubicBezTo>
                  <a:cubicBezTo>
                    <a:pt x="14" y="896"/>
                    <a:pt x="14" y="894"/>
                    <a:pt x="16" y="892"/>
                  </a:cubicBezTo>
                  <a:cubicBezTo>
                    <a:pt x="17" y="890"/>
                    <a:pt x="19" y="889"/>
                    <a:pt x="21" y="888"/>
                  </a:cubicBezTo>
                  <a:cubicBezTo>
                    <a:pt x="26" y="887"/>
                    <a:pt x="30" y="891"/>
                    <a:pt x="31" y="895"/>
                  </a:cubicBezTo>
                  <a:cubicBezTo>
                    <a:pt x="34" y="910"/>
                    <a:pt x="37" y="924"/>
                    <a:pt x="41" y="939"/>
                  </a:cubicBezTo>
                  <a:cubicBezTo>
                    <a:pt x="42" y="943"/>
                    <a:pt x="40" y="948"/>
                    <a:pt x="35" y="949"/>
                  </a:cubicBezTo>
                  <a:cubicBezTo>
                    <a:pt x="34" y="949"/>
                    <a:pt x="34" y="949"/>
                    <a:pt x="33" y="949"/>
                  </a:cubicBezTo>
                  <a:close/>
                  <a:moveTo>
                    <a:pt x="1477" y="903"/>
                  </a:moveTo>
                  <a:cubicBezTo>
                    <a:pt x="1477" y="903"/>
                    <a:pt x="1476" y="903"/>
                    <a:pt x="1476" y="903"/>
                  </a:cubicBezTo>
                  <a:cubicBezTo>
                    <a:pt x="1473" y="903"/>
                    <a:pt x="1471" y="901"/>
                    <a:pt x="1470" y="900"/>
                  </a:cubicBezTo>
                  <a:cubicBezTo>
                    <a:pt x="1469" y="898"/>
                    <a:pt x="1468" y="895"/>
                    <a:pt x="1469" y="893"/>
                  </a:cubicBezTo>
                  <a:cubicBezTo>
                    <a:pt x="1472" y="879"/>
                    <a:pt x="1474" y="864"/>
                    <a:pt x="1476" y="849"/>
                  </a:cubicBezTo>
                  <a:cubicBezTo>
                    <a:pt x="1477" y="845"/>
                    <a:pt x="1481" y="841"/>
                    <a:pt x="1486" y="842"/>
                  </a:cubicBezTo>
                  <a:cubicBezTo>
                    <a:pt x="1488" y="842"/>
                    <a:pt x="1490" y="843"/>
                    <a:pt x="1491" y="845"/>
                  </a:cubicBezTo>
                  <a:cubicBezTo>
                    <a:pt x="1493" y="847"/>
                    <a:pt x="1493" y="849"/>
                    <a:pt x="1493" y="851"/>
                  </a:cubicBezTo>
                  <a:cubicBezTo>
                    <a:pt x="1491" y="866"/>
                    <a:pt x="1488" y="882"/>
                    <a:pt x="1486" y="897"/>
                  </a:cubicBezTo>
                  <a:cubicBezTo>
                    <a:pt x="1485" y="897"/>
                    <a:pt x="1485" y="897"/>
                    <a:pt x="1485" y="897"/>
                  </a:cubicBezTo>
                  <a:cubicBezTo>
                    <a:pt x="1485" y="901"/>
                    <a:pt x="1481" y="903"/>
                    <a:pt x="1477" y="903"/>
                  </a:cubicBezTo>
                  <a:close/>
                  <a:moveTo>
                    <a:pt x="15" y="861"/>
                  </a:moveTo>
                  <a:cubicBezTo>
                    <a:pt x="11" y="861"/>
                    <a:pt x="7" y="857"/>
                    <a:pt x="7" y="853"/>
                  </a:cubicBezTo>
                  <a:cubicBezTo>
                    <a:pt x="2" y="819"/>
                    <a:pt x="0" y="784"/>
                    <a:pt x="0" y="750"/>
                  </a:cubicBezTo>
                  <a:cubicBezTo>
                    <a:pt x="0" y="708"/>
                    <a:pt x="3" y="666"/>
                    <a:pt x="10" y="625"/>
                  </a:cubicBezTo>
                  <a:cubicBezTo>
                    <a:pt x="11" y="621"/>
                    <a:pt x="15" y="618"/>
                    <a:pt x="20" y="618"/>
                  </a:cubicBezTo>
                  <a:cubicBezTo>
                    <a:pt x="24" y="619"/>
                    <a:pt x="28" y="624"/>
                    <a:pt x="27" y="628"/>
                  </a:cubicBezTo>
                  <a:cubicBezTo>
                    <a:pt x="20" y="668"/>
                    <a:pt x="17" y="709"/>
                    <a:pt x="17" y="750"/>
                  </a:cubicBezTo>
                  <a:cubicBezTo>
                    <a:pt x="17" y="784"/>
                    <a:pt x="19" y="818"/>
                    <a:pt x="24" y="851"/>
                  </a:cubicBezTo>
                  <a:cubicBezTo>
                    <a:pt x="24" y="856"/>
                    <a:pt x="21" y="860"/>
                    <a:pt x="16" y="861"/>
                  </a:cubicBezTo>
                  <a:cubicBezTo>
                    <a:pt x="16" y="861"/>
                    <a:pt x="16" y="861"/>
                    <a:pt x="15" y="861"/>
                  </a:cubicBezTo>
                  <a:close/>
                  <a:moveTo>
                    <a:pt x="1489" y="814"/>
                  </a:moveTo>
                  <a:cubicBezTo>
                    <a:pt x="1489" y="814"/>
                    <a:pt x="1489" y="814"/>
                    <a:pt x="1489" y="814"/>
                  </a:cubicBezTo>
                  <a:cubicBezTo>
                    <a:pt x="1486" y="814"/>
                    <a:pt x="1484" y="813"/>
                    <a:pt x="1483" y="811"/>
                  </a:cubicBezTo>
                  <a:cubicBezTo>
                    <a:pt x="1481" y="809"/>
                    <a:pt x="1481" y="807"/>
                    <a:pt x="1481" y="805"/>
                  </a:cubicBezTo>
                  <a:cubicBezTo>
                    <a:pt x="1481" y="800"/>
                    <a:pt x="1485" y="796"/>
                    <a:pt x="1490" y="797"/>
                  </a:cubicBezTo>
                  <a:cubicBezTo>
                    <a:pt x="1495" y="797"/>
                    <a:pt x="1498" y="801"/>
                    <a:pt x="1498" y="806"/>
                  </a:cubicBezTo>
                  <a:cubicBezTo>
                    <a:pt x="1497" y="810"/>
                    <a:pt x="1494" y="814"/>
                    <a:pt x="1489" y="814"/>
                  </a:cubicBezTo>
                  <a:close/>
                  <a:moveTo>
                    <a:pt x="1491" y="725"/>
                  </a:moveTo>
                  <a:cubicBezTo>
                    <a:pt x="1486" y="725"/>
                    <a:pt x="1482" y="721"/>
                    <a:pt x="1482" y="716"/>
                  </a:cubicBezTo>
                  <a:cubicBezTo>
                    <a:pt x="1481" y="702"/>
                    <a:pt x="1480" y="687"/>
                    <a:pt x="1479" y="672"/>
                  </a:cubicBezTo>
                  <a:cubicBezTo>
                    <a:pt x="1479" y="670"/>
                    <a:pt x="1479" y="667"/>
                    <a:pt x="1481" y="666"/>
                  </a:cubicBezTo>
                  <a:cubicBezTo>
                    <a:pt x="1482" y="664"/>
                    <a:pt x="1484" y="663"/>
                    <a:pt x="1486" y="663"/>
                  </a:cubicBezTo>
                  <a:cubicBezTo>
                    <a:pt x="1491" y="662"/>
                    <a:pt x="1495" y="665"/>
                    <a:pt x="1496" y="670"/>
                  </a:cubicBezTo>
                  <a:cubicBezTo>
                    <a:pt x="1497" y="685"/>
                    <a:pt x="1498" y="700"/>
                    <a:pt x="1499" y="716"/>
                  </a:cubicBezTo>
                  <a:cubicBezTo>
                    <a:pt x="1499" y="720"/>
                    <a:pt x="1496" y="724"/>
                    <a:pt x="1491" y="725"/>
                  </a:cubicBezTo>
                  <a:cubicBezTo>
                    <a:pt x="1491" y="725"/>
                    <a:pt x="1491" y="725"/>
                    <a:pt x="1491" y="725"/>
                  </a:cubicBezTo>
                  <a:close/>
                  <a:moveTo>
                    <a:pt x="1481" y="635"/>
                  </a:moveTo>
                  <a:cubicBezTo>
                    <a:pt x="1477" y="635"/>
                    <a:pt x="1473" y="632"/>
                    <a:pt x="1473" y="628"/>
                  </a:cubicBezTo>
                  <a:cubicBezTo>
                    <a:pt x="1472" y="625"/>
                    <a:pt x="1473" y="623"/>
                    <a:pt x="1474" y="621"/>
                  </a:cubicBezTo>
                  <a:cubicBezTo>
                    <a:pt x="1475" y="619"/>
                    <a:pt x="1477" y="618"/>
                    <a:pt x="1480" y="618"/>
                  </a:cubicBezTo>
                  <a:cubicBezTo>
                    <a:pt x="1484" y="617"/>
                    <a:pt x="1489" y="620"/>
                    <a:pt x="1489" y="625"/>
                  </a:cubicBezTo>
                  <a:cubicBezTo>
                    <a:pt x="1490" y="627"/>
                    <a:pt x="1489" y="629"/>
                    <a:pt x="1488" y="631"/>
                  </a:cubicBezTo>
                  <a:cubicBezTo>
                    <a:pt x="1487" y="633"/>
                    <a:pt x="1485" y="634"/>
                    <a:pt x="1482" y="635"/>
                  </a:cubicBezTo>
                  <a:cubicBezTo>
                    <a:pt x="1482" y="635"/>
                    <a:pt x="1482" y="635"/>
                    <a:pt x="1481" y="635"/>
                  </a:cubicBezTo>
                  <a:close/>
                  <a:moveTo>
                    <a:pt x="27" y="591"/>
                  </a:moveTo>
                  <a:cubicBezTo>
                    <a:pt x="27" y="591"/>
                    <a:pt x="27" y="591"/>
                    <a:pt x="27" y="591"/>
                  </a:cubicBezTo>
                  <a:cubicBezTo>
                    <a:pt x="27" y="591"/>
                    <a:pt x="27" y="591"/>
                    <a:pt x="27" y="591"/>
                  </a:cubicBezTo>
                  <a:cubicBezTo>
                    <a:pt x="27" y="591"/>
                    <a:pt x="26" y="591"/>
                    <a:pt x="25" y="591"/>
                  </a:cubicBezTo>
                  <a:cubicBezTo>
                    <a:pt x="21" y="590"/>
                    <a:pt x="18" y="585"/>
                    <a:pt x="19" y="580"/>
                  </a:cubicBezTo>
                  <a:cubicBezTo>
                    <a:pt x="20" y="576"/>
                    <a:pt x="25" y="573"/>
                    <a:pt x="29" y="574"/>
                  </a:cubicBezTo>
                  <a:cubicBezTo>
                    <a:pt x="34" y="575"/>
                    <a:pt x="37" y="580"/>
                    <a:pt x="35" y="584"/>
                  </a:cubicBezTo>
                  <a:cubicBezTo>
                    <a:pt x="35" y="588"/>
                    <a:pt x="31" y="591"/>
                    <a:pt x="27" y="591"/>
                  </a:cubicBezTo>
                  <a:close/>
                  <a:moveTo>
                    <a:pt x="1472" y="590"/>
                  </a:moveTo>
                  <a:cubicBezTo>
                    <a:pt x="1468" y="590"/>
                    <a:pt x="1465" y="588"/>
                    <a:pt x="1464" y="584"/>
                  </a:cubicBezTo>
                  <a:cubicBezTo>
                    <a:pt x="1453" y="535"/>
                    <a:pt x="1436" y="488"/>
                    <a:pt x="1416" y="443"/>
                  </a:cubicBezTo>
                  <a:cubicBezTo>
                    <a:pt x="1405" y="420"/>
                    <a:pt x="1394" y="398"/>
                    <a:pt x="1381" y="377"/>
                  </a:cubicBezTo>
                  <a:cubicBezTo>
                    <a:pt x="1379" y="373"/>
                    <a:pt x="1380" y="368"/>
                    <a:pt x="1384" y="365"/>
                  </a:cubicBezTo>
                  <a:cubicBezTo>
                    <a:pt x="1388" y="363"/>
                    <a:pt x="1393" y="364"/>
                    <a:pt x="1396" y="368"/>
                  </a:cubicBezTo>
                  <a:cubicBezTo>
                    <a:pt x="1408" y="390"/>
                    <a:pt x="1420" y="413"/>
                    <a:pt x="1431" y="436"/>
                  </a:cubicBezTo>
                  <a:cubicBezTo>
                    <a:pt x="1452" y="481"/>
                    <a:pt x="1469" y="530"/>
                    <a:pt x="1480" y="579"/>
                  </a:cubicBezTo>
                  <a:cubicBezTo>
                    <a:pt x="1480" y="580"/>
                    <a:pt x="1480" y="580"/>
                    <a:pt x="1480" y="580"/>
                  </a:cubicBezTo>
                  <a:cubicBezTo>
                    <a:pt x="1481" y="584"/>
                    <a:pt x="1479" y="589"/>
                    <a:pt x="1474" y="590"/>
                  </a:cubicBezTo>
                  <a:cubicBezTo>
                    <a:pt x="1473" y="590"/>
                    <a:pt x="1473" y="590"/>
                    <a:pt x="1472" y="590"/>
                  </a:cubicBezTo>
                  <a:close/>
                  <a:moveTo>
                    <a:pt x="39" y="547"/>
                  </a:moveTo>
                  <a:cubicBezTo>
                    <a:pt x="38" y="547"/>
                    <a:pt x="37" y="547"/>
                    <a:pt x="36" y="547"/>
                  </a:cubicBezTo>
                  <a:cubicBezTo>
                    <a:pt x="34" y="546"/>
                    <a:pt x="32" y="545"/>
                    <a:pt x="31" y="543"/>
                  </a:cubicBezTo>
                  <a:cubicBezTo>
                    <a:pt x="30" y="541"/>
                    <a:pt x="30" y="538"/>
                    <a:pt x="31" y="536"/>
                  </a:cubicBezTo>
                  <a:cubicBezTo>
                    <a:pt x="35" y="522"/>
                    <a:pt x="40" y="507"/>
                    <a:pt x="45" y="493"/>
                  </a:cubicBezTo>
                  <a:cubicBezTo>
                    <a:pt x="47" y="488"/>
                    <a:pt x="52" y="486"/>
                    <a:pt x="56" y="488"/>
                  </a:cubicBezTo>
                  <a:cubicBezTo>
                    <a:pt x="60" y="489"/>
                    <a:pt x="63" y="494"/>
                    <a:pt x="61" y="499"/>
                  </a:cubicBezTo>
                  <a:cubicBezTo>
                    <a:pt x="56" y="513"/>
                    <a:pt x="51" y="527"/>
                    <a:pt x="47" y="541"/>
                  </a:cubicBezTo>
                  <a:cubicBezTo>
                    <a:pt x="46" y="545"/>
                    <a:pt x="42" y="547"/>
                    <a:pt x="39" y="547"/>
                  </a:cubicBezTo>
                  <a:close/>
                  <a:moveTo>
                    <a:pt x="70" y="462"/>
                  </a:moveTo>
                  <a:cubicBezTo>
                    <a:pt x="69" y="462"/>
                    <a:pt x="67" y="462"/>
                    <a:pt x="66" y="461"/>
                  </a:cubicBezTo>
                  <a:cubicBezTo>
                    <a:pt x="64" y="461"/>
                    <a:pt x="63" y="459"/>
                    <a:pt x="62" y="457"/>
                  </a:cubicBezTo>
                  <a:cubicBezTo>
                    <a:pt x="61" y="455"/>
                    <a:pt x="61" y="452"/>
                    <a:pt x="62" y="450"/>
                  </a:cubicBezTo>
                  <a:cubicBezTo>
                    <a:pt x="93" y="380"/>
                    <a:pt x="134" y="316"/>
                    <a:pt x="184" y="258"/>
                  </a:cubicBezTo>
                  <a:cubicBezTo>
                    <a:pt x="184" y="258"/>
                    <a:pt x="184" y="258"/>
                    <a:pt x="184" y="258"/>
                  </a:cubicBezTo>
                  <a:cubicBezTo>
                    <a:pt x="187" y="254"/>
                    <a:pt x="193" y="254"/>
                    <a:pt x="196" y="257"/>
                  </a:cubicBezTo>
                  <a:cubicBezTo>
                    <a:pt x="199" y="260"/>
                    <a:pt x="200" y="265"/>
                    <a:pt x="197" y="269"/>
                  </a:cubicBezTo>
                  <a:cubicBezTo>
                    <a:pt x="147" y="325"/>
                    <a:pt x="107" y="389"/>
                    <a:pt x="78" y="457"/>
                  </a:cubicBezTo>
                  <a:cubicBezTo>
                    <a:pt x="76" y="460"/>
                    <a:pt x="73" y="462"/>
                    <a:pt x="70" y="462"/>
                  </a:cubicBezTo>
                  <a:close/>
                  <a:moveTo>
                    <a:pt x="1364" y="343"/>
                  </a:moveTo>
                  <a:cubicBezTo>
                    <a:pt x="1364" y="343"/>
                    <a:pt x="1364" y="343"/>
                    <a:pt x="1364" y="343"/>
                  </a:cubicBezTo>
                  <a:cubicBezTo>
                    <a:pt x="1361" y="343"/>
                    <a:pt x="1359" y="341"/>
                    <a:pt x="1357" y="339"/>
                  </a:cubicBezTo>
                  <a:cubicBezTo>
                    <a:pt x="1349" y="327"/>
                    <a:pt x="1340" y="315"/>
                    <a:pt x="1331" y="303"/>
                  </a:cubicBezTo>
                  <a:cubicBezTo>
                    <a:pt x="1328" y="299"/>
                    <a:pt x="1329" y="294"/>
                    <a:pt x="1332" y="291"/>
                  </a:cubicBezTo>
                  <a:cubicBezTo>
                    <a:pt x="1336" y="288"/>
                    <a:pt x="1341" y="289"/>
                    <a:pt x="1344" y="293"/>
                  </a:cubicBezTo>
                  <a:cubicBezTo>
                    <a:pt x="1353" y="304"/>
                    <a:pt x="1362" y="317"/>
                    <a:pt x="1371" y="330"/>
                  </a:cubicBezTo>
                  <a:cubicBezTo>
                    <a:pt x="1371" y="330"/>
                    <a:pt x="1371" y="330"/>
                    <a:pt x="1371" y="330"/>
                  </a:cubicBezTo>
                  <a:cubicBezTo>
                    <a:pt x="1372" y="332"/>
                    <a:pt x="1373" y="334"/>
                    <a:pt x="1372" y="336"/>
                  </a:cubicBezTo>
                  <a:cubicBezTo>
                    <a:pt x="1372" y="338"/>
                    <a:pt x="1371" y="340"/>
                    <a:pt x="1369" y="341"/>
                  </a:cubicBezTo>
                  <a:cubicBezTo>
                    <a:pt x="1367" y="342"/>
                    <a:pt x="1366" y="343"/>
                    <a:pt x="1364" y="343"/>
                  </a:cubicBezTo>
                  <a:close/>
                  <a:moveTo>
                    <a:pt x="1309" y="271"/>
                  </a:moveTo>
                  <a:cubicBezTo>
                    <a:pt x="1306" y="271"/>
                    <a:pt x="1304" y="270"/>
                    <a:pt x="1302" y="268"/>
                  </a:cubicBezTo>
                  <a:cubicBezTo>
                    <a:pt x="1301" y="267"/>
                    <a:pt x="1300" y="264"/>
                    <a:pt x="1300" y="262"/>
                  </a:cubicBezTo>
                  <a:cubicBezTo>
                    <a:pt x="1300" y="260"/>
                    <a:pt x="1301" y="258"/>
                    <a:pt x="1303" y="256"/>
                  </a:cubicBezTo>
                  <a:cubicBezTo>
                    <a:pt x="1307" y="253"/>
                    <a:pt x="1312" y="254"/>
                    <a:pt x="1315" y="257"/>
                  </a:cubicBezTo>
                  <a:cubicBezTo>
                    <a:pt x="1315" y="257"/>
                    <a:pt x="1315" y="257"/>
                    <a:pt x="1315" y="257"/>
                  </a:cubicBezTo>
                  <a:cubicBezTo>
                    <a:pt x="1318" y="261"/>
                    <a:pt x="1318" y="266"/>
                    <a:pt x="1314" y="269"/>
                  </a:cubicBezTo>
                  <a:cubicBezTo>
                    <a:pt x="1313" y="270"/>
                    <a:pt x="1311" y="271"/>
                    <a:pt x="1309" y="271"/>
                  </a:cubicBezTo>
                  <a:close/>
                  <a:moveTo>
                    <a:pt x="221" y="238"/>
                  </a:moveTo>
                  <a:cubicBezTo>
                    <a:pt x="219" y="238"/>
                    <a:pt x="217" y="238"/>
                    <a:pt x="215" y="236"/>
                  </a:cubicBezTo>
                  <a:cubicBezTo>
                    <a:pt x="212" y="233"/>
                    <a:pt x="212" y="227"/>
                    <a:pt x="215" y="224"/>
                  </a:cubicBezTo>
                  <a:cubicBezTo>
                    <a:pt x="218" y="221"/>
                    <a:pt x="224" y="221"/>
                    <a:pt x="227" y="224"/>
                  </a:cubicBezTo>
                  <a:cubicBezTo>
                    <a:pt x="230" y="227"/>
                    <a:pt x="230" y="233"/>
                    <a:pt x="227" y="236"/>
                  </a:cubicBezTo>
                  <a:cubicBezTo>
                    <a:pt x="226" y="238"/>
                    <a:pt x="223" y="238"/>
                    <a:pt x="221" y="238"/>
                  </a:cubicBezTo>
                  <a:close/>
                  <a:moveTo>
                    <a:pt x="1278" y="238"/>
                  </a:moveTo>
                  <a:cubicBezTo>
                    <a:pt x="1276" y="238"/>
                    <a:pt x="1274" y="237"/>
                    <a:pt x="1272" y="236"/>
                  </a:cubicBezTo>
                  <a:cubicBezTo>
                    <a:pt x="1265" y="228"/>
                    <a:pt x="1257" y="221"/>
                    <a:pt x="1250" y="214"/>
                  </a:cubicBezTo>
                  <a:cubicBezTo>
                    <a:pt x="1203" y="170"/>
                    <a:pt x="1150" y="133"/>
                    <a:pt x="1093" y="102"/>
                  </a:cubicBezTo>
                  <a:cubicBezTo>
                    <a:pt x="1091" y="101"/>
                    <a:pt x="1090" y="99"/>
                    <a:pt x="1089" y="97"/>
                  </a:cubicBezTo>
                  <a:cubicBezTo>
                    <a:pt x="1089" y="95"/>
                    <a:pt x="1089" y="93"/>
                    <a:pt x="1090" y="91"/>
                  </a:cubicBezTo>
                  <a:cubicBezTo>
                    <a:pt x="1092" y="87"/>
                    <a:pt x="1097" y="85"/>
                    <a:pt x="1101" y="87"/>
                  </a:cubicBezTo>
                  <a:cubicBezTo>
                    <a:pt x="1160" y="118"/>
                    <a:pt x="1214" y="157"/>
                    <a:pt x="1262" y="202"/>
                  </a:cubicBezTo>
                  <a:cubicBezTo>
                    <a:pt x="1269" y="209"/>
                    <a:pt x="1277" y="216"/>
                    <a:pt x="1284" y="224"/>
                  </a:cubicBezTo>
                  <a:cubicBezTo>
                    <a:pt x="1287" y="227"/>
                    <a:pt x="1287" y="232"/>
                    <a:pt x="1284" y="236"/>
                  </a:cubicBezTo>
                  <a:cubicBezTo>
                    <a:pt x="1282" y="237"/>
                    <a:pt x="1280" y="238"/>
                    <a:pt x="1278" y="238"/>
                  </a:cubicBezTo>
                  <a:close/>
                  <a:moveTo>
                    <a:pt x="254" y="207"/>
                  </a:moveTo>
                  <a:cubicBezTo>
                    <a:pt x="251" y="207"/>
                    <a:pt x="249" y="206"/>
                    <a:pt x="247" y="204"/>
                  </a:cubicBezTo>
                  <a:cubicBezTo>
                    <a:pt x="246" y="203"/>
                    <a:pt x="245" y="201"/>
                    <a:pt x="245" y="198"/>
                  </a:cubicBezTo>
                  <a:cubicBezTo>
                    <a:pt x="245" y="196"/>
                    <a:pt x="246" y="194"/>
                    <a:pt x="248" y="192"/>
                  </a:cubicBezTo>
                  <a:cubicBezTo>
                    <a:pt x="259" y="182"/>
                    <a:pt x="271" y="172"/>
                    <a:pt x="283" y="163"/>
                  </a:cubicBezTo>
                  <a:cubicBezTo>
                    <a:pt x="287" y="160"/>
                    <a:pt x="292" y="161"/>
                    <a:pt x="295" y="164"/>
                  </a:cubicBezTo>
                  <a:cubicBezTo>
                    <a:pt x="298" y="168"/>
                    <a:pt x="297" y="173"/>
                    <a:pt x="294" y="176"/>
                  </a:cubicBezTo>
                  <a:cubicBezTo>
                    <a:pt x="282" y="185"/>
                    <a:pt x="270" y="195"/>
                    <a:pt x="259" y="205"/>
                  </a:cubicBezTo>
                  <a:cubicBezTo>
                    <a:pt x="258" y="206"/>
                    <a:pt x="256" y="207"/>
                    <a:pt x="254" y="207"/>
                  </a:cubicBezTo>
                  <a:close/>
                  <a:moveTo>
                    <a:pt x="325" y="151"/>
                  </a:moveTo>
                  <a:cubicBezTo>
                    <a:pt x="322" y="151"/>
                    <a:pt x="319" y="150"/>
                    <a:pt x="318" y="147"/>
                  </a:cubicBezTo>
                  <a:cubicBezTo>
                    <a:pt x="316" y="145"/>
                    <a:pt x="316" y="143"/>
                    <a:pt x="316" y="141"/>
                  </a:cubicBezTo>
                  <a:cubicBezTo>
                    <a:pt x="317" y="139"/>
                    <a:pt x="318" y="137"/>
                    <a:pt x="320" y="135"/>
                  </a:cubicBezTo>
                  <a:cubicBezTo>
                    <a:pt x="361" y="106"/>
                    <a:pt x="405" y="82"/>
                    <a:pt x="451" y="62"/>
                  </a:cubicBezTo>
                  <a:cubicBezTo>
                    <a:pt x="475" y="52"/>
                    <a:pt x="499" y="42"/>
                    <a:pt x="524" y="34"/>
                  </a:cubicBezTo>
                  <a:cubicBezTo>
                    <a:pt x="524" y="34"/>
                    <a:pt x="524" y="34"/>
                    <a:pt x="524" y="34"/>
                  </a:cubicBezTo>
                  <a:cubicBezTo>
                    <a:pt x="524" y="34"/>
                    <a:pt x="524" y="34"/>
                    <a:pt x="524" y="34"/>
                  </a:cubicBezTo>
                  <a:cubicBezTo>
                    <a:pt x="529" y="33"/>
                    <a:pt x="533" y="36"/>
                    <a:pt x="535" y="40"/>
                  </a:cubicBezTo>
                  <a:cubicBezTo>
                    <a:pt x="536" y="44"/>
                    <a:pt x="534" y="49"/>
                    <a:pt x="529" y="51"/>
                  </a:cubicBezTo>
                  <a:cubicBezTo>
                    <a:pt x="505" y="58"/>
                    <a:pt x="481" y="67"/>
                    <a:pt x="458" y="77"/>
                  </a:cubicBezTo>
                  <a:cubicBezTo>
                    <a:pt x="413" y="97"/>
                    <a:pt x="370" y="121"/>
                    <a:pt x="329" y="149"/>
                  </a:cubicBezTo>
                  <a:cubicBezTo>
                    <a:pt x="328" y="150"/>
                    <a:pt x="326" y="151"/>
                    <a:pt x="325" y="151"/>
                  </a:cubicBezTo>
                  <a:close/>
                  <a:moveTo>
                    <a:pt x="1057" y="83"/>
                  </a:moveTo>
                  <a:cubicBezTo>
                    <a:pt x="1056" y="83"/>
                    <a:pt x="1054" y="83"/>
                    <a:pt x="1053" y="82"/>
                  </a:cubicBezTo>
                  <a:cubicBezTo>
                    <a:pt x="1040" y="76"/>
                    <a:pt x="1026" y="70"/>
                    <a:pt x="1012" y="65"/>
                  </a:cubicBezTo>
                  <a:cubicBezTo>
                    <a:pt x="1008" y="64"/>
                    <a:pt x="1005" y="59"/>
                    <a:pt x="1007" y="54"/>
                  </a:cubicBezTo>
                  <a:cubicBezTo>
                    <a:pt x="1009" y="50"/>
                    <a:pt x="1014" y="48"/>
                    <a:pt x="1018" y="49"/>
                  </a:cubicBezTo>
                  <a:cubicBezTo>
                    <a:pt x="1032" y="55"/>
                    <a:pt x="1046" y="61"/>
                    <a:pt x="1060" y="67"/>
                  </a:cubicBezTo>
                  <a:cubicBezTo>
                    <a:pt x="1065" y="69"/>
                    <a:pt x="1066" y="74"/>
                    <a:pt x="1064" y="78"/>
                  </a:cubicBezTo>
                  <a:cubicBezTo>
                    <a:pt x="1063" y="81"/>
                    <a:pt x="1060" y="83"/>
                    <a:pt x="1057" y="83"/>
                  </a:cubicBezTo>
                  <a:close/>
                  <a:moveTo>
                    <a:pt x="972" y="51"/>
                  </a:moveTo>
                  <a:cubicBezTo>
                    <a:pt x="971" y="51"/>
                    <a:pt x="971" y="51"/>
                    <a:pt x="970" y="50"/>
                  </a:cubicBezTo>
                  <a:cubicBezTo>
                    <a:pt x="968" y="50"/>
                    <a:pt x="966" y="48"/>
                    <a:pt x="965" y="46"/>
                  </a:cubicBezTo>
                  <a:cubicBezTo>
                    <a:pt x="964" y="44"/>
                    <a:pt x="964" y="42"/>
                    <a:pt x="964" y="40"/>
                  </a:cubicBezTo>
                  <a:cubicBezTo>
                    <a:pt x="966" y="35"/>
                    <a:pt x="970" y="33"/>
                    <a:pt x="975" y="34"/>
                  </a:cubicBezTo>
                  <a:cubicBezTo>
                    <a:pt x="979" y="36"/>
                    <a:pt x="982" y="40"/>
                    <a:pt x="980" y="45"/>
                  </a:cubicBezTo>
                  <a:cubicBezTo>
                    <a:pt x="979" y="48"/>
                    <a:pt x="976" y="51"/>
                    <a:pt x="972" y="51"/>
                  </a:cubicBezTo>
                  <a:close/>
                  <a:moveTo>
                    <a:pt x="570" y="39"/>
                  </a:moveTo>
                  <a:cubicBezTo>
                    <a:pt x="570" y="39"/>
                    <a:pt x="570" y="39"/>
                    <a:pt x="570" y="39"/>
                  </a:cubicBezTo>
                  <a:cubicBezTo>
                    <a:pt x="566" y="39"/>
                    <a:pt x="563" y="36"/>
                    <a:pt x="562" y="32"/>
                  </a:cubicBezTo>
                  <a:cubicBezTo>
                    <a:pt x="561" y="28"/>
                    <a:pt x="564" y="23"/>
                    <a:pt x="568" y="22"/>
                  </a:cubicBezTo>
                  <a:cubicBezTo>
                    <a:pt x="573" y="21"/>
                    <a:pt x="577" y="24"/>
                    <a:pt x="578" y="28"/>
                  </a:cubicBezTo>
                  <a:cubicBezTo>
                    <a:pt x="579" y="31"/>
                    <a:pt x="579" y="33"/>
                    <a:pt x="577" y="35"/>
                  </a:cubicBezTo>
                  <a:cubicBezTo>
                    <a:pt x="577" y="36"/>
                    <a:pt x="575" y="37"/>
                    <a:pt x="573" y="38"/>
                  </a:cubicBezTo>
                  <a:cubicBezTo>
                    <a:pt x="574" y="38"/>
                    <a:pt x="574" y="38"/>
                    <a:pt x="574" y="38"/>
                  </a:cubicBezTo>
                  <a:cubicBezTo>
                    <a:pt x="572" y="39"/>
                    <a:pt x="572" y="39"/>
                    <a:pt x="572" y="39"/>
                  </a:cubicBezTo>
                  <a:cubicBezTo>
                    <a:pt x="572" y="39"/>
                    <a:pt x="571" y="39"/>
                    <a:pt x="570" y="39"/>
                  </a:cubicBezTo>
                  <a:close/>
                  <a:moveTo>
                    <a:pt x="929" y="39"/>
                  </a:moveTo>
                  <a:cubicBezTo>
                    <a:pt x="928" y="39"/>
                    <a:pt x="927" y="39"/>
                    <a:pt x="927" y="38"/>
                  </a:cubicBezTo>
                  <a:cubicBezTo>
                    <a:pt x="869" y="24"/>
                    <a:pt x="810" y="17"/>
                    <a:pt x="750" y="17"/>
                  </a:cubicBezTo>
                  <a:cubicBezTo>
                    <a:pt x="744" y="17"/>
                    <a:pt x="738" y="17"/>
                    <a:pt x="733" y="17"/>
                  </a:cubicBezTo>
                  <a:cubicBezTo>
                    <a:pt x="724" y="17"/>
                    <a:pt x="714" y="18"/>
                    <a:pt x="705" y="18"/>
                  </a:cubicBezTo>
                  <a:cubicBezTo>
                    <a:pt x="700" y="19"/>
                    <a:pt x="696" y="15"/>
                    <a:pt x="696" y="10"/>
                  </a:cubicBezTo>
                  <a:cubicBezTo>
                    <a:pt x="695" y="6"/>
                    <a:pt x="699" y="2"/>
                    <a:pt x="704" y="1"/>
                  </a:cubicBezTo>
                  <a:cubicBezTo>
                    <a:pt x="713" y="1"/>
                    <a:pt x="723" y="0"/>
                    <a:pt x="733" y="0"/>
                  </a:cubicBezTo>
                  <a:cubicBezTo>
                    <a:pt x="738" y="0"/>
                    <a:pt x="744" y="0"/>
                    <a:pt x="750" y="0"/>
                  </a:cubicBezTo>
                  <a:cubicBezTo>
                    <a:pt x="811" y="0"/>
                    <a:pt x="872" y="7"/>
                    <a:pt x="931" y="22"/>
                  </a:cubicBezTo>
                  <a:cubicBezTo>
                    <a:pt x="933" y="23"/>
                    <a:pt x="935" y="24"/>
                    <a:pt x="936" y="26"/>
                  </a:cubicBezTo>
                  <a:cubicBezTo>
                    <a:pt x="937" y="28"/>
                    <a:pt x="938" y="30"/>
                    <a:pt x="937" y="32"/>
                  </a:cubicBezTo>
                  <a:cubicBezTo>
                    <a:pt x="936" y="36"/>
                    <a:pt x="933" y="39"/>
                    <a:pt x="929" y="39"/>
                  </a:cubicBezTo>
                  <a:close/>
                  <a:moveTo>
                    <a:pt x="614" y="29"/>
                  </a:moveTo>
                  <a:cubicBezTo>
                    <a:pt x="610" y="29"/>
                    <a:pt x="607" y="26"/>
                    <a:pt x="606" y="22"/>
                  </a:cubicBezTo>
                  <a:cubicBezTo>
                    <a:pt x="605" y="18"/>
                    <a:pt x="608" y="13"/>
                    <a:pt x="613" y="12"/>
                  </a:cubicBezTo>
                  <a:cubicBezTo>
                    <a:pt x="628" y="10"/>
                    <a:pt x="643" y="7"/>
                    <a:pt x="658" y="6"/>
                  </a:cubicBezTo>
                  <a:cubicBezTo>
                    <a:pt x="658" y="6"/>
                    <a:pt x="658" y="6"/>
                    <a:pt x="658" y="6"/>
                  </a:cubicBezTo>
                  <a:cubicBezTo>
                    <a:pt x="663" y="5"/>
                    <a:pt x="667" y="8"/>
                    <a:pt x="668" y="13"/>
                  </a:cubicBezTo>
                  <a:cubicBezTo>
                    <a:pt x="668" y="18"/>
                    <a:pt x="665" y="22"/>
                    <a:pt x="660" y="22"/>
                  </a:cubicBezTo>
                  <a:cubicBezTo>
                    <a:pt x="645" y="24"/>
                    <a:pt x="631" y="26"/>
                    <a:pt x="616" y="29"/>
                  </a:cubicBezTo>
                  <a:cubicBezTo>
                    <a:pt x="615" y="29"/>
                    <a:pt x="615" y="29"/>
                    <a:pt x="614" y="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AD12F5F-41A7-4D03-995E-C0045162928A}"/>
              </a:ext>
            </a:extLst>
          </p:cNvPr>
          <p:cNvSpPr txBox="1"/>
          <p:nvPr/>
        </p:nvSpPr>
        <p:spPr>
          <a:xfrm>
            <a:off x="4157784" y="2898776"/>
            <a:ext cx="3868614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+mj-lt"/>
              </a:rPr>
              <a:t>Introductions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D6B961-4BCF-42B2-8437-6175E15D63CE}"/>
              </a:ext>
            </a:extLst>
          </p:cNvPr>
          <p:cNvCxnSpPr>
            <a:cxnSpLocks/>
          </p:cNvCxnSpPr>
          <p:nvPr/>
        </p:nvCxnSpPr>
        <p:spPr>
          <a:xfrm flipH="1">
            <a:off x="6096000" y="3668217"/>
            <a:ext cx="7817" cy="3189783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419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64855D-6EB7-43A9-B221-756981985864}"/>
              </a:ext>
            </a:extLst>
          </p:cNvPr>
          <p:cNvSpPr/>
          <p:nvPr/>
        </p:nvSpPr>
        <p:spPr>
          <a:xfrm>
            <a:off x="5642150" y="1018076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2000" b="1" dirty="0">
                <a:solidFill>
                  <a:schemeClr val="bg1"/>
                </a:solidFill>
                <a:latin typeface="Century Gothic"/>
              </a:rPr>
              <a:t>01</a:t>
            </a:r>
            <a:endParaRPr lang="en-US" sz="1000" b="1" dirty="0">
              <a:solidFill>
                <a:schemeClr val="bg1"/>
              </a:solidFill>
              <a:latin typeface="Century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FE4F2-4167-46C8-AF44-93E5AC5EA878}"/>
              </a:ext>
            </a:extLst>
          </p:cNvPr>
          <p:cNvSpPr txBox="1"/>
          <p:nvPr/>
        </p:nvSpPr>
        <p:spPr>
          <a:xfrm>
            <a:off x="3447289" y="1149704"/>
            <a:ext cx="20945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/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Introductions</a:t>
            </a:r>
          </a:p>
          <a:p>
            <a:pPr algn="r"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Get to know everyone and what teams are represented.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80F3C5-3B2D-4FDB-B3C5-78D1EF59C3C4}"/>
              </a:ext>
            </a:extLst>
          </p:cNvPr>
          <p:cNvSpPr txBox="1"/>
          <p:nvPr/>
        </p:nvSpPr>
        <p:spPr>
          <a:xfrm>
            <a:off x="3219938" y="3178997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/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Integration Plans</a:t>
            </a:r>
          </a:p>
          <a:p>
            <a:pPr algn="r"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Overview of architecture.</a:t>
            </a:r>
          </a:p>
          <a:p>
            <a:pPr algn="r"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Integration plans.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E68E28-7514-4702-94AB-1EE7C82DF7E7}"/>
              </a:ext>
            </a:extLst>
          </p:cNvPr>
          <p:cNvSpPr txBox="1"/>
          <p:nvPr/>
        </p:nvSpPr>
        <p:spPr>
          <a:xfrm>
            <a:off x="6564630" y="4208068"/>
            <a:ext cx="33868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554"/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Project Plans &amp; Resources</a:t>
            </a:r>
          </a:p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Technical &amp; support resources.</a:t>
            </a:r>
          </a:p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High-level project plans.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22654-40F9-CA30-0532-4099B26A0D2F}"/>
              </a:ext>
            </a:extLst>
          </p:cNvPr>
          <p:cNvSpPr txBox="1"/>
          <p:nvPr/>
        </p:nvSpPr>
        <p:spPr>
          <a:xfrm>
            <a:off x="359361" y="253053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defTabSz="228554">
              <a:defRPr/>
            </a:pPr>
            <a:r>
              <a:rPr lang="en-US" sz="3299" b="1" dirty="0">
                <a:solidFill>
                  <a:schemeClr val="bg1"/>
                </a:solidFill>
                <a:latin typeface="Century Gothic"/>
              </a:rPr>
              <a:t>Agenda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4E60EB-EF0C-2AC5-B918-BAA64B59D3CE}"/>
              </a:ext>
            </a:extLst>
          </p:cNvPr>
          <p:cNvSpPr/>
          <p:nvPr/>
        </p:nvSpPr>
        <p:spPr>
          <a:xfrm>
            <a:off x="5835366" y="5248867"/>
            <a:ext cx="520252" cy="520252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000" b="1" dirty="0">
                <a:solidFill>
                  <a:srgbClr val="1FA2FF"/>
                </a:solidFill>
                <a:latin typeface="Century Gothic"/>
              </a:rPr>
              <a:t>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30943-FDCD-7920-93AE-133B9AEA9369}"/>
              </a:ext>
            </a:extLst>
          </p:cNvPr>
          <p:cNvSpPr txBox="1"/>
          <p:nvPr/>
        </p:nvSpPr>
        <p:spPr>
          <a:xfrm>
            <a:off x="3219431" y="5171295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/>
            <a:r>
              <a:rPr lang="en-US" sz="2000" b="1" dirty="0">
                <a:solidFill>
                  <a:srgbClr val="FFFFFF"/>
                </a:solidFill>
                <a:latin typeface="Century Gothic"/>
              </a:rPr>
              <a:t>Demos!</a:t>
            </a:r>
          </a:p>
          <a:p>
            <a:pPr algn="r"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Jupyter Notebook.</a:t>
            </a:r>
          </a:p>
          <a:p>
            <a:pPr algn="r"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Visual Studio Code Assistant.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140E7F-36B4-8210-C80E-DA17ABCBAD15}"/>
              </a:ext>
            </a:extLst>
          </p:cNvPr>
          <p:cNvSpPr/>
          <p:nvPr/>
        </p:nvSpPr>
        <p:spPr>
          <a:xfrm>
            <a:off x="5742938" y="2162863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000" b="1" dirty="0">
                <a:solidFill>
                  <a:srgbClr val="1FA2FF"/>
                </a:solidFill>
                <a:latin typeface="Century Gothic"/>
              </a:rPr>
              <a:t>02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388893-31B5-3E52-E1DF-F00426389BD4}"/>
              </a:ext>
            </a:extLst>
          </p:cNvPr>
          <p:cNvSpPr/>
          <p:nvPr/>
        </p:nvSpPr>
        <p:spPr>
          <a:xfrm>
            <a:off x="5735477" y="3167269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000" b="1" dirty="0">
                <a:solidFill>
                  <a:srgbClr val="1FA2FF"/>
                </a:solidFill>
                <a:latin typeface="Century Gothic"/>
              </a:rPr>
              <a:t>03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29026E-0E89-55F9-7D1B-5B6FA67E4DFC}"/>
              </a:ext>
            </a:extLst>
          </p:cNvPr>
          <p:cNvSpPr/>
          <p:nvPr/>
        </p:nvSpPr>
        <p:spPr>
          <a:xfrm>
            <a:off x="5742938" y="4208068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000" b="1" dirty="0">
                <a:solidFill>
                  <a:srgbClr val="1FA2FF"/>
                </a:solidFill>
                <a:latin typeface="Century Gothic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A12208-5634-4998-D051-5384405A6AF9}"/>
              </a:ext>
            </a:extLst>
          </p:cNvPr>
          <p:cNvSpPr txBox="1"/>
          <p:nvPr/>
        </p:nvSpPr>
        <p:spPr>
          <a:xfrm>
            <a:off x="6564630" y="2196303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Goals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ore our objectives today and moving forward.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Discuss assumptions.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Measuring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3046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 animBg="1"/>
      <p:bldP spid="10" grpId="0" animBg="1"/>
      <p:bldP spid="17" grpId="0"/>
      <p:bldP spid="19" grpId="0"/>
      <p:bldP spid="20" grpId="0"/>
      <p:bldP spid="2" grpId="0" animBg="1"/>
      <p:bldP spid="4" grpId="0" animBg="1"/>
      <p:bldP spid="5" grpId="0"/>
      <p:bldP spid="15" grpId="0" animBg="1"/>
      <p:bldP spid="16" grpId="0" animBg="1"/>
      <p:bldP spid="22" grpId="0" animBg="1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64855D-6EB7-43A9-B221-756981985864}"/>
              </a:ext>
            </a:extLst>
          </p:cNvPr>
          <p:cNvSpPr/>
          <p:nvPr/>
        </p:nvSpPr>
        <p:spPr>
          <a:xfrm>
            <a:off x="5626791" y="2063948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02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FE4F2-4167-46C8-AF44-93E5AC5EA878}"/>
              </a:ext>
            </a:extLst>
          </p:cNvPr>
          <p:cNvSpPr txBox="1"/>
          <p:nvPr/>
        </p:nvSpPr>
        <p:spPr>
          <a:xfrm>
            <a:off x="3447289" y="1149704"/>
            <a:ext cx="20945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Introductions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to know everyone and what teams are represented.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80F3C5-3B2D-4FDB-B3C5-78D1EF59C3C4}"/>
              </a:ext>
            </a:extLst>
          </p:cNvPr>
          <p:cNvSpPr txBox="1"/>
          <p:nvPr/>
        </p:nvSpPr>
        <p:spPr>
          <a:xfrm>
            <a:off x="3219938" y="3178997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Plans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architecture.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plans.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E68E28-7514-4702-94AB-1EE7C82DF7E7}"/>
              </a:ext>
            </a:extLst>
          </p:cNvPr>
          <p:cNvSpPr txBox="1"/>
          <p:nvPr/>
        </p:nvSpPr>
        <p:spPr>
          <a:xfrm>
            <a:off x="6564630" y="4208068"/>
            <a:ext cx="33868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Project Plans &amp; Resources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Technical &amp; support resources.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High-level project plans.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22654-40F9-CA30-0532-4099B26A0D2F}"/>
              </a:ext>
            </a:extLst>
          </p:cNvPr>
          <p:cNvSpPr txBox="1"/>
          <p:nvPr/>
        </p:nvSpPr>
        <p:spPr>
          <a:xfrm>
            <a:off x="640161" y="270930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4E60EB-EF0C-2AC5-B918-BAA64B59D3CE}"/>
              </a:ext>
            </a:extLst>
          </p:cNvPr>
          <p:cNvSpPr/>
          <p:nvPr/>
        </p:nvSpPr>
        <p:spPr>
          <a:xfrm>
            <a:off x="5835366" y="5248867"/>
            <a:ext cx="520252" cy="520252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30943-FDCD-7920-93AE-133B9AEA9369}"/>
              </a:ext>
            </a:extLst>
          </p:cNvPr>
          <p:cNvSpPr txBox="1"/>
          <p:nvPr/>
        </p:nvSpPr>
        <p:spPr>
          <a:xfrm>
            <a:off x="3219431" y="5171295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Demos!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Jupyter Notebook.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 Studio Code Assistant.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140E7F-36B4-8210-C80E-DA17ABCBAD15}"/>
              </a:ext>
            </a:extLst>
          </p:cNvPr>
          <p:cNvSpPr/>
          <p:nvPr/>
        </p:nvSpPr>
        <p:spPr>
          <a:xfrm>
            <a:off x="5742938" y="1088881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388893-31B5-3E52-E1DF-F00426389BD4}"/>
              </a:ext>
            </a:extLst>
          </p:cNvPr>
          <p:cNvSpPr/>
          <p:nvPr/>
        </p:nvSpPr>
        <p:spPr>
          <a:xfrm>
            <a:off x="5735477" y="3167269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29026E-0E89-55F9-7D1B-5B6FA67E4DFC}"/>
              </a:ext>
            </a:extLst>
          </p:cNvPr>
          <p:cNvSpPr/>
          <p:nvPr/>
        </p:nvSpPr>
        <p:spPr>
          <a:xfrm>
            <a:off x="5742938" y="4208068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03E3C-5DB8-B88A-E26A-ABC7B498360D}"/>
              </a:ext>
            </a:extLst>
          </p:cNvPr>
          <p:cNvSpPr txBox="1"/>
          <p:nvPr/>
        </p:nvSpPr>
        <p:spPr>
          <a:xfrm>
            <a:off x="6564630" y="2196303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Goals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ore our objectives today and moving forward.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Discuss assumptions.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Measuring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0714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 animBg="1"/>
      <p:bldP spid="10" grpId="0" animBg="1"/>
      <p:bldP spid="17" grpId="0"/>
      <p:bldP spid="19" grpId="0"/>
      <p:bldP spid="20" grpId="0"/>
      <p:bldP spid="2" grpId="0" animBg="1"/>
      <p:bldP spid="4" grpId="0" animBg="1"/>
      <p:bldP spid="5" grpId="0"/>
      <p:bldP spid="15" grpId="0" animBg="1"/>
      <p:bldP spid="16" grpId="0" animBg="1"/>
      <p:bldP spid="22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EAA7A3A-B0E6-A1E3-D7EB-0CC4CAED4D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0161" y="1281600"/>
            <a:ext cx="11042251" cy="5109691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Current deployment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Multiple systems integrated with Glean </a:t>
            </a:r>
          </a:p>
          <a:p>
            <a:pPr lvl="1"/>
            <a:r>
              <a:rPr lang="en-US" sz="2800" dirty="0">
                <a:solidFill>
                  <a:srgbClr val="FFFFFF"/>
                </a:solidFill>
              </a:rPr>
              <a:t>Supporting 5,000 employees</a:t>
            </a:r>
            <a:br>
              <a:rPr lang="en-US" sz="2000" dirty="0">
                <a:solidFill>
                  <a:srgbClr val="FFFFFF"/>
                </a:solidFill>
              </a:rPr>
            </a:br>
            <a:endParaRPr lang="en-US" sz="2800" b="1" dirty="0">
              <a:solidFill>
                <a:srgbClr val="FFFFFF"/>
              </a:solidFill>
              <a:latin typeface="Century Gothic"/>
            </a:endParaRPr>
          </a:p>
          <a:p>
            <a:r>
              <a:rPr lang="en-US" sz="2800" b="1" dirty="0">
                <a:solidFill>
                  <a:srgbClr val="FFFFFF"/>
                </a:solidFill>
                <a:latin typeface="Century Gothic"/>
              </a:rPr>
              <a:t>Add 2 new customizations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</a:rPr>
              <a:t>Custom Sales CRM Connector</a:t>
            </a:r>
          </a:p>
          <a:p>
            <a:pPr lvl="2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</a:rPr>
              <a:t>Add new </a:t>
            </a:r>
            <a:r>
              <a:rPr lang="en-US" sz="2400" dirty="0" err="1">
                <a:solidFill>
                  <a:srgbClr val="FFFFFF"/>
                </a:solidFill>
              </a:rPr>
              <a:t>datasource</a:t>
            </a:r>
            <a:r>
              <a:rPr lang="en-US" sz="2400" dirty="0">
                <a:solidFill>
                  <a:srgbClr val="FFFFFF"/>
                </a:solidFill>
              </a:rPr>
              <a:t> for indexing and search</a:t>
            </a:r>
          </a:p>
          <a:p>
            <a:pPr lvl="3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Example: </a:t>
            </a:r>
            <a:r>
              <a:rPr lang="en-US" sz="2000" dirty="0" err="1">
                <a:solidFill>
                  <a:srgbClr val="FFFFFF"/>
                </a:solidFill>
              </a:rPr>
              <a:t>SalesForce</a:t>
            </a:r>
            <a:endParaRPr lang="en-US" sz="2000" dirty="0">
              <a:solidFill>
                <a:srgbClr val="FFFFFF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solidFill>
                  <a:srgbClr val="FFFFFF"/>
                </a:solidFill>
              </a:rPr>
              <a:t>Integrate Glean Search with internal support Chatbot</a:t>
            </a:r>
          </a:p>
          <a:p>
            <a:pPr lvl="3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</a:rPr>
              <a:t>Example: Intercom (Conversations/Help Center/Tickets)</a:t>
            </a:r>
          </a:p>
          <a:p>
            <a:pPr lvl="1"/>
            <a:endParaRPr lang="en-US" sz="20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A920C8-12C7-054C-58BC-9A24E65803D6}"/>
              </a:ext>
            </a:extLst>
          </p:cNvPr>
          <p:cNvSpPr txBox="1"/>
          <p:nvPr/>
        </p:nvSpPr>
        <p:spPr>
          <a:xfrm>
            <a:off x="640161" y="270930"/>
            <a:ext cx="213068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7745375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671DB-6DBA-DFD1-6ECD-E2F801FC8875}"/>
              </a:ext>
            </a:extLst>
          </p:cNvPr>
          <p:cNvSpPr txBox="1"/>
          <p:nvPr/>
        </p:nvSpPr>
        <p:spPr>
          <a:xfrm>
            <a:off x="640161" y="270930"/>
            <a:ext cx="7362889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Technical Assumptions &amp; Questions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63F8E08E-F325-C4A1-D62B-C9A2E055D28F}"/>
              </a:ext>
            </a:extLst>
          </p:cNvPr>
          <p:cNvSpPr txBox="1">
            <a:spLocks/>
          </p:cNvSpPr>
          <p:nvPr/>
        </p:nvSpPr>
        <p:spPr>
          <a:xfrm>
            <a:off x="640161" y="1281600"/>
            <a:ext cx="4507281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CRM &amp; Chatbot </a:t>
            </a:r>
          </a:p>
          <a:p>
            <a:r>
              <a:rPr lang="en-US" sz="2199" dirty="0">
                <a:solidFill>
                  <a:srgbClr val="FFFFFF"/>
                </a:solidFill>
              </a:rPr>
              <a:t>Defined Authorization (</a:t>
            </a:r>
            <a:r>
              <a:rPr lang="en-US" sz="2199" dirty="0" err="1">
                <a:solidFill>
                  <a:srgbClr val="FFFFFF"/>
                </a:solidFill>
              </a:rPr>
              <a:t>AuthZ</a:t>
            </a:r>
            <a:r>
              <a:rPr lang="en-US" sz="2199" dirty="0">
                <a:solidFill>
                  <a:srgbClr val="FFFFFF"/>
                </a:solidFill>
              </a:rPr>
              <a:t>) &amp; Authentication (</a:t>
            </a:r>
            <a:r>
              <a:rPr lang="en-US" sz="2199" dirty="0" err="1">
                <a:solidFill>
                  <a:srgbClr val="FFFFFF"/>
                </a:solidFill>
              </a:rPr>
              <a:t>AuthN</a:t>
            </a:r>
            <a:r>
              <a:rPr lang="en-US" sz="2199" dirty="0">
                <a:solidFill>
                  <a:srgbClr val="FFFFFF"/>
                </a:solidFill>
              </a:rPr>
              <a:t>)</a:t>
            </a:r>
          </a:p>
          <a:p>
            <a:r>
              <a:rPr lang="en-US" sz="2199" dirty="0">
                <a:solidFill>
                  <a:srgbClr val="FFFFFF"/>
                </a:solidFill>
              </a:rPr>
              <a:t>REST API, webhooks</a:t>
            </a:r>
          </a:p>
          <a:p>
            <a:r>
              <a:rPr lang="en-US" sz="2199" dirty="0">
                <a:solidFill>
                  <a:srgbClr val="FFFFFF"/>
                </a:solidFill>
              </a:rPr>
              <a:t>Based on what platform? Open source?</a:t>
            </a:r>
          </a:p>
          <a:p>
            <a:r>
              <a:rPr lang="en-US" sz="2199" dirty="0">
                <a:solidFill>
                  <a:srgbClr val="FFFFFF"/>
                </a:solidFill>
              </a:rPr>
              <a:t>Deployed on on-premises or cloud?</a:t>
            </a:r>
          </a:p>
          <a:p>
            <a:endParaRPr lang="en-US" sz="2199" dirty="0">
              <a:solidFill>
                <a:srgbClr val="FFFFFF"/>
              </a:solidFill>
            </a:endParaRPr>
          </a:p>
          <a:p>
            <a:r>
              <a:rPr lang="en-US" sz="2199" dirty="0">
                <a:solidFill>
                  <a:srgbClr val="FFFFFF"/>
                </a:solidFill>
              </a:rPr>
              <a:t>Communication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Slack connectivity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3A077DF7-189C-A3E5-F121-2A67EDD61F1E}"/>
              </a:ext>
            </a:extLst>
          </p:cNvPr>
          <p:cNvSpPr txBox="1">
            <a:spLocks/>
          </p:cNvSpPr>
          <p:nvPr/>
        </p:nvSpPr>
        <p:spPr>
          <a:xfrm>
            <a:off x="6096000" y="1281600"/>
            <a:ext cx="5454723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API Framework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Is there a unified API across all integrations?</a:t>
            </a:r>
          </a:p>
          <a:p>
            <a:pPr lvl="1"/>
            <a:endParaRPr lang="en-US" sz="2400" b="1" dirty="0">
              <a:solidFill>
                <a:srgbClr val="FFFFFF"/>
              </a:solidFill>
              <a:latin typeface="Century Gothic"/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Environment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Non-production environment available?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ETL or snapshot updates to non-prod </a:t>
            </a:r>
            <a:r>
              <a:rPr lang="en-US" sz="1800" dirty="0" err="1">
                <a:solidFill>
                  <a:srgbClr val="FFFFFF"/>
                </a:solidFill>
              </a:rPr>
              <a:t>datasources</a:t>
            </a:r>
            <a:r>
              <a:rPr lang="en-US" sz="1800" dirty="0">
                <a:solidFill>
                  <a:srgbClr val="FFFFFF"/>
                </a:solidFill>
              </a:rPr>
              <a:t>?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Business to business connectivity for remote development?</a:t>
            </a:r>
          </a:p>
          <a:p>
            <a:pPr lvl="1"/>
            <a:endParaRPr lang="en-US" sz="1800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Source Management &amp; Tracking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GitHub Enterprise org/repositories</a:t>
            </a:r>
          </a:p>
          <a:p>
            <a:pPr lvl="1"/>
            <a:r>
              <a:rPr lang="en-US" sz="1800" dirty="0">
                <a:solidFill>
                  <a:srgbClr val="FFFFFF"/>
                </a:solidFill>
              </a:rPr>
              <a:t>JIRA (or similar) available for epics, issues and feature tracking (</a:t>
            </a:r>
            <a:r>
              <a:rPr lang="en-US" sz="1800" dirty="0" err="1">
                <a:solidFill>
                  <a:srgbClr val="FFFFFF"/>
                </a:solidFill>
              </a:rPr>
              <a:t>eg.</a:t>
            </a:r>
            <a:r>
              <a:rPr lang="en-US" sz="1800" dirty="0">
                <a:solidFill>
                  <a:srgbClr val="FFFFFF"/>
                </a:solidFill>
              </a:rPr>
              <a:t> JIRA Native)</a:t>
            </a:r>
          </a:p>
          <a:p>
            <a:pPr lvl="1"/>
            <a:endParaRPr lang="en-US" sz="1800" dirty="0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2AE7F1-C739-072B-A198-421C7A6423DC}"/>
              </a:ext>
            </a:extLst>
          </p:cNvPr>
          <p:cNvCxnSpPr>
            <a:cxnSpLocks/>
          </p:cNvCxnSpPr>
          <p:nvPr/>
        </p:nvCxnSpPr>
        <p:spPr>
          <a:xfrm flipV="1">
            <a:off x="5587201" y="1713769"/>
            <a:ext cx="558" cy="379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0337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8C86AE-715E-5FA6-8F31-7440498A3878}"/>
              </a:ext>
            </a:extLst>
          </p:cNvPr>
          <p:cNvSpPr txBox="1"/>
          <p:nvPr/>
        </p:nvSpPr>
        <p:spPr>
          <a:xfrm>
            <a:off x="640161" y="270930"/>
            <a:ext cx="4099175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Measuring Success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D24B958-63D0-6876-8344-A5DD5D9824CF}"/>
              </a:ext>
            </a:extLst>
          </p:cNvPr>
          <p:cNvSpPr txBox="1">
            <a:spLocks/>
          </p:cNvSpPr>
          <p:nvPr/>
        </p:nvSpPr>
        <p:spPr>
          <a:xfrm>
            <a:off x="640161" y="1281600"/>
            <a:ext cx="4565439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Productivity Metrics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Search time reduction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Search success rates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Task completion time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Data access frequency</a:t>
            </a:r>
            <a:br>
              <a:rPr lang="en-US" sz="2001" dirty="0">
                <a:solidFill>
                  <a:srgbClr val="FFFFFF"/>
                </a:solidFill>
              </a:rPr>
            </a:br>
            <a:endParaRPr lang="en-US" sz="2001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Telemetry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“You know what you don’t know”</a:t>
            </a:r>
          </a:p>
          <a:p>
            <a:pPr lvl="1"/>
            <a:endParaRPr lang="en-US" sz="2001" dirty="0">
              <a:solidFill>
                <a:srgbClr val="FFFFFF"/>
              </a:solidFill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User Feedback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Collect input from end user testers</a:t>
            </a:r>
          </a:p>
          <a:p>
            <a:pPr marL="0" indent="0">
              <a:buNone/>
            </a:pPr>
            <a:endParaRPr lang="en-US" sz="2400" b="1" dirty="0">
              <a:solidFill>
                <a:srgbClr val="FFFFFF"/>
              </a:solidFill>
              <a:latin typeface="Century Gothic"/>
            </a:endParaRP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F792704-2FCC-7ECE-5892-A639996C0939}"/>
              </a:ext>
            </a:extLst>
          </p:cNvPr>
          <p:cNvSpPr txBox="1">
            <a:spLocks/>
          </p:cNvSpPr>
          <p:nvPr/>
        </p:nvSpPr>
        <p:spPr>
          <a:xfrm>
            <a:off x="6055661" y="1288800"/>
            <a:ext cx="5255439" cy="5109691"/>
          </a:xfrm>
          <a:prstGeom prst="rect">
            <a:avLst/>
          </a:prstGeom>
        </p:spPr>
        <p:txBody>
          <a:bodyPr/>
          <a:lstStyle>
            <a:lvl1pPr marL="228554" indent="-228554" algn="l" defTabSz="91421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6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71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80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989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097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06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14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423" indent="-228554" algn="l" defTabSz="91421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Release cadence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Innovation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Enhancements</a:t>
            </a:r>
            <a:br>
              <a:rPr lang="en-US" sz="2001" b="1" dirty="0">
                <a:solidFill>
                  <a:srgbClr val="FFFFFF"/>
                </a:solidFill>
                <a:latin typeface="Century Gothic"/>
              </a:rPr>
            </a:br>
            <a:endParaRPr lang="en-US" sz="2400" b="1" dirty="0">
              <a:solidFill>
                <a:srgbClr val="FFFFFF"/>
              </a:solidFill>
              <a:latin typeface="Century Gothic"/>
            </a:endParaRPr>
          </a:p>
          <a:p>
            <a:r>
              <a:rPr lang="en-US" sz="2400" b="1" dirty="0">
                <a:solidFill>
                  <a:srgbClr val="FFFFFF"/>
                </a:solidFill>
                <a:latin typeface="Century Gothic"/>
              </a:rPr>
              <a:t>Enable user customization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No-Code/Low-Code with Glean App Builder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Developer Workspace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Jupyter Notebooks</a:t>
            </a:r>
          </a:p>
          <a:p>
            <a:pPr lvl="1"/>
            <a:r>
              <a:rPr lang="en-US" sz="2001" dirty="0">
                <a:solidFill>
                  <a:srgbClr val="FFFFFF"/>
                </a:solidFill>
              </a:rPr>
              <a:t>Visual Studio Code</a:t>
            </a:r>
          </a:p>
          <a:p>
            <a:pPr lvl="1"/>
            <a:endParaRPr lang="en-US" sz="2001" b="1" dirty="0">
              <a:solidFill>
                <a:srgbClr val="FFFFFF"/>
              </a:solidFill>
              <a:latin typeface="Century Gothic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A45DF5-C9ED-B271-CE5A-7F5A90CDE93C}"/>
              </a:ext>
            </a:extLst>
          </p:cNvPr>
          <p:cNvCxnSpPr>
            <a:cxnSpLocks/>
          </p:cNvCxnSpPr>
          <p:nvPr/>
        </p:nvCxnSpPr>
        <p:spPr>
          <a:xfrm flipV="1">
            <a:off x="5739601" y="1866169"/>
            <a:ext cx="558" cy="3794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067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2B8FE7-B937-4782-8228-2700BEF1265F}"/>
              </a:ext>
            </a:extLst>
          </p:cNvPr>
          <p:cNvCxnSpPr>
            <a:cxnSpLocks/>
          </p:cNvCxnSpPr>
          <p:nvPr/>
        </p:nvCxnSpPr>
        <p:spPr>
          <a:xfrm>
            <a:off x="6096000" y="447"/>
            <a:ext cx="0" cy="6857107"/>
          </a:xfrm>
          <a:prstGeom prst="line">
            <a:avLst/>
          </a:prstGeom>
          <a:ln w="635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F30006-9807-4BAE-A2A2-D0C410A964AA}"/>
              </a:ext>
            </a:extLst>
          </p:cNvPr>
          <p:cNvSpPr/>
          <p:nvPr/>
        </p:nvSpPr>
        <p:spPr>
          <a:xfrm>
            <a:off x="5994705" y="-342409"/>
            <a:ext cx="202590" cy="7542818"/>
          </a:xfrm>
          <a:prstGeom prst="roundRect">
            <a:avLst>
              <a:gd name="adj" fmla="val 5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F02C158-B804-4FDB-B426-EA9428E80E14}"/>
              </a:ext>
            </a:extLst>
          </p:cNvPr>
          <p:cNvSpPr/>
          <p:nvPr/>
        </p:nvSpPr>
        <p:spPr>
          <a:xfrm>
            <a:off x="5994705" y="724281"/>
            <a:ext cx="202590" cy="540943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B7832E2-B7DB-43E1-9235-B98579D5CAAD}"/>
              </a:ext>
            </a:extLst>
          </p:cNvPr>
          <p:cNvSpPr/>
          <p:nvPr/>
        </p:nvSpPr>
        <p:spPr>
          <a:xfrm>
            <a:off x="5994705" y="853077"/>
            <a:ext cx="202590" cy="5151846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264855D-6EB7-43A9-B221-756981985864}"/>
              </a:ext>
            </a:extLst>
          </p:cNvPr>
          <p:cNvSpPr/>
          <p:nvPr/>
        </p:nvSpPr>
        <p:spPr>
          <a:xfrm>
            <a:off x="5634251" y="3123053"/>
            <a:ext cx="922480" cy="835372"/>
          </a:xfrm>
          <a:prstGeom prst="ellipse">
            <a:avLst/>
          </a:prstGeom>
          <a:solidFill>
            <a:schemeClr val="tx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03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7FE4F2-4167-46C8-AF44-93E5AC5EA878}"/>
              </a:ext>
            </a:extLst>
          </p:cNvPr>
          <p:cNvSpPr txBox="1"/>
          <p:nvPr/>
        </p:nvSpPr>
        <p:spPr>
          <a:xfrm>
            <a:off x="3447289" y="1149704"/>
            <a:ext cx="209459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Introductions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Get to know everyone and what teams are represented.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80F3C5-3B2D-4FDB-B3C5-78D1EF59C3C4}"/>
              </a:ext>
            </a:extLst>
          </p:cNvPr>
          <p:cNvSpPr txBox="1"/>
          <p:nvPr/>
        </p:nvSpPr>
        <p:spPr>
          <a:xfrm>
            <a:off x="3219938" y="3178997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Plans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of architecture.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Integration plans.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E68E28-7514-4702-94AB-1EE7C82DF7E7}"/>
              </a:ext>
            </a:extLst>
          </p:cNvPr>
          <p:cNvSpPr txBox="1"/>
          <p:nvPr/>
        </p:nvSpPr>
        <p:spPr>
          <a:xfrm>
            <a:off x="6564630" y="4208068"/>
            <a:ext cx="338681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Project Plans &amp; Resources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Technical &amp; support resources.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High-level project plans.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C22654-40F9-CA30-0532-4099B26A0D2F}"/>
              </a:ext>
            </a:extLst>
          </p:cNvPr>
          <p:cNvSpPr txBox="1"/>
          <p:nvPr/>
        </p:nvSpPr>
        <p:spPr>
          <a:xfrm>
            <a:off x="359361" y="253053"/>
            <a:ext cx="185817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Agenda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F4E60EB-EF0C-2AC5-B918-BAA64B59D3CE}"/>
              </a:ext>
            </a:extLst>
          </p:cNvPr>
          <p:cNvSpPr/>
          <p:nvPr/>
        </p:nvSpPr>
        <p:spPr>
          <a:xfrm>
            <a:off x="5835366" y="5248867"/>
            <a:ext cx="520252" cy="520252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30943-FDCD-7920-93AE-133B9AEA9369}"/>
              </a:ext>
            </a:extLst>
          </p:cNvPr>
          <p:cNvSpPr txBox="1"/>
          <p:nvPr/>
        </p:nvSpPr>
        <p:spPr>
          <a:xfrm>
            <a:off x="3219431" y="5171295"/>
            <a:ext cx="232194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Demos!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Jupyter Notebook.</a:t>
            </a:r>
          </a:p>
          <a:p>
            <a:pPr marL="0" marR="0" lvl="0" indent="0" algn="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Visual Studio Code Assistant.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140E7F-36B4-8210-C80E-DA17ABCBAD15}"/>
              </a:ext>
            </a:extLst>
          </p:cNvPr>
          <p:cNvSpPr/>
          <p:nvPr/>
        </p:nvSpPr>
        <p:spPr>
          <a:xfrm>
            <a:off x="5742938" y="2162863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6388893-31B5-3E52-E1DF-F00426389BD4}"/>
              </a:ext>
            </a:extLst>
          </p:cNvPr>
          <p:cNvSpPr/>
          <p:nvPr/>
        </p:nvSpPr>
        <p:spPr>
          <a:xfrm>
            <a:off x="5742937" y="1140261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29026E-0E89-55F9-7D1B-5B6FA67E4DFC}"/>
              </a:ext>
            </a:extLst>
          </p:cNvPr>
          <p:cNvSpPr/>
          <p:nvPr/>
        </p:nvSpPr>
        <p:spPr>
          <a:xfrm>
            <a:off x="5742938" y="4208068"/>
            <a:ext cx="705109" cy="677108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355600" dist="114300" dir="8100000" algn="tr" rotWithShape="0">
              <a:schemeClr val="accent1">
                <a:alpha val="3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1FA2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DEE7F-5D2F-9074-794E-5B83DB1A64A9}"/>
              </a:ext>
            </a:extLst>
          </p:cNvPr>
          <p:cNvSpPr txBox="1"/>
          <p:nvPr/>
        </p:nvSpPr>
        <p:spPr>
          <a:xfrm>
            <a:off x="6564630" y="2196303"/>
            <a:ext cx="332183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Goals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What ore our objectives today and moving forward.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noProof="0" dirty="0">
                <a:solidFill>
                  <a:srgbClr val="FFFFFF"/>
                </a:solidFill>
                <a:latin typeface="Calibri"/>
              </a:rPr>
              <a:t>Discuss assumptions.</a:t>
            </a: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Measuring</a:t>
            </a:r>
            <a:r>
              <a:rPr kumimoji="0" lang="en-US" sz="900" b="0" i="0" u="none" strike="noStrike" kern="1200" cap="none" spc="0" normalizeH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success.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51721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9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6" grpId="0" animBg="1"/>
      <p:bldP spid="10" grpId="0" animBg="1"/>
      <p:bldP spid="17" grpId="0"/>
      <p:bldP spid="19" grpId="0"/>
      <p:bldP spid="20" grpId="0"/>
      <p:bldP spid="2" grpId="0" animBg="1"/>
      <p:bldP spid="4" grpId="0" animBg="1"/>
      <p:bldP spid="5" grpId="0"/>
      <p:bldP spid="15" grpId="0" animBg="1"/>
      <p:bldP spid="16" grpId="0" animBg="1"/>
      <p:bldP spid="22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989701-CC3C-640E-6058-317BA78935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1"/>
          <a:stretch/>
        </p:blipFill>
        <p:spPr>
          <a:xfrm>
            <a:off x="20" y="10"/>
            <a:ext cx="12191980" cy="6857990"/>
          </a:xfrm>
          <a:custGeom>
            <a:avLst/>
            <a:gdLst>
              <a:gd name="connsiteX0" fmla="*/ 0 w 2562456"/>
              <a:gd name="connsiteY0" fmla="*/ 0 h 3085473"/>
              <a:gd name="connsiteX1" fmla="*/ 2562456 w 2562456"/>
              <a:gd name="connsiteY1" fmla="*/ 0 h 3085473"/>
              <a:gd name="connsiteX2" fmla="*/ 2562456 w 2562456"/>
              <a:gd name="connsiteY2" fmla="*/ 3085473 h 3085473"/>
              <a:gd name="connsiteX3" fmla="*/ 0 w 2562456"/>
              <a:gd name="connsiteY3" fmla="*/ 3085473 h 3085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2456" h="3085473">
                <a:moveTo>
                  <a:pt x="0" y="0"/>
                </a:moveTo>
                <a:lnTo>
                  <a:pt x="2562456" y="0"/>
                </a:lnTo>
                <a:lnTo>
                  <a:pt x="2562456" y="3085473"/>
                </a:lnTo>
                <a:lnTo>
                  <a:pt x="0" y="3085473"/>
                </a:lnTo>
                <a:close/>
              </a:path>
            </a:pathLst>
          </a:custGeom>
          <a:noFill/>
          <a:effectLst/>
        </p:spPr>
      </p:pic>
    </p:spTree>
    <p:extLst>
      <p:ext uri="{BB962C8B-B14F-4D97-AF65-F5344CB8AC3E}">
        <p14:creationId xmlns:p14="http://schemas.microsoft.com/office/powerpoint/2010/main" val="3662190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llustration of API integration ">
            <a:extLst>
              <a:ext uri="{FF2B5EF4-FFF2-40B4-BE49-F238E27FC236}">
                <a16:creationId xmlns:a16="http://schemas.microsoft.com/office/drawing/2014/main" id="{7D01DA69-495F-7F36-9B3A-EEB012470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522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AF181-629C-E71B-D5E9-A011C1BF956E}"/>
              </a:ext>
            </a:extLst>
          </p:cNvPr>
          <p:cNvSpPr txBox="1"/>
          <p:nvPr/>
        </p:nvSpPr>
        <p:spPr>
          <a:xfrm>
            <a:off x="640161" y="270930"/>
            <a:ext cx="437809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Integration Workflow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79E4EA-0408-4F11-8EA9-981B7C7485A6}"/>
              </a:ext>
            </a:extLst>
          </p:cNvPr>
          <p:cNvSpPr txBox="1"/>
          <p:nvPr/>
        </p:nvSpPr>
        <p:spPr>
          <a:xfrm>
            <a:off x="3047400" y="2415138"/>
            <a:ext cx="6094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High-Level Integration Component and Flow Diagram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Create a block and arrow diagram to illustrate the integration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Include Glean, the custom sales CRM, and the internal support chatbot.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Show data flow between these systems.</a:t>
            </a:r>
          </a:p>
        </p:txBody>
      </p:sp>
    </p:spTree>
    <p:extLst>
      <p:ext uri="{BB962C8B-B14F-4D97-AF65-F5344CB8AC3E}">
        <p14:creationId xmlns:p14="http://schemas.microsoft.com/office/powerpoint/2010/main" val="2922502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3058701-68C2-4257-AEDD-B7EEDD094351}"/>
              </a:ext>
            </a:extLst>
          </p:cNvPr>
          <p:cNvGrpSpPr/>
          <p:nvPr/>
        </p:nvGrpSpPr>
        <p:grpSpPr>
          <a:xfrm>
            <a:off x="5946739" y="5729676"/>
            <a:ext cx="298522" cy="1127878"/>
            <a:chOff x="11895027" y="11459950"/>
            <a:chExt cx="597122" cy="225605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E744514A-6920-48EB-A607-8F55F9BEB397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87" y="11459950"/>
              <a:ext cx="0" cy="2256050"/>
            </a:xfrm>
            <a:prstGeom prst="line">
              <a:avLst/>
            </a:prstGeom>
            <a:ln w="381000" cap="rnd">
              <a:gradFill flip="none" rotWithShape="1">
                <a:gsLst>
                  <a:gs pos="0">
                    <a:schemeClr val="accent6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54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Freeform 5">
              <a:extLst>
                <a:ext uri="{FF2B5EF4-FFF2-40B4-BE49-F238E27FC236}">
                  <a16:creationId xmlns:a16="http://schemas.microsoft.com/office/drawing/2014/main" id="{215A5A55-5163-4A7E-B4D4-8101A5084D1F}"/>
                </a:ext>
              </a:extLst>
            </p:cNvPr>
            <p:cNvSpPr>
              <a:spLocks noEditPoints="1"/>
            </p:cNvSpPr>
            <p:nvPr/>
          </p:nvSpPr>
          <p:spPr bwMode="auto">
            <a:xfrm rot="5400000">
              <a:off x="11866319" y="12289414"/>
              <a:ext cx="654537" cy="597122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B98F924-EB6F-4B28-BA6F-778222249167}"/>
              </a:ext>
            </a:extLst>
          </p:cNvPr>
          <p:cNvGrpSpPr/>
          <p:nvPr/>
        </p:nvGrpSpPr>
        <p:grpSpPr>
          <a:xfrm>
            <a:off x="4125852" y="3429000"/>
            <a:ext cx="1970148" cy="1750443"/>
            <a:chOff x="8252777" y="6858000"/>
            <a:chExt cx="3940810" cy="350134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31B5CB6-97C3-4199-B949-33C3CBD34FFE}"/>
                </a:ext>
              </a:extLst>
            </p:cNvPr>
            <p:cNvCxnSpPr>
              <a:cxnSpLocks/>
            </p:cNvCxnSpPr>
            <p:nvPr/>
          </p:nvCxnSpPr>
          <p:spPr>
            <a:xfrm>
              <a:off x="8252777" y="6858000"/>
              <a:ext cx="3940810" cy="3501342"/>
            </a:xfrm>
            <a:prstGeom prst="line">
              <a:avLst/>
            </a:prstGeom>
            <a:ln w="381000" cap="rnd">
              <a:gradFill flip="none" rotWithShape="1">
                <a:gsLst>
                  <a:gs pos="30000">
                    <a:schemeClr val="tx2">
                      <a:alpha val="60000"/>
                    </a:schemeClr>
                  </a:gs>
                  <a:gs pos="76000">
                    <a:schemeClr val="accent3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B80E3036-D7B8-415E-81AC-B18C08B69FFE}"/>
                </a:ext>
              </a:extLst>
            </p:cNvPr>
            <p:cNvSpPr>
              <a:spLocks noEditPoints="1"/>
            </p:cNvSpPr>
            <p:nvPr/>
          </p:nvSpPr>
          <p:spPr bwMode="auto">
            <a:xfrm rot="2700000">
              <a:off x="9959654" y="8390353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D2EE7FB-0DD1-495C-A95C-8AEA05E852E0}"/>
              </a:ext>
            </a:extLst>
          </p:cNvPr>
          <p:cNvGrpSpPr/>
          <p:nvPr/>
        </p:nvGrpSpPr>
        <p:grpSpPr>
          <a:xfrm>
            <a:off x="6096001" y="3429000"/>
            <a:ext cx="1970148" cy="1750443"/>
            <a:chOff x="12193588" y="6858000"/>
            <a:chExt cx="3940810" cy="3501342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56E26CB6-86F5-4DDA-90FE-67C1B1227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93588" y="6858000"/>
              <a:ext cx="3940810" cy="3501342"/>
            </a:xfrm>
            <a:prstGeom prst="line">
              <a:avLst/>
            </a:prstGeom>
            <a:ln w="381000" cap="rnd">
              <a:gradFill flip="none" rotWithShape="1">
                <a:gsLst>
                  <a:gs pos="30000">
                    <a:schemeClr val="accent6">
                      <a:alpha val="70000"/>
                    </a:schemeClr>
                  </a:gs>
                  <a:gs pos="76000">
                    <a:schemeClr val="accent3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3F490C8F-5E8C-472F-B00E-4140D040FC1D}"/>
                </a:ext>
              </a:extLst>
            </p:cNvPr>
            <p:cNvSpPr>
              <a:spLocks noEditPoints="1"/>
            </p:cNvSpPr>
            <p:nvPr/>
          </p:nvSpPr>
          <p:spPr bwMode="auto">
            <a:xfrm rot="8100000">
              <a:off x="13759130" y="8480407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E068873-BEE4-4D0F-B4C9-F1EB87AF33EF}"/>
              </a:ext>
            </a:extLst>
          </p:cNvPr>
          <p:cNvGrpSpPr/>
          <p:nvPr/>
        </p:nvGrpSpPr>
        <p:grpSpPr>
          <a:xfrm>
            <a:off x="6096001" y="1678557"/>
            <a:ext cx="1970148" cy="1750443"/>
            <a:chOff x="12193588" y="3356658"/>
            <a:chExt cx="3940810" cy="3501342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2EFCDAAE-39C6-496B-BAED-6CE4D22157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193588" y="3356658"/>
              <a:ext cx="3940810" cy="3501342"/>
            </a:xfrm>
            <a:prstGeom prst="line">
              <a:avLst/>
            </a:prstGeom>
            <a:ln w="381000" cap="rnd">
              <a:gradFill flip="none" rotWithShape="1">
                <a:gsLst>
                  <a:gs pos="30000">
                    <a:schemeClr val="accent5">
                      <a:alpha val="70000"/>
                    </a:schemeClr>
                  </a:gs>
                  <a:gs pos="76000">
                    <a:schemeClr val="accent3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DD8E2F76-6021-4A85-B907-58D4006FBBFF}"/>
                </a:ext>
              </a:extLst>
            </p:cNvPr>
            <p:cNvSpPr>
              <a:spLocks noEditPoints="1"/>
            </p:cNvSpPr>
            <p:nvPr/>
          </p:nvSpPr>
          <p:spPr bwMode="auto">
            <a:xfrm rot="2700000">
              <a:off x="13763344" y="4783487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C2FEF73-C624-4CA5-8A83-5EB2BF659AFC}"/>
              </a:ext>
            </a:extLst>
          </p:cNvPr>
          <p:cNvGrpSpPr/>
          <p:nvPr/>
        </p:nvGrpSpPr>
        <p:grpSpPr>
          <a:xfrm>
            <a:off x="4125852" y="1678557"/>
            <a:ext cx="1970148" cy="1750443"/>
            <a:chOff x="8252777" y="3356658"/>
            <a:chExt cx="3940810" cy="3501342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4774281-566B-4B80-9DB5-F886E38EDE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2777" y="3356658"/>
              <a:ext cx="3940810" cy="3501342"/>
            </a:xfrm>
            <a:prstGeom prst="line">
              <a:avLst/>
            </a:prstGeom>
            <a:ln w="381000" cap="rnd">
              <a:gradFill flip="none" rotWithShape="1">
                <a:gsLst>
                  <a:gs pos="30000">
                    <a:schemeClr val="tx2">
                      <a:alpha val="60000"/>
                    </a:schemeClr>
                  </a:gs>
                  <a:gs pos="76000">
                    <a:schemeClr val="accent3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E5057BE1-44DE-4BC9-8594-417FE845571E}"/>
                </a:ext>
              </a:extLst>
            </p:cNvPr>
            <p:cNvSpPr>
              <a:spLocks noEditPoints="1"/>
            </p:cNvSpPr>
            <p:nvPr/>
          </p:nvSpPr>
          <p:spPr bwMode="auto">
            <a:xfrm rot="18900000">
              <a:off x="10098812" y="4684630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C0DEA93-6104-4F7E-A82E-A1FAA08EA196}"/>
              </a:ext>
            </a:extLst>
          </p:cNvPr>
          <p:cNvGrpSpPr/>
          <p:nvPr/>
        </p:nvGrpSpPr>
        <p:grpSpPr>
          <a:xfrm>
            <a:off x="2524537" y="3294006"/>
            <a:ext cx="1007475" cy="269988"/>
            <a:chOff x="5049732" y="6587977"/>
            <a:chExt cx="2015212" cy="54004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9FD3BB4-8C98-41A9-81CC-8617969F2B35}"/>
                </a:ext>
              </a:extLst>
            </p:cNvPr>
            <p:cNvCxnSpPr>
              <a:cxnSpLocks/>
            </p:cNvCxnSpPr>
            <p:nvPr/>
          </p:nvCxnSpPr>
          <p:spPr>
            <a:xfrm>
              <a:off x="5049732" y="6858000"/>
              <a:ext cx="2015212" cy="0"/>
            </a:xfrm>
            <a:prstGeom prst="line">
              <a:avLst/>
            </a:prstGeom>
            <a:ln w="381000" cap="rnd"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100000">
                    <a:schemeClr val="tx2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B6844634-A393-462F-89D9-9B4AAC6703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1352" y="6587977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AA3593-B51C-4640-AB5C-B1E10AD1EB13}"/>
              </a:ext>
            </a:extLst>
          </p:cNvPr>
          <p:cNvSpPr/>
          <p:nvPr/>
        </p:nvSpPr>
        <p:spPr>
          <a:xfrm>
            <a:off x="1224664" y="2804174"/>
            <a:ext cx="1299873" cy="124965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Glean Search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4D8F0610-52A8-441E-A1DC-B6D676DD5812}"/>
              </a:ext>
            </a:extLst>
          </p:cNvPr>
          <p:cNvSpPr/>
          <p:nvPr/>
        </p:nvSpPr>
        <p:spPr>
          <a:xfrm>
            <a:off x="5264356" y="838233"/>
            <a:ext cx="1663289" cy="1663289"/>
          </a:xfrm>
          <a:prstGeom prst="diamond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LLM</a:t>
            </a:r>
            <a:endParaRPr lang="en-US"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7D222C-3737-4413-AF3A-C4D44358CFAA}"/>
              </a:ext>
            </a:extLst>
          </p:cNvPr>
          <p:cNvSpPr txBox="1"/>
          <p:nvPr/>
        </p:nvSpPr>
        <p:spPr>
          <a:xfrm>
            <a:off x="4981629" y="2990476"/>
            <a:ext cx="2228743" cy="923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228554">
              <a:defRPr/>
            </a:pPr>
            <a:r>
              <a:rPr lang="en-US" sz="2699" b="1" dirty="0">
                <a:solidFill>
                  <a:srgbClr val="FFFFFF"/>
                </a:solidFill>
                <a:latin typeface="Century Gothic"/>
              </a:rPr>
              <a:t>Integration</a:t>
            </a:r>
          </a:p>
          <a:p>
            <a:pPr algn="ctr" defTabSz="228554">
              <a:defRPr/>
            </a:pPr>
            <a:r>
              <a:rPr lang="en-US" sz="2699" b="1" dirty="0">
                <a:solidFill>
                  <a:srgbClr val="FFFFFF"/>
                </a:solidFill>
                <a:latin typeface="Century Gothic"/>
              </a:rPr>
              <a:t>Workflow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B3F105A5-2215-4378-8C85-1CFA1D3A3DD2}"/>
              </a:ext>
            </a:extLst>
          </p:cNvPr>
          <p:cNvSpPr/>
          <p:nvPr/>
        </p:nvSpPr>
        <p:spPr>
          <a:xfrm>
            <a:off x="5264356" y="4356478"/>
            <a:ext cx="1663289" cy="1663289"/>
          </a:xfrm>
          <a:prstGeom prst="diamond">
            <a:avLst/>
          </a:prstGeom>
          <a:gradFill>
            <a:gsLst>
              <a:gs pos="100000">
                <a:schemeClr val="accent3"/>
              </a:gs>
              <a:gs pos="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Option 02</a:t>
            </a:r>
          </a:p>
          <a:p>
            <a:pPr algn="ctr" defTabSz="228554">
              <a:defRPr/>
            </a:pPr>
            <a:r>
              <a:rPr lang="en-US" sz="900" dirty="0">
                <a:solidFill>
                  <a:srgbClr val="FFFFFF"/>
                </a:solidFill>
                <a:latin typeface="Calibri"/>
              </a:rPr>
              <a:t>Nunc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interdum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velit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Calibri"/>
              </a:rPr>
              <a:t>vulputate</a:t>
            </a:r>
            <a:r>
              <a:rPr lang="en-US" sz="900" dirty="0">
                <a:solidFill>
                  <a:srgbClr val="FFFFFF"/>
                </a:solidFill>
                <a:latin typeface="Calibri"/>
              </a:rPr>
              <a:t>.</a:t>
            </a:r>
            <a:endParaRPr lang="en-US"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BFC29F4-04E4-4749-8EE4-07A50CEBAECA}"/>
              </a:ext>
            </a:extLst>
          </p:cNvPr>
          <p:cNvSpPr/>
          <p:nvPr/>
        </p:nvSpPr>
        <p:spPr>
          <a:xfrm>
            <a:off x="7441322" y="2804174"/>
            <a:ext cx="1249653" cy="1249653"/>
          </a:xfrm>
          <a:prstGeom prst="roundRect">
            <a:avLst>
              <a:gd name="adj" fmla="val 5302"/>
            </a:avLst>
          </a:prstGeom>
          <a:gradFill>
            <a:gsLst>
              <a:gs pos="0">
                <a:schemeClr val="accent5"/>
              </a:gs>
              <a:gs pos="79000">
                <a:schemeClr val="accent6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Act</a:t>
            </a:r>
            <a:endParaRPr lang="en-US"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: Rounded Corners 4">
            <a:extLst>
              <a:ext uri="{FF2B5EF4-FFF2-40B4-BE49-F238E27FC236}">
                <a16:creationId xmlns:a16="http://schemas.microsoft.com/office/drawing/2014/main" id="{98DE3876-9472-3DB2-690B-56518FB585D1}"/>
              </a:ext>
            </a:extLst>
          </p:cNvPr>
          <p:cNvSpPr/>
          <p:nvPr/>
        </p:nvSpPr>
        <p:spPr>
          <a:xfrm>
            <a:off x="1630648" y="1419527"/>
            <a:ext cx="1299873" cy="124965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Glean Assistant</a:t>
            </a:r>
            <a:endParaRPr lang="en-US" sz="1400" dirty="0">
              <a:solidFill>
                <a:srgbClr val="FFFFFF"/>
              </a:solidFill>
              <a:latin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ABCC5A-D404-A52A-F9BB-7726A103A7D6}"/>
              </a:ext>
            </a:extLst>
          </p:cNvPr>
          <p:cNvGrpSpPr/>
          <p:nvPr/>
        </p:nvGrpSpPr>
        <p:grpSpPr>
          <a:xfrm rot="1974640">
            <a:off x="2543657" y="2634256"/>
            <a:ext cx="1169039" cy="269988"/>
            <a:chOff x="5049732" y="6587977"/>
            <a:chExt cx="2015212" cy="54004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D60B5AD-C1B9-6905-87BE-F718733CBF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9732" y="6858000"/>
              <a:ext cx="2015212" cy="0"/>
            </a:xfrm>
            <a:prstGeom prst="line">
              <a:avLst/>
            </a:prstGeom>
            <a:ln w="381000" cap="rnd"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100000">
                    <a:schemeClr val="tx2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4875B0D5-9C90-08F8-60CE-4DF38E61CB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1352" y="6587977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83BDD0-7C42-9B5B-2554-D310ABFD0645}"/>
              </a:ext>
            </a:extLst>
          </p:cNvPr>
          <p:cNvGrpSpPr/>
          <p:nvPr/>
        </p:nvGrpSpPr>
        <p:grpSpPr>
          <a:xfrm rot="19038149">
            <a:off x="2629209" y="4014010"/>
            <a:ext cx="1169039" cy="269988"/>
            <a:chOff x="5049732" y="6587977"/>
            <a:chExt cx="2015212" cy="54004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A265DF9-2FEF-DD40-CB3F-13B8F2E66A81}"/>
                </a:ext>
              </a:extLst>
            </p:cNvPr>
            <p:cNvCxnSpPr>
              <a:cxnSpLocks/>
            </p:cNvCxnSpPr>
            <p:nvPr/>
          </p:nvCxnSpPr>
          <p:spPr>
            <a:xfrm>
              <a:off x="5049732" y="6858000"/>
              <a:ext cx="2015212" cy="0"/>
            </a:xfrm>
            <a:prstGeom prst="line">
              <a:avLst/>
            </a:prstGeom>
            <a:ln w="381000" cap="rnd"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100000">
                    <a:schemeClr val="tx2">
                      <a:alpha val="6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85A92B52-E257-5B05-1334-0D4F88F1B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61352" y="6587977"/>
              <a:ext cx="591973" cy="540047"/>
            </a:xfrm>
            <a:custGeom>
              <a:avLst/>
              <a:gdLst>
                <a:gd name="T0" fmla="*/ 0 w 456"/>
                <a:gd name="T1" fmla="*/ 356 h 416"/>
                <a:gd name="T2" fmla="*/ 147 w 456"/>
                <a:gd name="T3" fmla="*/ 208 h 416"/>
                <a:gd name="T4" fmla="*/ 0 w 456"/>
                <a:gd name="T5" fmla="*/ 58 h 416"/>
                <a:gd name="T6" fmla="*/ 59 w 456"/>
                <a:gd name="T7" fmla="*/ 0 h 416"/>
                <a:gd name="T8" fmla="*/ 265 w 456"/>
                <a:gd name="T9" fmla="*/ 208 h 416"/>
                <a:gd name="T10" fmla="*/ 59 w 456"/>
                <a:gd name="T11" fmla="*/ 416 h 416"/>
                <a:gd name="T12" fmla="*/ 0 w 456"/>
                <a:gd name="T13" fmla="*/ 356 h 416"/>
                <a:gd name="T14" fmla="*/ 248 w 456"/>
                <a:gd name="T15" fmla="*/ 0 h 416"/>
                <a:gd name="T16" fmla="*/ 456 w 456"/>
                <a:gd name="T17" fmla="*/ 208 h 416"/>
                <a:gd name="T18" fmla="*/ 248 w 456"/>
                <a:gd name="T19" fmla="*/ 416 h 416"/>
                <a:gd name="T20" fmla="*/ 191 w 456"/>
                <a:gd name="T21" fmla="*/ 356 h 416"/>
                <a:gd name="T22" fmla="*/ 338 w 456"/>
                <a:gd name="T23" fmla="*/ 208 h 416"/>
                <a:gd name="T24" fmla="*/ 191 w 456"/>
                <a:gd name="T25" fmla="*/ 58 h 416"/>
                <a:gd name="T26" fmla="*/ 248 w 456"/>
                <a:gd name="T27" fmla="*/ 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56" h="416">
                  <a:moveTo>
                    <a:pt x="0" y="356"/>
                  </a:moveTo>
                  <a:lnTo>
                    <a:pt x="147" y="208"/>
                  </a:lnTo>
                  <a:lnTo>
                    <a:pt x="0" y="58"/>
                  </a:lnTo>
                  <a:lnTo>
                    <a:pt x="59" y="0"/>
                  </a:lnTo>
                  <a:lnTo>
                    <a:pt x="265" y="208"/>
                  </a:lnTo>
                  <a:lnTo>
                    <a:pt x="59" y="416"/>
                  </a:lnTo>
                  <a:lnTo>
                    <a:pt x="0" y="356"/>
                  </a:lnTo>
                  <a:close/>
                  <a:moveTo>
                    <a:pt x="248" y="0"/>
                  </a:moveTo>
                  <a:lnTo>
                    <a:pt x="456" y="208"/>
                  </a:lnTo>
                  <a:lnTo>
                    <a:pt x="248" y="416"/>
                  </a:lnTo>
                  <a:lnTo>
                    <a:pt x="191" y="356"/>
                  </a:lnTo>
                  <a:lnTo>
                    <a:pt x="338" y="208"/>
                  </a:lnTo>
                  <a:lnTo>
                    <a:pt x="191" y="58"/>
                  </a:lnTo>
                  <a:lnTo>
                    <a:pt x="248" y="0"/>
                  </a:lnTo>
                  <a:close/>
                </a:path>
              </a:pathLst>
            </a:custGeom>
            <a:solidFill>
              <a:schemeClr val="bg1">
                <a:alpha val="72000"/>
              </a:schemeClr>
            </a:solidFill>
            <a:ln>
              <a:noFill/>
            </a:ln>
          </p:spPr>
          <p:txBody>
            <a:bodyPr vert="horz" wrap="square" lIns="45714" tIns="22857" rIns="45714" bIns="22857" numCol="1" anchor="t" anchorCtr="0" compatLnSpc="1">
              <a:prstTxWarp prst="textNoShape">
                <a:avLst/>
              </a:prstTxWarp>
            </a:bodyPr>
            <a:lstStyle/>
            <a:p>
              <a:pPr defTabSz="228554">
                <a:defRPr/>
              </a:pPr>
              <a:endParaRPr lang="en-US" sz="900">
                <a:solidFill>
                  <a:srgbClr val="172144"/>
                </a:solidFill>
                <a:latin typeface="Calibri"/>
              </a:endParaRPr>
            </a:p>
          </p:txBody>
        </p: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5303237-9BAC-4CE2-A0E3-95693DF035AD}"/>
              </a:ext>
            </a:extLst>
          </p:cNvPr>
          <p:cNvSpPr/>
          <p:nvPr/>
        </p:nvSpPr>
        <p:spPr>
          <a:xfrm>
            <a:off x="3532012" y="2804174"/>
            <a:ext cx="1249653" cy="1249653"/>
          </a:xfrm>
          <a:prstGeom prst="roundRect">
            <a:avLst>
              <a:gd name="adj" fmla="val 4772"/>
            </a:avLst>
          </a:prstGeom>
          <a:gradFill>
            <a:gsLst>
              <a:gs pos="91000">
                <a:schemeClr val="bg2"/>
              </a:gs>
              <a:gs pos="0">
                <a:schemeClr val="tx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>
              <a:defRPr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Analyze</a:t>
            </a:r>
            <a:endParaRPr lang="en-US" sz="14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: Rounded Corners 4">
            <a:extLst>
              <a:ext uri="{FF2B5EF4-FFF2-40B4-BE49-F238E27FC236}">
                <a16:creationId xmlns:a16="http://schemas.microsoft.com/office/drawing/2014/main" id="{30036E7A-1EA8-B82A-050A-BF4ADAF068BF}"/>
              </a:ext>
            </a:extLst>
          </p:cNvPr>
          <p:cNvSpPr/>
          <p:nvPr/>
        </p:nvSpPr>
        <p:spPr>
          <a:xfrm>
            <a:off x="1554180" y="4270575"/>
            <a:ext cx="1299873" cy="124965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path path="circle">
              <a:fillToRect l="100000" t="100000"/>
            </a:path>
          </a:gradFill>
          <a:ln>
            <a:noFill/>
          </a:ln>
          <a:effectLst>
            <a:outerShdw blurRad="711200" dist="1778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400" b="1" dirty="0">
                <a:solidFill>
                  <a:srgbClr val="FFFFFF"/>
                </a:solidFill>
                <a:latin typeface="Century Gothic"/>
              </a:rPr>
              <a:t>Glean APIs</a:t>
            </a:r>
          </a:p>
        </p:txBody>
      </p:sp>
    </p:spTree>
    <p:extLst>
      <p:ext uri="{BB962C8B-B14F-4D97-AF65-F5344CB8AC3E}">
        <p14:creationId xmlns:p14="http://schemas.microsoft.com/office/powerpoint/2010/main" val="1158423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000"/>
                            </p:stCondLst>
                            <p:childTnLst>
                              <p:par>
                                <p:cTn id="3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500"/>
                            </p:stCondLst>
                            <p:childTnLst>
                              <p:par>
                                <p:cTn id="6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000"/>
                            </p:stCondLst>
                            <p:childTnLst>
                              <p:par>
                                <p:cTn id="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  <p:bldP spid="41" grpId="0" animBg="1"/>
      <p:bldP spid="48" grpId="0" animBg="1"/>
      <p:bldP spid="4" grpId="0" animBg="1"/>
      <p:bldP spid="3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AF181-629C-E71B-D5E9-A011C1BF956E}"/>
              </a:ext>
            </a:extLst>
          </p:cNvPr>
          <p:cNvSpPr txBox="1"/>
          <p:nvPr/>
        </p:nvSpPr>
        <p:spPr>
          <a:xfrm>
            <a:off x="640161" y="270930"/>
            <a:ext cx="3962920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Resource</a:t>
            </a:r>
            <a:r>
              <a:rPr kumimoji="0" lang="en-US" sz="3299" b="1" i="0" u="none" strike="noStrike" kern="1200" cap="none" spc="0" normalizeH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Planning</a:t>
            </a:r>
            <a:endParaRPr kumimoji="0" lang="en-US" sz="3299" b="1" i="0" u="none" strike="noStrike" kern="1200" cap="none" spc="0" normalizeH="0" baseline="0" noProof="0" dirty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1D4CE9-6E42-9625-C91F-C9555A2F7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885955"/>
              </p:ext>
            </p:extLst>
          </p:nvPr>
        </p:nvGraphicFramePr>
        <p:xfrm>
          <a:off x="640160" y="1216466"/>
          <a:ext cx="10858241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5440">
                  <a:extLst>
                    <a:ext uri="{9D8B030D-6E8A-4147-A177-3AD203B41FA5}">
                      <a16:colId xmlns:a16="http://schemas.microsoft.com/office/drawing/2014/main" val="3444913287"/>
                    </a:ext>
                  </a:extLst>
                </a:gridCol>
                <a:gridCol w="6724800">
                  <a:extLst>
                    <a:ext uri="{9D8B030D-6E8A-4147-A177-3AD203B41FA5}">
                      <a16:colId xmlns:a16="http://schemas.microsoft.com/office/drawing/2014/main" val="3334154973"/>
                    </a:ext>
                  </a:extLst>
                </a:gridCol>
                <a:gridCol w="2088001">
                  <a:extLst>
                    <a:ext uri="{9D8B030D-6E8A-4147-A177-3AD203B41FA5}">
                      <a16:colId xmlns:a16="http://schemas.microsoft.com/office/drawing/2014/main" val="4149117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Responsibility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Team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0754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Executive Sponsor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Support for backing of project and ownership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Glean,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154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Project Manager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Define project plan, accountability, tracking, comms, team mgmt.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55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Business Stakeholders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Line-of-Business members to define features, permissions and metrics.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722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Engineering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Development teams to collaborate on integration.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Glean,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608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Testers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Engineering test tasks (scale, pen, error) and end user group for UAT.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90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Infrastructure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Setup environment for development and testing.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43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DevOps/SRE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Implement deployment workflow for rapid deployment and monitoring.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1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SecOps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Data privacy, Pen testing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580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IT 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4529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Architects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Glean,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AcmeOne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164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Glean Technical Services/Support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Glean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924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655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DBD4E8AA-4500-45F3-A704-CA5AC0EA5705}"/>
              </a:ext>
            </a:extLst>
          </p:cNvPr>
          <p:cNvSpPr/>
          <p:nvPr/>
        </p:nvSpPr>
        <p:spPr>
          <a:xfrm rot="5400000" flipV="1">
            <a:off x="6233643" y="-2243210"/>
            <a:ext cx="171111" cy="1174560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5977145-7C6A-411F-B414-31CB48550D2B}"/>
              </a:ext>
            </a:extLst>
          </p:cNvPr>
          <p:cNvGrpSpPr/>
          <p:nvPr/>
        </p:nvGrpSpPr>
        <p:grpSpPr>
          <a:xfrm>
            <a:off x="1945651" y="3405964"/>
            <a:ext cx="415775" cy="415775"/>
            <a:chOff x="8128822" y="6442170"/>
            <a:chExt cx="831659" cy="831659"/>
          </a:xfrm>
        </p:grpSpPr>
        <p:sp>
          <p:nvSpPr>
            <p:cNvPr id="57" name="Rectangle: Rounded Corners 56">
              <a:extLst>
                <a:ext uri="{FF2B5EF4-FFF2-40B4-BE49-F238E27FC236}">
                  <a16:creationId xmlns:a16="http://schemas.microsoft.com/office/drawing/2014/main" id="{61C173F7-2BC0-49CD-9101-A90B4F874305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5D801BD-1F54-4463-AC26-FFA1B1C22E84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B88753-0064-4CC4-9669-76448999593D}"/>
              </a:ext>
            </a:extLst>
          </p:cNvPr>
          <p:cNvGrpSpPr/>
          <p:nvPr/>
        </p:nvGrpSpPr>
        <p:grpSpPr>
          <a:xfrm>
            <a:off x="3159012" y="3409645"/>
            <a:ext cx="415775" cy="415775"/>
            <a:chOff x="8128822" y="6442170"/>
            <a:chExt cx="831659" cy="831659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50E243E0-829A-4FAA-BC46-4D022FF216C5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766E3A62-8248-481D-BC83-3C35DA0DC142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3452E27-2017-4BBD-B323-BDD2C76CDB79}"/>
              </a:ext>
            </a:extLst>
          </p:cNvPr>
          <p:cNvGrpSpPr/>
          <p:nvPr/>
        </p:nvGrpSpPr>
        <p:grpSpPr>
          <a:xfrm>
            <a:off x="387211" y="1566402"/>
            <a:ext cx="1781117" cy="1861422"/>
            <a:chOff x="4981954" y="3479833"/>
            <a:chExt cx="3562697" cy="3723328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D2F1F92-1DCB-42EA-AD23-AA58524F338C}"/>
                </a:ext>
              </a:extLst>
            </p:cNvPr>
            <p:cNvGrpSpPr/>
            <p:nvPr/>
          </p:nvGrpSpPr>
          <p:grpSpPr>
            <a:xfrm>
              <a:off x="4981954" y="3479833"/>
              <a:ext cx="3348148" cy="3207875"/>
              <a:chOff x="4981954" y="3479833"/>
              <a:chExt cx="3348148" cy="3207875"/>
            </a:xfrm>
          </p:grpSpPr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73D272E-B7FA-49B3-8F6D-F54BA553E6B9}"/>
                  </a:ext>
                </a:extLst>
              </p:cNvPr>
              <p:cNvSpPr txBox="1"/>
              <p:nvPr/>
            </p:nvSpPr>
            <p:spPr>
              <a:xfrm>
                <a:off x="4981954" y="3479833"/>
                <a:ext cx="3348148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ctr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Design Phase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7F47DE5-E1B9-42BA-B157-4212A55366D5}"/>
                  </a:ext>
                </a:extLst>
              </p:cNvPr>
              <p:cNvSpPr txBox="1"/>
              <p:nvPr/>
            </p:nvSpPr>
            <p:spPr>
              <a:xfrm>
                <a:off x="5037533" y="4656118"/>
                <a:ext cx="3143339" cy="2031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Define data mapping between systems.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Design custom </a:t>
                </a:r>
                <a:r>
                  <a:rPr lang="en-US" sz="1000" dirty="0" err="1">
                    <a:solidFill>
                      <a:srgbClr val="FFFFFF"/>
                    </a:solidFill>
                    <a:latin typeface="Calibri"/>
                  </a:rPr>
                  <a:t>datasource</a:t>
                </a: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 schema.</a:t>
                </a:r>
              </a:p>
              <a:p>
                <a:pPr marL="228600" indent="-228600">
                  <a:buFont typeface="Arial" panose="020B0604020202020204" pitchFamily="34" charset="0"/>
                  <a:buChar char="•"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Plan chatbot integration.</a:t>
                </a: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3BE8793-FB93-416A-8866-BD31C5FA705C}"/>
                </a:ext>
              </a:extLst>
            </p:cNvPr>
            <p:cNvGrpSpPr/>
            <p:nvPr/>
          </p:nvGrpSpPr>
          <p:grpSpPr>
            <a:xfrm>
              <a:off x="5174673" y="4536831"/>
              <a:ext cx="3369978" cy="2666330"/>
              <a:chOff x="5174673" y="4536831"/>
              <a:chExt cx="3369978" cy="2666330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0009576-3404-4BAA-83FA-C72E8A57663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4651" y="4536831"/>
                <a:ext cx="0" cy="266633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6D22BBC-DF18-4720-B722-45B1334C6203}"/>
                  </a:ext>
                </a:extLst>
              </p:cNvPr>
              <p:cNvCxnSpPr/>
              <p:nvPr/>
            </p:nvCxnSpPr>
            <p:spPr>
              <a:xfrm flipH="1">
                <a:off x="5174673" y="4536831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C963571-C2C4-4C7A-AFB0-C7D8D67F1596}"/>
              </a:ext>
            </a:extLst>
          </p:cNvPr>
          <p:cNvGrpSpPr/>
          <p:nvPr/>
        </p:nvGrpSpPr>
        <p:grpSpPr>
          <a:xfrm>
            <a:off x="1300525" y="3825418"/>
            <a:ext cx="2066373" cy="2029472"/>
            <a:chOff x="8060304" y="7273827"/>
            <a:chExt cx="4133284" cy="4059472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E15EF34-449E-4238-BC04-999A90F3F4A3}"/>
                </a:ext>
              </a:extLst>
            </p:cNvPr>
            <p:cNvGrpSpPr/>
            <p:nvPr/>
          </p:nvGrpSpPr>
          <p:grpSpPr>
            <a:xfrm flipV="1">
              <a:off x="8238480" y="7273827"/>
              <a:ext cx="3955108" cy="2150996"/>
              <a:chOff x="4589543" y="4536831"/>
              <a:chExt cx="3955108" cy="1905339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362009B-B6F9-44A2-9861-DB5F31F4CB8C}"/>
                  </a:ext>
                </a:extLst>
              </p:cNvPr>
              <p:cNvCxnSpPr/>
              <p:nvPr/>
            </p:nvCxnSpPr>
            <p:spPr>
              <a:xfrm flipV="1">
                <a:off x="8544651" y="4536831"/>
                <a:ext cx="0" cy="19053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C00F54D2-56D8-4D57-AB1D-9F37FABFD6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89543" y="4536831"/>
                <a:ext cx="39551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7FF53A32-5261-421F-9831-9686202F6D6C}"/>
                </a:ext>
              </a:extLst>
            </p:cNvPr>
            <p:cNvGrpSpPr/>
            <p:nvPr/>
          </p:nvGrpSpPr>
          <p:grpSpPr>
            <a:xfrm>
              <a:off x="8060304" y="8070429"/>
              <a:ext cx="4042382" cy="3262870"/>
              <a:chOff x="8060304" y="8070429"/>
              <a:chExt cx="4042382" cy="3262870"/>
            </a:xfrm>
          </p:grpSpPr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E677DCC-FEFF-42A5-8C1F-FD89A7CBA4D4}"/>
                  </a:ext>
                </a:extLst>
              </p:cNvPr>
              <p:cNvSpPr txBox="1"/>
              <p:nvPr/>
            </p:nvSpPr>
            <p:spPr>
              <a:xfrm>
                <a:off x="8060304" y="8070429"/>
                <a:ext cx="3396244" cy="12928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Infrastructure </a:t>
                </a:r>
              </a:p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Setup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2EB9AC37-FAFF-4BCA-B696-AEDF75557B51}"/>
                  </a:ext>
                </a:extLst>
              </p:cNvPr>
              <p:cNvSpPr txBox="1"/>
              <p:nvPr/>
            </p:nvSpPr>
            <p:spPr>
              <a:xfrm>
                <a:off x="8083405" y="9609527"/>
                <a:ext cx="4019281" cy="172377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Create non-production environment using data extraction or snapshot of Sales CRM system (</a:t>
                </a:r>
                <a:r>
                  <a:rPr kumimoji="0" 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datasource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 and Internal </a:t>
                </a:r>
                <a:r>
                  <a:rPr kumimoji="0" 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ChatBot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for development and testing.</a:t>
                </a:r>
              </a:p>
            </p:txBody>
          </p:sp>
        </p:grp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6671BAE-379A-426A-81AC-B92B78F3F296}"/>
              </a:ext>
            </a:extLst>
          </p:cNvPr>
          <p:cNvGrpSpPr/>
          <p:nvPr/>
        </p:nvGrpSpPr>
        <p:grpSpPr>
          <a:xfrm>
            <a:off x="4437218" y="3429061"/>
            <a:ext cx="415775" cy="415775"/>
            <a:chOff x="8128822" y="6442170"/>
            <a:chExt cx="831659" cy="831659"/>
          </a:xfrm>
        </p:grpSpPr>
        <p:sp>
          <p:nvSpPr>
            <p:cNvPr id="79" name="Rectangle: Rounded Corners 78">
              <a:extLst>
                <a:ext uri="{FF2B5EF4-FFF2-40B4-BE49-F238E27FC236}">
                  <a16:creationId xmlns:a16="http://schemas.microsoft.com/office/drawing/2014/main" id="{584B1270-5AB9-4099-B11D-9B192D385B10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A3BBE00D-664B-4FD5-862C-23958378D9A0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580A7A4-D333-4D8A-BE1C-76B9DEE95AE4}"/>
              </a:ext>
            </a:extLst>
          </p:cNvPr>
          <p:cNvGrpSpPr/>
          <p:nvPr/>
        </p:nvGrpSpPr>
        <p:grpSpPr>
          <a:xfrm>
            <a:off x="5594355" y="3427821"/>
            <a:ext cx="415775" cy="415775"/>
            <a:chOff x="8128822" y="6442170"/>
            <a:chExt cx="831659" cy="831659"/>
          </a:xfrm>
        </p:grpSpPr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B683D860-7E33-4D0C-91E3-4E022E097FCE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F37070E-BB9C-4686-B393-D18748D6A835}"/>
                </a:ext>
              </a:extLst>
            </p:cNvPr>
            <p:cNvSpPr/>
            <p:nvPr/>
          </p:nvSpPr>
          <p:spPr>
            <a:xfrm>
              <a:off x="8202846" y="6627166"/>
              <a:ext cx="683612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06B8B35-A1B2-45E7-AD7A-D197079494E4}"/>
              </a:ext>
            </a:extLst>
          </p:cNvPr>
          <p:cNvGrpSpPr/>
          <p:nvPr/>
        </p:nvGrpSpPr>
        <p:grpSpPr>
          <a:xfrm>
            <a:off x="2892332" y="1132827"/>
            <a:ext cx="1753331" cy="2273136"/>
            <a:chOff x="12329324" y="2280686"/>
            <a:chExt cx="3507118" cy="5057026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D9F1C36E-A537-493B-B635-A6CECB330176}"/>
                </a:ext>
              </a:extLst>
            </p:cNvPr>
            <p:cNvGrpSpPr/>
            <p:nvPr/>
          </p:nvGrpSpPr>
          <p:grpSpPr>
            <a:xfrm>
              <a:off x="12329324" y="2280686"/>
              <a:ext cx="3143339" cy="3308777"/>
              <a:chOff x="12329324" y="2280686"/>
              <a:chExt cx="3143339" cy="3308777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25DA3EA-9B70-424B-9356-C35983A26434}"/>
                  </a:ext>
                </a:extLst>
              </p:cNvPr>
              <p:cNvSpPr txBox="1"/>
              <p:nvPr/>
            </p:nvSpPr>
            <p:spPr>
              <a:xfrm>
                <a:off x="12329324" y="2280686"/>
                <a:ext cx="2254757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Develop</a:t>
                </a: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87E2F942-B7BC-44F3-9EDE-F90BF8317EF8}"/>
                  </a:ext>
                </a:extLst>
              </p:cNvPr>
              <p:cNvSpPr txBox="1"/>
              <p:nvPr/>
            </p:nvSpPr>
            <p:spPr>
              <a:xfrm>
                <a:off x="12329324" y="3329926"/>
                <a:ext cx="3143339" cy="225953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defTabSz="228554"/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Develop custom </a:t>
                </a:r>
                <a:r>
                  <a:rPr lang="en-US" sz="1000" dirty="0" err="1">
                    <a:solidFill>
                      <a:srgbClr val="FFFFFF"/>
                    </a:solidFill>
                    <a:latin typeface="Calibri"/>
                  </a:rPr>
                  <a:t>datasource</a:t>
                </a: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 code.</a:t>
                </a:r>
              </a:p>
              <a:p>
                <a:pPr defTabSz="228554"/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Implement search integration.</a:t>
                </a:r>
              </a:p>
              <a:p>
                <a:pPr defTabSz="228554"/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Set up authentication.</a:t>
                </a:r>
              </a:p>
              <a:p>
                <a:pPr defTabSz="228554"/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157E1485-441F-4D87-B9BF-E59CC1CB0732}"/>
                </a:ext>
              </a:extLst>
            </p:cNvPr>
            <p:cNvGrpSpPr/>
            <p:nvPr/>
          </p:nvGrpSpPr>
          <p:grpSpPr>
            <a:xfrm>
              <a:off x="12466464" y="3188677"/>
              <a:ext cx="3369978" cy="4149035"/>
              <a:chOff x="5174673" y="4536831"/>
              <a:chExt cx="3369978" cy="2429794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331EFB4-D50B-4CAA-8F45-3B26C9B0A5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3535" y="4536831"/>
                <a:ext cx="1116" cy="242979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483BBDE3-AA2F-40B2-A48D-61C54438A174}"/>
                  </a:ext>
                </a:extLst>
              </p:cNvPr>
              <p:cNvCxnSpPr/>
              <p:nvPr/>
            </p:nvCxnSpPr>
            <p:spPr>
              <a:xfrm flipH="1">
                <a:off x="5174673" y="4536831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A1E0A947-B6D8-43D3-9B9F-208FF6FFEF8A}"/>
              </a:ext>
            </a:extLst>
          </p:cNvPr>
          <p:cNvGrpSpPr/>
          <p:nvPr/>
        </p:nvGrpSpPr>
        <p:grpSpPr>
          <a:xfrm>
            <a:off x="4025502" y="3857016"/>
            <a:ext cx="2070498" cy="1604228"/>
            <a:chOff x="15920689" y="7021080"/>
            <a:chExt cx="4141534" cy="3208873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95164DF6-F31B-444F-8A0F-A264014D182F}"/>
                </a:ext>
              </a:extLst>
            </p:cNvPr>
            <p:cNvGrpSpPr/>
            <p:nvPr/>
          </p:nvGrpSpPr>
          <p:grpSpPr>
            <a:xfrm flipV="1">
              <a:off x="16103656" y="7021080"/>
              <a:ext cx="3369978" cy="1352122"/>
              <a:chOff x="5174673" y="5798345"/>
              <a:chExt cx="3369978" cy="791841"/>
            </a:xfrm>
          </p:grpSpPr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F769D9C-9A90-476F-91E0-05DF31F2FD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44651" y="5798345"/>
                <a:ext cx="0" cy="79184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5E94A034-DFF9-4252-838F-082DB99B5701}"/>
                  </a:ext>
                </a:extLst>
              </p:cNvPr>
              <p:cNvCxnSpPr/>
              <p:nvPr/>
            </p:nvCxnSpPr>
            <p:spPr>
              <a:xfrm flipH="1">
                <a:off x="5174673" y="5798345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B3104D77-BBB2-4511-A0D3-AEFBB1292352}"/>
                </a:ext>
              </a:extLst>
            </p:cNvPr>
            <p:cNvGrpSpPr/>
            <p:nvPr/>
          </p:nvGrpSpPr>
          <p:grpSpPr>
            <a:xfrm>
              <a:off x="15920689" y="7524947"/>
              <a:ext cx="4141534" cy="2705006"/>
              <a:chOff x="15920689" y="7524947"/>
              <a:chExt cx="4141534" cy="2705006"/>
            </a:xfrm>
          </p:grpSpPr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39D5799-4E69-41BD-8571-61429E8AD1BB}"/>
                  </a:ext>
                </a:extLst>
              </p:cNvPr>
              <p:cNvSpPr txBox="1"/>
              <p:nvPr/>
            </p:nvSpPr>
            <p:spPr>
              <a:xfrm>
                <a:off x="15920689" y="7524947"/>
                <a:ext cx="1889224" cy="738761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1" dirty="0">
                    <a:solidFill>
                      <a:srgbClr val="FFFFFF"/>
                    </a:solidFill>
                    <a:latin typeface="Century Gothic"/>
                  </a:rPr>
                  <a:t>Testing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entury Gothic"/>
                  <a:ea typeface="+mn-ea"/>
                  <a:cs typeface="+mn-cs"/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F276017-76B0-4FDB-A63D-D91FA5976EC9}"/>
                  </a:ext>
                </a:extLst>
              </p:cNvPr>
              <p:cNvSpPr txBox="1"/>
              <p:nvPr/>
            </p:nvSpPr>
            <p:spPr>
              <a:xfrm>
                <a:off x="15932595" y="8506181"/>
                <a:ext cx="4129628" cy="172377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R="0" lvl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Conduct multiple testing phases:</a:t>
                </a:r>
                <a:endPara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Scale testing </a:t>
                </a: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to support 5,000 users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Penetration testing (Auth/n/z)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UAT</a:t>
                </a: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65F9B5A-C589-2D23-1956-A034BA4B07A7}"/>
              </a:ext>
            </a:extLst>
          </p:cNvPr>
          <p:cNvGrpSpPr/>
          <p:nvPr/>
        </p:nvGrpSpPr>
        <p:grpSpPr>
          <a:xfrm>
            <a:off x="7156383" y="3444764"/>
            <a:ext cx="415775" cy="415775"/>
            <a:chOff x="8128822" y="6442170"/>
            <a:chExt cx="831659" cy="831659"/>
          </a:xfrm>
        </p:grpSpPr>
        <p:sp>
          <p:nvSpPr>
            <p:cNvPr id="3" name="Rectangle: Rounded Corners 78">
              <a:extLst>
                <a:ext uri="{FF2B5EF4-FFF2-40B4-BE49-F238E27FC236}">
                  <a16:creationId xmlns:a16="http://schemas.microsoft.com/office/drawing/2014/main" id="{72CC6EDE-9787-A39A-6794-EDA041D4FE99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92D0986-360D-DACF-DA55-E111F20FA2B6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A632341-8412-71CE-7076-45910E082314}"/>
              </a:ext>
            </a:extLst>
          </p:cNvPr>
          <p:cNvGrpSpPr/>
          <p:nvPr/>
        </p:nvGrpSpPr>
        <p:grpSpPr>
          <a:xfrm>
            <a:off x="5161279" y="1484144"/>
            <a:ext cx="2202992" cy="1983889"/>
            <a:chOff x="11445075" y="3527202"/>
            <a:chExt cx="4406557" cy="396829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8E2064B-4B04-CB41-54DE-40CDA3464FE5}"/>
                </a:ext>
              </a:extLst>
            </p:cNvPr>
            <p:cNvGrpSpPr/>
            <p:nvPr/>
          </p:nvGrpSpPr>
          <p:grpSpPr>
            <a:xfrm>
              <a:off x="11445075" y="3527202"/>
              <a:ext cx="4303740" cy="2305252"/>
              <a:chOff x="11445075" y="3527202"/>
              <a:chExt cx="4303740" cy="2305252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A5B8C1-0CAE-011F-E0AC-EDE1301D5C03}"/>
                  </a:ext>
                </a:extLst>
              </p:cNvPr>
              <p:cNvSpPr txBox="1"/>
              <p:nvPr/>
            </p:nvSpPr>
            <p:spPr>
              <a:xfrm>
                <a:off x="11445075" y="3527202"/>
                <a:ext cx="3110873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Deployment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13BF393-C9C9-8EFA-79D0-F9D6649F01E0}"/>
                  </a:ext>
                </a:extLst>
              </p:cNvPr>
              <p:cNvSpPr txBox="1"/>
              <p:nvPr/>
            </p:nvSpPr>
            <p:spPr>
              <a:xfrm>
                <a:off x="11550363" y="4724314"/>
                <a:ext cx="4198452" cy="110814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Create non-production environment with data extraction or snapshot of Sales CRM system (</a:t>
                </a:r>
                <a:r>
                  <a:rPr kumimoji="0" 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datasource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).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D76A25-C7F4-60AF-4060-2CDF057DCC29}"/>
                </a:ext>
              </a:extLst>
            </p:cNvPr>
            <p:cNvGrpSpPr/>
            <p:nvPr/>
          </p:nvGrpSpPr>
          <p:grpSpPr>
            <a:xfrm>
              <a:off x="11629769" y="4468312"/>
              <a:ext cx="4221863" cy="3027184"/>
              <a:chOff x="4337978" y="5286222"/>
              <a:chExt cx="4221863" cy="177280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F321253-F0EC-8426-766C-1BC0DA86FC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45767" y="5286222"/>
                <a:ext cx="14074" cy="177280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50A7F59-D12F-C9CA-DA5E-B5A591F9098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37978" y="5286222"/>
                <a:ext cx="4221863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8801DD-B35A-85F5-CD57-0D61474E34E7}"/>
              </a:ext>
            </a:extLst>
          </p:cNvPr>
          <p:cNvGrpSpPr/>
          <p:nvPr/>
        </p:nvGrpSpPr>
        <p:grpSpPr>
          <a:xfrm>
            <a:off x="8555775" y="3441239"/>
            <a:ext cx="415775" cy="415775"/>
            <a:chOff x="8128822" y="6442170"/>
            <a:chExt cx="831659" cy="831659"/>
          </a:xfrm>
        </p:grpSpPr>
        <p:sp>
          <p:nvSpPr>
            <p:cNvPr id="13" name="Rectangle: Rounded Corners 59">
              <a:extLst>
                <a:ext uri="{FF2B5EF4-FFF2-40B4-BE49-F238E27FC236}">
                  <a16:creationId xmlns:a16="http://schemas.microsoft.com/office/drawing/2014/main" id="{418C7D9D-ED18-3783-4159-20AD5A0F5BBF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D764AB-3B02-3955-00C5-07A61CBF5697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8A3836-C70C-9F3B-C572-06990BEB6B6E}"/>
              </a:ext>
            </a:extLst>
          </p:cNvPr>
          <p:cNvGrpSpPr/>
          <p:nvPr/>
        </p:nvGrpSpPr>
        <p:grpSpPr>
          <a:xfrm>
            <a:off x="6491024" y="3857014"/>
            <a:ext cx="2283427" cy="2027770"/>
            <a:chOff x="8214198" y="7273827"/>
            <a:chExt cx="4567446" cy="4056068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0A5AA2F-65DD-D76A-F1D9-B2E70CB9C456}"/>
                </a:ext>
              </a:extLst>
            </p:cNvPr>
            <p:cNvGrpSpPr/>
            <p:nvPr/>
          </p:nvGrpSpPr>
          <p:grpSpPr>
            <a:xfrm flipV="1">
              <a:off x="8422574" y="7273827"/>
              <a:ext cx="4344668" cy="2150996"/>
              <a:chOff x="4773637" y="4536831"/>
              <a:chExt cx="4344668" cy="1905339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098BD0F-023D-6371-B157-AC435E04BB09}"/>
                  </a:ext>
                </a:extLst>
              </p:cNvPr>
              <p:cNvCxnSpPr/>
              <p:nvPr/>
            </p:nvCxnSpPr>
            <p:spPr>
              <a:xfrm flipV="1">
                <a:off x="9108848" y="4536831"/>
                <a:ext cx="0" cy="19053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5FCB0BA-BA10-91BC-4B7F-640EA17A18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773637" y="4536831"/>
                <a:ext cx="434466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D0A964F-99C4-1424-C67A-98EE11E235BA}"/>
                </a:ext>
              </a:extLst>
            </p:cNvPr>
            <p:cNvGrpSpPr/>
            <p:nvPr/>
          </p:nvGrpSpPr>
          <p:grpSpPr>
            <a:xfrm>
              <a:off x="8214198" y="7947291"/>
              <a:ext cx="4567446" cy="3382604"/>
              <a:chOff x="8214198" y="7947291"/>
              <a:chExt cx="4567446" cy="338260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103700-86B4-2643-8696-F61BA06232E3}"/>
                  </a:ext>
                </a:extLst>
              </p:cNvPr>
              <p:cNvSpPr txBox="1"/>
              <p:nvPr/>
            </p:nvSpPr>
            <p:spPr>
              <a:xfrm>
                <a:off x="8214198" y="7947291"/>
                <a:ext cx="3480857" cy="129283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Technical </a:t>
                </a:r>
              </a:p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Enablement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990B59-040D-1EEE-9D95-82193A0199B3}"/>
                  </a:ext>
                </a:extLst>
              </p:cNvPr>
              <p:cNvSpPr txBox="1"/>
              <p:nvPr/>
            </p:nvSpPr>
            <p:spPr>
              <a:xfrm>
                <a:off x="8267241" y="9606123"/>
                <a:ext cx="4514403" cy="172377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Deliver training series for end users.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Del</a:t>
                </a:r>
                <a:r>
                  <a:rPr lang="en-US" sz="1000" dirty="0" err="1">
                    <a:solidFill>
                      <a:srgbClr val="FFFFFF"/>
                    </a:solidFill>
                    <a:latin typeface="Calibri"/>
                  </a:rPr>
                  <a:t>iver</a:t>
                </a: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 training series to internal developers/power users on extensibility.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Documentation</a:t>
                </a:r>
              </a:p>
            </p:txBody>
          </p:sp>
        </p:grp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5B8544E-D546-A3DA-4770-0654B079FFF5}"/>
              </a:ext>
            </a:extLst>
          </p:cNvPr>
          <p:cNvGrpSpPr/>
          <p:nvPr/>
        </p:nvGrpSpPr>
        <p:grpSpPr>
          <a:xfrm>
            <a:off x="9997083" y="3427821"/>
            <a:ext cx="415775" cy="415775"/>
            <a:chOff x="8128822" y="6442170"/>
            <a:chExt cx="831659" cy="831659"/>
          </a:xfrm>
        </p:grpSpPr>
        <p:sp>
          <p:nvSpPr>
            <p:cNvPr id="25" name="Rectangle: Rounded Corners 78">
              <a:extLst>
                <a:ext uri="{FF2B5EF4-FFF2-40B4-BE49-F238E27FC236}">
                  <a16:creationId xmlns:a16="http://schemas.microsoft.com/office/drawing/2014/main" id="{196DDE1C-A701-9E68-5376-C8EEEDC41E73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B6EBE3-99F3-35DE-4A3A-B3A571136203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D8C0F3-9379-CF43-003C-DC4A7F5DA7D1}"/>
              </a:ext>
            </a:extLst>
          </p:cNvPr>
          <p:cNvGrpSpPr/>
          <p:nvPr/>
        </p:nvGrpSpPr>
        <p:grpSpPr>
          <a:xfrm>
            <a:off x="8027146" y="1381736"/>
            <a:ext cx="2177820" cy="2032670"/>
            <a:chOff x="11478861" y="3305466"/>
            <a:chExt cx="4356208" cy="4065869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CE61D93-9991-2094-856D-31658EBA4311}"/>
                </a:ext>
              </a:extLst>
            </p:cNvPr>
            <p:cNvGrpSpPr/>
            <p:nvPr/>
          </p:nvGrpSpPr>
          <p:grpSpPr>
            <a:xfrm>
              <a:off x="11478861" y="3305466"/>
              <a:ext cx="4095711" cy="2635957"/>
              <a:chOff x="11478861" y="3305466"/>
              <a:chExt cx="4095711" cy="2635957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E8E4455-5780-0CD9-2379-13FB44212326}"/>
                  </a:ext>
                </a:extLst>
              </p:cNvPr>
              <p:cNvSpPr txBox="1"/>
              <p:nvPr/>
            </p:nvSpPr>
            <p:spPr>
              <a:xfrm>
                <a:off x="11478861" y="3305466"/>
                <a:ext cx="2742133" cy="73876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Monitoring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C8C5A9-ACBA-F37E-A2D5-C740AC13CDD0}"/>
                  </a:ext>
                </a:extLst>
              </p:cNvPr>
              <p:cNvSpPr txBox="1"/>
              <p:nvPr/>
            </p:nvSpPr>
            <p:spPr>
              <a:xfrm>
                <a:off x="11513129" y="4525467"/>
                <a:ext cx="4061443" cy="141595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Defect management</a:t>
                </a:r>
              </a:p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Performance</a:t>
                </a:r>
              </a:p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Issues</a:t>
                </a:r>
              </a:p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BD699567-CF18-3C07-BBF1-818BCE5B4CAA}"/>
                </a:ext>
              </a:extLst>
            </p:cNvPr>
            <p:cNvGrpSpPr/>
            <p:nvPr/>
          </p:nvGrpSpPr>
          <p:grpSpPr>
            <a:xfrm>
              <a:off x="11608906" y="4256739"/>
              <a:ext cx="4226163" cy="3114596"/>
              <a:chOff x="4317115" y="5162319"/>
              <a:chExt cx="4226163" cy="1823997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FB517F3-4A90-A7B7-B9D0-238BB81F4D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539830" y="5162319"/>
                <a:ext cx="3448" cy="182399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EEBF670C-F12F-CF87-4CF4-BD4A05AA8B7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17115" y="5169723"/>
                <a:ext cx="4222715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64EA9C-6C25-A1DB-2B07-D3C823F2751B}"/>
              </a:ext>
            </a:extLst>
          </p:cNvPr>
          <p:cNvGrpSpPr/>
          <p:nvPr/>
        </p:nvGrpSpPr>
        <p:grpSpPr>
          <a:xfrm>
            <a:off x="11037784" y="3427824"/>
            <a:ext cx="415775" cy="415775"/>
            <a:chOff x="8128822" y="6442170"/>
            <a:chExt cx="831659" cy="831659"/>
          </a:xfrm>
        </p:grpSpPr>
        <p:sp>
          <p:nvSpPr>
            <p:cNvPr id="37" name="Rectangle: Rounded Corners 59">
              <a:extLst>
                <a:ext uri="{FF2B5EF4-FFF2-40B4-BE49-F238E27FC236}">
                  <a16:creationId xmlns:a16="http://schemas.microsoft.com/office/drawing/2014/main" id="{C975EFA8-0B6E-FD92-7549-D3E3E62C4BB0}"/>
                </a:ext>
              </a:extLst>
            </p:cNvPr>
            <p:cNvSpPr/>
            <p:nvPr/>
          </p:nvSpPr>
          <p:spPr>
            <a:xfrm rot="18900000" flipH="1">
              <a:off x="8128822" y="6442170"/>
              <a:ext cx="831659" cy="831659"/>
            </a:xfrm>
            <a:prstGeom prst="roundRect">
              <a:avLst>
                <a:gd name="adj" fmla="val 37412"/>
              </a:avLst>
            </a:prstGeom>
            <a:solidFill>
              <a:schemeClr val="accent1">
                <a:alpha val="8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41D11BE-FC6C-0F1D-3D0E-3AD6F57A9D8F}"/>
                </a:ext>
              </a:extLst>
            </p:cNvPr>
            <p:cNvSpPr/>
            <p:nvPr/>
          </p:nvSpPr>
          <p:spPr>
            <a:xfrm>
              <a:off x="8202848" y="6627166"/>
              <a:ext cx="683610" cy="554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2285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29FA488-323D-E6A3-4B7A-5F4CDF82BE4E}"/>
              </a:ext>
            </a:extLst>
          </p:cNvPr>
          <p:cNvGrpSpPr/>
          <p:nvPr/>
        </p:nvGrpSpPr>
        <p:grpSpPr>
          <a:xfrm>
            <a:off x="9503326" y="3843596"/>
            <a:ext cx="1742342" cy="2173466"/>
            <a:chOff x="8708448" y="7273827"/>
            <a:chExt cx="3485140" cy="434749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5DC621-ED69-5A2F-ABA2-9D7D72A11E20}"/>
                </a:ext>
              </a:extLst>
            </p:cNvPr>
            <p:cNvGrpSpPr/>
            <p:nvPr/>
          </p:nvGrpSpPr>
          <p:grpSpPr>
            <a:xfrm flipV="1">
              <a:off x="8823610" y="7273827"/>
              <a:ext cx="3369978" cy="2150996"/>
              <a:chOff x="5174673" y="4536831"/>
              <a:chExt cx="3369978" cy="1905339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69C6C36-0AAE-0319-582B-E11FE7B4F91C}"/>
                  </a:ext>
                </a:extLst>
              </p:cNvPr>
              <p:cNvCxnSpPr/>
              <p:nvPr/>
            </p:nvCxnSpPr>
            <p:spPr>
              <a:xfrm flipV="1">
                <a:off x="8544651" y="4536831"/>
                <a:ext cx="0" cy="1905339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41E625C-9FC5-70A9-EA35-9D69F4E3E31A}"/>
                  </a:ext>
                </a:extLst>
              </p:cNvPr>
              <p:cNvCxnSpPr/>
              <p:nvPr/>
            </p:nvCxnSpPr>
            <p:spPr>
              <a:xfrm flipH="1">
                <a:off x="5174673" y="4536831"/>
                <a:ext cx="33699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E1BBC5A6-B0B5-6367-55CA-6D9A777973CE}"/>
                </a:ext>
              </a:extLst>
            </p:cNvPr>
            <p:cNvGrpSpPr/>
            <p:nvPr/>
          </p:nvGrpSpPr>
          <p:grpSpPr>
            <a:xfrm>
              <a:off x="8708448" y="7990821"/>
              <a:ext cx="3485134" cy="3630504"/>
              <a:chOff x="8708448" y="7990821"/>
              <a:chExt cx="3485134" cy="3630504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AA75308-CD3C-9A7E-6A81-716B9A1F4ECB}"/>
                  </a:ext>
                </a:extLst>
              </p:cNvPr>
              <p:cNvSpPr txBox="1"/>
              <p:nvPr/>
            </p:nvSpPr>
            <p:spPr>
              <a:xfrm>
                <a:off x="8728885" y="7990821"/>
                <a:ext cx="3373801" cy="1292830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Continuous </a:t>
                </a:r>
              </a:p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entury Gothic"/>
                    <a:ea typeface="+mn-ea"/>
                    <a:cs typeface="+mn-cs"/>
                  </a:rPr>
                  <a:t>Improvement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A04C145-8FC0-263F-EBAF-F63B3405CD82}"/>
                  </a:ext>
                </a:extLst>
              </p:cNvPr>
              <p:cNvSpPr txBox="1"/>
              <p:nvPr/>
            </p:nvSpPr>
            <p:spPr>
              <a:xfrm>
                <a:off x="8708448" y="9589735"/>
                <a:ext cx="3485134" cy="203159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marR="0" lvl="0" indent="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Based on monitoring data determine: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1000" dirty="0">
                    <a:solidFill>
                      <a:srgbClr val="FFFFFF"/>
                    </a:solidFill>
                    <a:latin typeface="Calibri"/>
                  </a:rPr>
                  <a:t>U</a:t>
                </a:r>
                <a:r>
                  <a:rPr kumimoji="0" lang="en-US" sz="10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sability</a:t>
                </a: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improvements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Feature enhancements</a:t>
                </a:r>
              </a:p>
              <a:p>
                <a:pPr marL="171450" marR="0" lvl="0" indent="-171450" algn="l" defTabSz="22855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Determine more data elements to expose</a:t>
                </a:r>
              </a:p>
            </p:txBody>
          </p:sp>
        </p:grp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EEF4974-7439-39F2-9AC0-56313EE413A6}"/>
              </a:ext>
            </a:extLst>
          </p:cNvPr>
          <p:cNvCxnSpPr>
            <a:cxnSpLocks/>
          </p:cNvCxnSpPr>
          <p:nvPr/>
        </p:nvCxnSpPr>
        <p:spPr>
          <a:xfrm flipH="1">
            <a:off x="583197" y="6403355"/>
            <a:ext cx="11239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D796F0A-E819-E1A5-3229-9475B0731540}"/>
              </a:ext>
            </a:extLst>
          </p:cNvPr>
          <p:cNvCxnSpPr>
            <a:cxnSpLocks/>
          </p:cNvCxnSpPr>
          <p:nvPr/>
        </p:nvCxnSpPr>
        <p:spPr>
          <a:xfrm>
            <a:off x="11822869" y="3715148"/>
            <a:ext cx="0" cy="2688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0A9A8A6D-F273-4B30-6023-7529515440ED}"/>
              </a:ext>
            </a:extLst>
          </p:cNvPr>
          <p:cNvCxnSpPr>
            <a:cxnSpLocks/>
          </p:cNvCxnSpPr>
          <p:nvPr/>
        </p:nvCxnSpPr>
        <p:spPr>
          <a:xfrm>
            <a:off x="583197" y="3715148"/>
            <a:ext cx="0" cy="26882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Notched Right Arrow 54">
            <a:extLst>
              <a:ext uri="{FF2B5EF4-FFF2-40B4-BE49-F238E27FC236}">
                <a16:creationId xmlns:a16="http://schemas.microsoft.com/office/drawing/2014/main" id="{0F10D99D-67A6-99A6-9061-0AD43FB7E8F6}"/>
              </a:ext>
            </a:extLst>
          </p:cNvPr>
          <p:cNvSpPr/>
          <p:nvPr/>
        </p:nvSpPr>
        <p:spPr>
          <a:xfrm flipH="1">
            <a:off x="3851999" y="6126357"/>
            <a:ext cx="4371473" cy="553995"/>
          </a:xfrm>
          <a:prstGeom prst="notched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Continuous Improvement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9CADEE6-C100-5F47-D0C5-FC0D2A1AD51D}"/>
              </a:ext>
            </a:extLst>
          </p:cNvPr>
          <p:cNvSpPr txBox="1"/>
          <p:nvPr/>
        </p:nvSpPr>
        <p:spPr>
          <a:xfrm>
            <a:off x="640161" y="270930"/>
            <a:ext cx="537035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High-Level</a:t>
            </a:r>
            <a:r>
              <a:rPr kumimoji="0" lang="en-US" sz="3299" b="1" i="0" u="none" strike="noStrike" kern="1200" cap="none" spc="0" normalizeH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Project Stages</a:t>
            </a:r>
          </a:p>
        </p:txBody>
      </p:sp>
    </p:spTree>
    <p:extLst>
      <p:ext uri="{BB962C8B-B14F-4D97-AF65-F5344CB8AC3E}">
        <p14:creationId xmlns:p14="http://schemas.microsoft.com/office/powerpoint/2010/main" val="42803872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9" presetClass="entr" presetSubtype="0" decel="100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9" presetClass="entr" presetSubtype="0" decel="100000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49" presetClass="entr" presetSubtype="0" decel="10000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9" presetClass="entr" presetSubtype="0" de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3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3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9" presetClass="entr" presetSubtype="0" decel="10000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3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9" presetClass="entr" presetSubtype="0" decel="100000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3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9" presetClass="entr" presetSubtype="0" decel="10000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3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49" presetClass="entr" presetSubtype="0" decel="100000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8" decel="10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5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5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1" grpId="0" animBg="1"/>
          <p:bldP spid="101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9" presetClass="entr" presetSubtype="0" decel="100000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9" presetClass="entr" presetSubtype="0" decel="100000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" presetID="49" presetClass="entr" presetSubtype="0" decel="10000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7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6" dur="500"/>
                                            <p:tgtEl>
                                              <p:spTgt spid="7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9" presetClass="entr" presetSubtype="0" decel="10000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81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500"/>
                                            <p:tgtEl>
                                              <p:spTgt spid="8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ntr" presetSubtype="0" fill="hold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5" dur="3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300"/>
                                            <p:tgtEl>
                                              <p:spTgt spid="7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1" dur="300"/>
                                            <p:tgtEl>
                                              <p:spTgt spid="8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0" presetClass="entr" presetSubtype="0" fill="hold" nodeType="withEffect">
                                      <p:stCondLst>
                                        <p:cond delay="16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4" dur="300"/>
                                            <p:tgtEl>
                                              <p:spTgt spid="9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49" presetClass="entr" presetSubtype="0" decel="10000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0" dur="500"/>
                                            <p:tgtEl>
                                              <p:spTgt spid="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3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49" presetClass="entr" presetSubtype="0" decel="100000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6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3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9" presetClass="entr" presetSubtype="0" decel="100000" fill="hold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5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6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9" presetID="10" presetClass="entr" presetSubtype="0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1" dur="3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2" presetID="49" presetClass="entr" presetSubtype="0" decel="100000" fill="hold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4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7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8" presetID="10" presetClass="entr" presetSubtype="0" fill="hold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0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2" presetClass="entr" presetSubtype="8" decel="10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15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4" dur="1500" fill="hold"/>
                                            <p:tgtEl>
                                              <p:spTgt spid="10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1" grpId="0" animBg="1"/>
          <p:bldP spid="101" grpId="0" animBg="1"/>
        </p:bldLst>
      </p:timing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5893C8C6-EEFB-4C43-A57D-8A8A34207FBE}"/>
              </a:ext>
            </a:extLst>
          </p:cNvPr>
          <p:cNvGrpSpPr/>
          <p:nvPr/>
        </p:nvGrpSpPr>
        <p:grpSpPr>
          <a:xfrm>
            <a:off x="1970099" y="1315172"/>
            <a:ext cx="8679044" cy="5542828"/>
            <a:chOff x="5092860" y="1295400"/>
            <a:chExt cx="17360348" cy="11087100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3E5821B-7104-491D-9E57-F206B5589ABE}"/>
                </a:ext>
              </a:extLst>
            </p:cNvPr>
            <p:cNvCxnSpPr/>
            <p:nvPr/>
          </p:nvCxnSpPr>
          <p:spPr>
            <a:xfrm>
              <a:off x="5092860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F0BAC6C-A0F0-4CC9-A4FF-911F7EF4BD14}"/>
                </a:ext>
              </a:extLst>
            </p:cNvPr>
            <p:cNvCxnSpPr/>
            <p:nvPr/>
          </p:nvCxnSpPr>
          <p:spPr>
            <a:xfrm>
              <a:off x="6006563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34C8807-E640-4A48-93C7-1C61C1E0A2D7}"/>
                </a:ext>
              </a:extLst>
            </p:cNvPr>
            <p:cNvCxnSpPr/>
            <p:nvPr/>
          </p:nvCxnSpPr>
          <p:spPr>
            <a:xfrm>
              <a:off x="6920266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705F8A8-CADB-4C59-8F64-5A54D73598F3}"/>
                </a:ext>
              </a:extLst>
            </p:cNvPr>
            <p:cNvCxnSpPr/>
            <p:nvPr/>
          </p:nvCxnSpPr>
          <p:spPr>
            <a:xfrm>
              <a:off x="7833969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920E93-62AD-4791-AC1E-6439CA277B85}"/>
                </a:ext>
              </a:extLst>
            </p:cNvPr>
            <p:cNvCxnSpPr/>
            <p:nvPr/>
          </p:nvCxnSpPr>
          <p:spPr>
            <a:xfrm>
              <a:off x="8747672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E5774A4-5C0D-41B1-93E9-014E0A13803E}"/>
                </a:ext>
              </a:extLst>
            </p:cNvPr>
            <p:cNvCxnSpPr/>
            <p:nvPr/>
          </p:nvCxnSpPr>
          <p:spPr>
            <a:xfrm>
              <a:off x="9661375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8673A5-77C1-4F3C-88B1-61DEA99480EE}"/>
                </a:ext>
              </a:extLst>
            </p:cNvPr>
            <p:cNvCxnSpPr/>
            <p:nvPr/>
          </p:nvCxnSpPr>
          <p:spPr>
            <a:xfrm>
              <a:off x="10575078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81276B3-C4A4-43FF-971D-ED2880CAE27F}"/>
                </a:ext>
              </a:extLst>
            </p:cNvPr>
            <p:cNvCxnSpPr/>
            <p:nvPr/>
          </p:nvCxnSpPr>
          <p:spPr>
            <a:xfrm>
              <a:off x="11488781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BD29EFE-098E-4D59-A18C-D6BF1E1E0A2D}"/>
                </a:ext>
              </a:extLst>
            </p:cNvPr>
            <p:cNvCxnSpPr/>
            <p:nvPr/>
          </p:nvCxnSpPr>
          <p:spPr>
            <a:xfrm>
              <a:off x="12402484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D8C519-7399-413F-A943-D1FA7F1D45AB}"/>
                </a:ext>
              </a:extLst>
            </p:cNvPr>
            <p:cNvCxnSpPr/>
            <p:nvPr/>
          </p:nvCxnSpPr>
          <p:spPr>
            <a:xfrm>
              <a:off x="13316187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FABBBDD-DE0D-4B41-A72E-6AC18BEF7E11}"/>
                </a:ext>
              </a:extLst>
            </p:cNvPr>
            <p:cNvCxnSpPr/>
            <p:nvPr/>
          </p:nvCxnSpPr>
          <p:spPr>
            <a:xfrm>
              <a:off x="14229890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4C69BB7-8EBB-478C-893B-180D727E3C4B}"/>
                </a:ext>
              </a:extLst>
            </p:cNvPr>
            <p:cNvCxnSpPr/>
            <p:nvPr/>
          </p:nvCxnSpPr>
          <p:spPr>
            <a:xfrm>
              <a:off x="15143593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4E46342-8FAD-4C6C-9CBA-36FACB9DE374}"/>
                </a:ext>
              </a:extLst>
            </p:cNvPr>
            <p:cNvCxnSpPr/>
            <p:nvPr/>
          </p:nvCxnSpPr>
          <p:spPr>
            <a:xfrm>
              <a:off x="16057296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45D37AF-376E-4A69-8F7F-BCD371DC24D4}"/>
                </a:ext>
              </a:extLst>
            </p:cNvPr>
            <p:cNvCxnSpPr/>
            <p:nvPr/>
          </p:nvCxnSpPr>
          <p:spPr>
            <a:xfrm>
              <a:off x="16970999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3B848E-90BB-4BEE-8FBF-606435AEF259}"/>
                </a:ext>
              </a:extLst>
            </p:cNvPr>
            <p:cNvCxnSpPr/>
            <p:nvPr/>
          </p:nvCxnSpPr>
          <p:spPr>
            <a:xfrm>
              <a:off x="18798405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E4BDDF9-5E61-4DC7-A5B0-73A07C0D6935}"/>
                </a:ext>
              </a:extLst>
            </p:cNvPr>
            <p:cNvCxnSpPr/>
            <p:nvPr/>
          </p:nvCxnSpPr>
          <p:spPr>
            <a:xfrm>
              <a:off x="17884702" y="13335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2DA897C-49A4-4FDF-885E-446D8A265968}"/>
                </a:ext>
              </a:extLst>
            </p:cNvPr>
            <p:cNvCxnSpPr/>
            <p:nvPr/>
          </p:nvCxnSpPr>
          <p:spPr>
            <a:xfrm>
              <a:off x="19712108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4CCE229-C539-4B3B-AE36-8AFF410EB3F1}"/>
                </a:ext>
              </a:extLst>
            </p:cNvPr>
            <p:cNvCxnSpPr/>
            <p:nvPr/>
          </p:nvCxnSpPr>
          <p:spPr>
            <a:xfrm>
              <a:off x="20625811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BA7919E-D082-4DB5-8229-0E6449273C3A}"/>
                </a:ext>
              </a:extLst>
            </p:cNvPr>
            <p:cNvCxnSpPr/>
            <p:nvPr/>
          </p:nvCxnSpPr>
          <p:spPr>
            <a:xfrm>
              <a:off x="22453208" y="12954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1BD17D2-5BCE-4AF2-9F95-9B8EC9EDF749}"/>
                </a:ext>
              </a:extLst>
            </p:cNvPr>
            <p:cNvCxnSpPr/>
            <p:nvPr/>
          </p:nvCxnSpPr>
          <p:spPr>
            <a:xfrm>
              <a:off x="21539514" y="1333500"/>
              <a:ext cx="0" cy="11049000"/>
            </a:xfrm>
            <a:prstGeom prst="line">
              <a:avLst/>
            </a:prstGeom>
            <a:ln>
              <a:solidFill>
                <a:schemeClr val="tx1">
                  <a:alpha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95F4C9D-EF93-47AE-965F-31C7A842BDEA}"/>
              </a:ext>
            </a:extLst>
          </p:cNvPr>
          <p:cNvGrpSpPr/>
          <p:nvPr/>
        </p:nvGrpSpPr>
        <p:grpSpPr>
          <a:xfrm>
            <a:off x="1970099" y="1502335"/>
            <a:ext cx="8679030" cy="2316903"/>
            <a:chOff x="5092860" y="1669774"/>
            <a:chExt cx="17360321" cy="4634409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0D5F87-2462-4DBC-AD87-BCD5833D6E77}"/>
                </a:ext>
              </a:extLst>
            </p:cNvPr>
            <p:cNvSpPr/>
            <p:nvPr/>
          </p:nvSpPr>
          <p:spPr>
            <a:xfrm>
              <a:off x="5092860" y="1669774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B0F92CF-06F3-448C-B81D-90A89296DD03}"/>
                </a:ext>
              </a:extLst>
            </p:cNvPr>
            <p:cNvSpPr/>
            <p:nvPr/>
          </p:nvSpPr>
          <p:spPr>
            <a:xfrm>
              <a:off x="5092860" y="2511842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C4ABBB7-617A-4C6C-BD65-00780D430EB8}"/>
                </a:ext>
              </a:extLst>
            </p:cNvPr>
            <p:cNvSpPr/>
            <p:nvPr/>
          </p:nvSpPr>
          <p:spPr>
            <a:xfrm>
              <a:off x="5092860" y="3353910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DD1F499A-E8BC-469E-BFA0-546A972D9AE6}"/>
                </a:ext>
              </a:extLst>
            </p:cNvPr>
            <p:cNvSpPr/>
            <p:nvPr/>
          </p:nvSpPr>
          <p:spPr>
            <a:xfrm>
              <a:off x="5092860" y="4195978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2BBCB29-8ABF-4630-BA93-1A6282A62D9A}"/>
                </a:ext>
              </a:extLst>
            </p:cNvPr>
            <p:cNvSpPr/>
            <p:nvPr/>
          </p:nvSpPr>
          <p:spPr>
            <a:xfrm>
              <a:off x="5092860" y="5038046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910BF10-6BD3-4A83-9524-176624F62BBC}"/>
                </a:ext>
              </a:extLst>
            </p:cNvPr>
            <p:cNvSpPr/>
            <p:nvPr/>
          </p:nvSpPr>
          <p:spPr>
            <a:xfrm>
              <a:off x="5092860" y="5880113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51E8FD-0EE8-471B-84B7-1C1923E73AE3}"/>
              </a:ext>
            </a:extLst>
          </p:cNvPr>
          <p:cNvGrpSpPr/>
          <p:nvPr/>
        </p:nvGrpSpPr>
        <p:grpSpPr>
          <a:xfrm>
            <a:off x="1970099" y="3983725"/>
            <a:ext cx="8679030" cy="2316903"/>
            <a:chOff x="5092860" y="1669774"/>
            <a:chExt cx="17360321" cy="4634409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E30FFE-DC12-4693-881E-D38590EBAF3E}"/>
                </a:ext>
              </a:extLst>
            </p:cNvPr>
            <p:cNvSpPr/>
            <p:nvPr/>
          </p:nvSpPr>
          <p:spPr>
            <a:xfrm>
              <a:off x="5092860" y="1669774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2823365-30CB-445E-B7CB-9C50E979A648}"/>
                </a:ext>
              </a:extLst>
            </p:cNvPr>
            <p:cNvSpPr/>
            <p:nvPr/>
          </p:nvSpPr>
          <p:spPr>
            <a:xfrm>
              <a:off x="5092860" y="2511842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AFFF44C-F8C4-491A-9043-17436B6E19B9}"/>
                </a:ext>
              </a:extLst>
            </p:cNvPr>
            <p:cNvSpPr/>
            <p:nvPr/>
          </p:nvSpPr>
          <p:spPr>
            <a:xfrm>
              <a:off x="5092860" y="3353910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5443621-8F17-41D2-A8C0-F2832567B0EA}"/>
                </a:ext>
              </a:extLst>
            </p:cNvPr>
            <p:cNvSpPr/>
            <p:nvPr/>
          </p:nvSpPr>
          <p:spPr>
            <a:xfrm>
              <a:off x="5092860" y="4195978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AF96414-4D48-4855-9228-B57B6D63F8D6}"/>
                </a:ext>
              </a:extLst>
            </p:cNvPr>
            <p:cNvSpPr/>
            <p:nvPr/>
          </p:nvSpPr>
          <p:spPr>
            <a:xfrm>
              <a:off x="5092860" y="5038046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F15B785-CCE4-475E-8BA7-926F4456D345}"/>
                </a:ext>
              </a:extLst>
            </p:cNvPr>
            <p:cNvSpPr/>
            <p:nvPr/>
          </p:nvSpPr>
          <p:spPr>
            <a:xfrm>
              <a:off x="5092860" y="5880113"/>
              <a:ext cx="17360321" cy="424070"/>
            </a:xfrm>
            <a:prstGeom prst="rect">
              <a:avLst/>
            </a:prstGeom>
            <a:solidFill>
              <a:schemeClr val="tx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228554"/>
              <a:endParaRPr lang="en-US" sz="90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A05584E6-8D48-4530-925E-C75574DB0BEB}"/>
              </a:ext>
            </a:extLst>
          </p:cNvPr>
          <p:cNvSpPr txBox="1"/>
          <p:nvPr/>
        </p:nvSpPr>
        <p:spPr>
          <a:xfrm>
            <a:off x="930758" y="1502335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Design Phase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BEAE35-80DA-4041-A034-D273F26BA49A}"/>
              </a:ext>
            </a:extLst>
          </p:cNvPr>
          <p:cNvSpPr txBox="1"/>
          <p:nvPr/>
        </p:nvSpPr>
        <p:spPr>
          <a:xfrm>
            <a:off x="930758" y="1922495"/>
            <a:ext cx="7264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Build Phase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8CCDF9-E4DB-455F-A0DC-38E8B8948562}"/>
              </a:ext>
            </a:extLst>
          </p:cNvPr>
          <p:cNvSpPr txBox="1"/>
          <p:nvPr/>
        </p:nvSpPr>
        <p:spPr>
          <a:xfrm>
            <a:off x="930758" y="2342654"/>
            <a:ext cx="8226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Development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7ABA31-166A-4065-900F-1F2C07DC300F}"/>
              </a:ext>
            </a:extLst>
          </p:cNvPr>
          <p:cNvSpPr txBox="1"/>
          <p:nvPr/>
        </p:nvSpPr>
        <p:spPr>
          <a:xfrm>
            <a:off x="930758" y="2762814"/>
            <a:ext cx="5245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4C01AD-29C5-4379-80DD-A4E610F7F689}"/>
              </a:ext>
            </a:extLst>
          </p:cNvPr>
          <p:cNvSpPr txBox="1"/>
          <p:nvPr/>
        </p:nvSpPr>
        <p:spPr>
          <a:xfrm>
            <a:off x="930758" y="3182974"/>
            <a:ext cx="76495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B6A44A9-AC95-45D0-8459-788DDB2085B4}"/>
              </a:ext>
            </a:extLst>
          </p:cNvPr>
          <p:cNvSpPr txBox="1"/>
          <p:nvPr/>
        </p:nvSpPr>
        <p:spPr>
          <a:xfrm>
            <a:off x="930758" y="3603133"/>
            <a:ext cx="9621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Project Name 06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5BD055-2DE8-4C46-ADE8-1E200B2E9129}"/>
              </a:ext>
            </a:extLst>
          </p:cNvPr>
          <p:cNvSpPr txBox="1"/>
          <p:nvPr/>
        </p:nvSpPr>
        <p:spPr>
          <a:xfrm>
            <a:off x="930758" y="3988007"/>
            <a:ext cx="3818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UAT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DE6F0FB-3F23-4FBC-B192-41D18B927FF1}"/>
              </a:ext>
            </a:extLst>
          </p:cNvPr>
          <p:cNvSpPr txBox="1"/>
          <p:nvPr/>
        </p:nvSpPr>
        <p:spPr>
          <a:xfrm>
            <a:off x="930758" y="4408167"/>
            <a:ext cx="56618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E7A86C-E5AB-4635-B87E-238A49C8FEE2}"/>
              </a:ext>
            </a:extLst>
          </p:cNvPr>
          <p:cNvSpPr txBox="1"/>
          <p:nvPr/>
        </p:nvSpPr>
        <p:spPr>
          <a:xfrm>
            <a:off x="930758" y="4828326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Documentation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E4D677-350E-4FC2-9BC6-C95143FB0165}"/>
              </a:ext>
            </a:extLst>
          </p:cNvPr>
          <p:cNvSpPr txBox="1"/>
          <p:nvPr/>
        </p:nvSpPr>
        <p:spPr>
          <a:xfrm>
            <a:off x="930758" y="5248486"/>
            <a:ext cx="7152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F391FD8-C196-43C4-B400-9D2897B4B49B}"/>
              </a:ext>
            </a:extLst>
          </p:cNvPr>
          <p:cNvSpPr txBox="1"/>
          <p:nvPr/>
        </p:nvSpPr>
        <p:spPr>
          <a:xfrm>
            <a:off x="930758" y="5668646"/>
            <a:ext cx="6303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38CFD91-AE42-443D-BEF6-B15410AFBF9D}"/>
              </a:ext>
            </a:extLst>
          </p:cNvPr>
          <p:cNvSpPr txBox="1"/>
          <p:nvPr/>
        </p:nvSpPr>
        <p:spPr>
          <a:xfrm>
            <a:off x="930758" y="6088805"/>
            <a:ext cx="2712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228554"/>
            <a:r>
              <a:rPr lang="en-US" sz="900" dirty="0">
                <a:solidFill>
                  <a:srgbClr val="FFFFFF"/>
                </a:solidFill>
                <a:latin typeface="Calibri"/>
              </a:rPr>
              <a:t>…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7A7DA8B-0012-4E1C-8F07-BD0BE9C0F771}"/>
              </a:ext>
            </a:extLst>
          </p:cNvPr>
          <p:cNvCxnSpPr>
            <a:cxnSpLocks/>
          </p:cNvCxnSpPr>
          <p:nvPr/>
        </p:nvCxnSpPr>
        <p:spPr>
          <a:xfrm>
            <a:off x="2101131" y="1608338"/>
            <a:ext cx="782552" cy="0"/>
          </a:xfrm>
          <a:prstGeom prst="line">
            <a:avLst/>
          </a:prstGeom>
          <a:ln w="215900" cap="rnd"/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95B5F85-63B3-4F88-B2F0-6FF700D56976}"/>
              </a:ext>
            </a:extLst>
          </p:cNvPr>
          <p:cNvCxnSpPr>
            <a:cxnSpLocks/>
          </p:cNvCxnSpPr>
          <p:nvPr/>
        </p:nvCxnSpPr>
        <p:spPr>
          <a:xfrm>
            <a:off x="2576408" y="2029317"/>
            <a:ext cx="1220859" cy="8594"/>
          </a:xfrm>
          <a:prstGeom prst="line">
            <a:avLst/>
          </a:prstGeom>
          <a:ln w="215900" cap="rnd">
            <a:solidFill>
              <a:schemeClr val="tx2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4BA5EE3-6C5E-475B-A8C4-6BFE9F6A0603}"/>
              </a:ext>
            </a:extLst>
          </p:cNvPr>
          <p:cNvCxnSpPr>
            <a:cxnSpLocks/>
          </p:cNvCxnSpPr>
          <p:nvPr/>
        </p:nvCxnSpPr>
        <p:spPr>
          <a:xfrm>
            <a:off x="2940538" y="2426463"/>
            <a:ext cx="2579463" cy="0"/>
          </a:xfrm>
          <a:prstGeom prst="line">
            <a:avLst/>
          </a:prstGeom>
          <a:ln w="215900" cap="rnd">
            <a:solidFill>
              <a:schemeClr val="accent4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1C4B30F-706A-434A-88B5-4C24E79E35BF}"/>
              </a:ext>
            </a:extLst>
          </p:cNvPr>
          <p:cNvCxnSpPr>
            <a:cxnSpLocks/>
          </p:cNvCxnSpPr>
          <p:nvPr/>
        </p:nvCxnSpPr>
        <p:spPr>
          <a:xfrm>
            <a:off x="2940538" y="2871276"/>
            <a:ext cx="2579463" cy="0"/>
          </a:xfrm>
          <a:prstGeom prst="line">
            <a:avLst/>
          </a:prstGeom>
          <a:ln w="215900" cap="rnd"/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EA7C947-3EEB-418B-9754-7A9F7CC6C2CF}"/>
              </a:ext>
            </a:extLst>
          </p:cNvPr>
          <p:cNvCxnSpPr>
            <a:cxnSpLocks/>
          </p:cNvCxnSpPr>
          <p:nvPr/>
        </p:nvCxnSpPr>
        <p:spPr>
          <a:xfrm>
            <a:off x="4370397" y="3292255"/>
            <a:ext cx="2765364" cy="0"/>
          </a:xfrm>
          <a:prstGeom prst="line">
            <a:avLst/>
          </a:prstGeom>
          <a:ln w="215900" cap="rnd">
            <a:solidFill>
              <a:schemeClr val="accent5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CC81B3B3-F3CD-4A36-9750-B063398EC518}"/>
              </a:ext>
            </a:extLst>
          </p:cNvPr>
          <p:cNvCxnSpPr>
            <a:cxnSpLocks/>
          </p:cNvCxnSpPr>
          <p:nvPr/>
        </p:nvCxnSpPr>
        <p:spPr>
          <a:xfrm>
            <a:off x="2101131" y="4089729"/>
            <a:ext cx="1397382" cy="0"/>
          </a:xfrm>
          <a:prstGeom prst="line">
            <a:avLst/>
          </a:prstGeom>
          <a:ln w="215900" cap="rnd">
            <a:solidFill>
              <a:schemeClr val="tx2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A490C48-E7FB-4419-BDBC-EA4B16982FC1}"/>
              </a:ext>
            </a:extLst>
          </p:cNvPr>
          <p:cNvCxnSpPr>
            <a:cxnSpLocks/>
          </p:cNvCxnSpPr>
          <p:nvPr/>
        </p:nvCxnSpPr>
        <p:spPr>
          <a:xfrm>
            <a:off x="3098576" y="4510708"/>
            <a:ext cx="6236760" cy="0"/>
          </a:xfrm>
          <a:prstGeom prst="line">
            <a:avLst/>
          </a:prstGeom>
          <a:ln w="215900" cap="rnd"/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4EAB98D7-CBF0-4C19-9728-D355A70E576A}"/>
              </a:ext>
            </a:extLst>
          </p:cNvPr>
          <p:cNvCxnSpPr>
            <a:cxnSpLocks/>
          </p:cNvCxnSpPr>
          <p:nvPr/>
        </p:nvCxnSpPr>
        <p:spPr>
          <a:xfrm>
            <a:off x="2641784" y="4931687"/>
            <a:ext cx="3575172" cy="0"/>
          </a:xfrm>
          <a:prstGeom prst="line">
            <a:avLst/>
          </a:prstGeom>
          <a:ln w="215900" cap="rnd">
            <a:solidFill>
              <a:schemeClr val="accent4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8BF34BF3-5227-4386-9775-873CF383359C}"/>
              </a:ext>
            </a:extLst>
          </p:cNvPr>
          <p:cNvCxnSpPr>
            <a:cxnSpLocks/>
            <a:endCxn id="53" idx="3"/>
          </p:cNvCxnSpPr>
          <p:nvPr/>
        </p:nvCxnSpPr>
        <p:spPr>
          <a:xfrm>
            <a:off x="5425444" y="5352666"/>
            <a:ext cx="5223685" cy="0"/>
          </a:xfrm>
          <a:prstGeom prst="line">
            <a:avLst/>
          </a:prstGeom>
          <a:ln w="215900" cap="rnd">
            <a:solidFill>
              <a:schemeClr val="tx2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D5A868EE-0DA6-4792-93DB-2FD29541D7B3}"/>
              </a:ext>
            </a:extLst>
          </p:cNvPr>
          <p:cNvCxnSpPr>
            <a:cxnSpLocks/>
          </p:cNvCxnSpPr>
          <p:nvPr/>
        </p:nvCxnSpPr>
        <p:spPr>
          <a:xfrm>
            <a:off x="3220794" y="5773645"/>
            <a:ext cx="2299207" cy="0"/>
          </a:xfrm>
          <a:prstGeom prst="line">
            <a:avLst/>
          </a:prstGeom>
          <a:ln w="215900" cap="rnd"/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93A9D0C9-A12D-4154-801C-1C61E0BE090F}"/>
              </a:ext>
            </a:extLst>
          </p:cNvPr>
          <p:cNvCxnSpPr>
            <a:cxnSpLocks/>
          </p:cNvCxnSpPr>
          <p:nvPr/>
        </p:nvCxnSpPr>
        <p:spPr>
          <a:xfrm>
            <a:off x="5624435" y="6194625"/>
            <a:ext cx="3654336" cy="0"/>
          </a:xfrm>
          <a:prstGeom prst="line">
            <a:avLst/>
          </a:prstGeom>
          <a:ln w="215900" cap="rnd">
            <a:solidFill>
              <a:schemeClr val="accent4"/>
            </a:solidFill>
          </a:ln>
          <a:effectLst>
            <a:outerShdw blurRad="88900" dist="63500" dir="8100000" algn="tr" rotWithShape="0">
              <a:schemeClr val="accent1">
                <a:lumMod val="75000"/>
                <a:alpha val="5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C3E85B6-8445-EA21-7C4D-DE99095D1897}"/>
              </a:ext>
            </a:extLst>
          </p:cNvPr>
          <p:cNvSpPr txBox="1"/>
          <p:nvPr/>
        </p:nvSpPr>
        <p:spPr>
          <a:xfrm>
            <a:off x="640161" y="270930"/>
            <a:ext cx="3278437" cy="600024"/>
          </a:xfrm>
          <a:prstGeom prst="rect">
            <a:avLst/>
          </a:prstGeom>
          <a:solidFill>
            <a:schemeClr val="tx1"/>
          </a:solidFill>
        </p:spPr>
        <p:txBody>
          <a:bodyPr wrap="none" lIns="91428" tIns="45714" rIns="91428" bIns="45714" rtlCol="0">
            <a:spAutoFit/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9" b="1" i="0" u="none" strike="noStrike" kern="1200" cap="none" spc="0" normalizeH="0" baseline="0" noProof="0" dirty="0">
                <a:ln>
                  <a:noFill/>
                </a:ln>
                <a:solidFill>
                  <a:srgbClr val="172144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Rough Timeline</a:t>
            </a:r>
          </a:p>
        </p:txBody>
      </p:sp>
      <p:sp>
        <p:nvSpPr>
          <p:cNvPr id="30" name="Rectangle: Top Corners Rounded 6">
            <a:extLst>
              <a:ext uri="{FF2B5EF4-FFF2-40B4-BE49-F238E27FC236}">
                <a16:creationId xmlns:a16="http://schemas.microsoft.com/office/drawing/2014/main" id="{90A198CE-C5A5-44C0-99A9-DF635BB701DA}"/>
              </a:ext>
            </a:extLst>
          </p:cNvPr>
          <p:cNvSpPr/>
          <p:nvPr/>
        </p:nvSpPr>
        <p:spPr>
          <a:xfrm rot="5400000" flipV="1">
            <a:off x="5994706" y="-4757888"/>
            <a:ext cx="202590" cy="1219200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endParaRPr lang="en-US" sz="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9ACBBC-79D0-1DA0-89C5-0A371BFB0C43}"/>
              </a:ext>
            </a:extLst>
          </p:cNvPr>
          <p:cNvSpPr txBox="1"/>
          <p:nvPr/>
        </p:nvSpPr>
        <p:spPr>
          <a:xfrm>
            <a:off x="1446753" y="1134108"/>
            <a:ext cx="9963506" cy="351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228554">
              <a:lnSpc>
                <a:spcPct val="200000"/>
              </a:lnSpc>
            </a:pPr>
            <a:r>
              <a:rPr lang="en-US" sz="1000" b="1">
                <a:solidFill>
                  <a:srgbClr val="172144">
                    <a:alpha val="58000"/>
                  </a:srgbClr>
                </a:solidFill>
                <a:latin typeface="Century Gothic"/>
              </a:rPr>
              <a:t>2000	2001	2002	2003	2004	2005	2006	2007	2008	2009	2010	2011	2012	2013	2014	2015	2016	2017	2018	2019</a:t>
            </a:r>
          </a:p>
        </p:txBody>
      </p:sp>
    </p:spTree>
    <p:extLst>
      <p:ext uri="{BB962C8B-B14F-4D97-AF65-F5344CB8AC3E}">
        <p14:creationId xmlns:p14="http://schemas.microsoft.com/office/powerpoint/2010/main" val="30819230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2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3432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Freeform 5">
            <a:extLst>
              <a:ext uri="{FF2B5EF4-FFF2-40B4-BE49-F238E27FC236}">
                <a16:creationId xmlns:a16="http://schemas.microsoft.com/office/drawing/2014/main" id="{215A5A55-5163-4A7E-B4D4-8101A5084D1F}"/>
              </a:ext>
            </a:extLst>
          </p:cNvPr>
          <p:cNvSpPr>
            <a:spLocks noEditPoints="1"/>
          </p:cNvSpPr>
          <p:nvPr/>
        </p:nvSpPr>
        <p:spPr bwMode="auto">
          <a:xfrm rot="5400000">
            <a:off x="5932387" y="6201954"/>
            <a:ext cx="327226" cy="298522"/>
          </a:xfrm>
          <a:custGeom>
            <a:avLst/>
            <a:gdLst>
              <a:gd name="T0" fmla="*/ 0 w 456"/>
              <a:gd name="T1" fmla="*/ 356 h 416"/>
              <a:gd name="T2" fmla="*/ 147 w 456"/>
              <a:gd name="T3" fmla="*/ 208 h 416"/>
              <a:gd name="T4" fmla="*/ 0 w 456"/>
              <a:gd name="T5" fmla="*/ 58 h 416"/>
              <a:gd name="T6" fmla="*/ 59 w 456"/>
              <a:gd name="T7" fmla="*/ 0 h 416"/>
              <a:gd name="T8" fmla="*/ 265 w 456"/>
              <a:gd name="T9" fmla="*/ 208 h 416"/>
              <a:gd name="T10" fmla="*/ 59 w 456"/>
              <a:gd name="T11" fmla="*/ 416 h 416"/>
              <a:gd name="T12" fmla="*/ 0 w 456"/>
              <a:gd name="T13" fmla="*/ 356 h 416"/>
              <a:gd name="T14" fmla="*/ 248 w 456"/>
              <a:gd name="T15" fmla="*/ 0 h 416"/>
              <a:gd name="T16" fmla="*/ 456 w 456"/>
              <a:gd name="T17" fmla="*/ 208 h 416"/>
              <a:gd name="T18" fmla="*/ 248 w 456"/>
              <a:gd name="T19" fmla="*/ 416 h 416"/>
              <a:gd name="T20" fmla="*/ 191 w 456"/>
              <a:gd name="T21" fmla="*/ 356 h 416"/>
              <a:gd name="T22" fmla="*/ 338 w 456"/>
              <a:gd name="T23" fmla="*/ 208 h 416"/>
              <a:gd name="T24" fmla="*/ 191 w 456"/>
              <a:gd name="T25" fmla="*/ 58 h 416"/>
              <a:gd name="T26" fmla="*/ 248 w 456"/>
              <a:gd name="T27" fmla="*/ 0 h 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56" h="416">
                <a:moveTo>
                  <a:pt x="0" y="356"/>
                </a:moveTo>
                <a:lnTo>
                  <a:pt x="147" y="208"/>
                </a:lnTo>
                <a:lnTo>
                  <a:pt x="0" y="58"/>
                </a:lnTo>
                <a:lnTo>
                  <a:pt x="59" y="0"/>
                </a:lnTo>
                <a:lnTo>
                  <a:pt x="265" y="208"/>
                </a:lnTo>
                <a:lnTo>
                  <a:pt x="59" y="416"/>
                </a:lnTo>
                <a:lnTo>
                  <a:pt x="0" y="356"/>
                </a:lnTo>
                <a:close/>
                <a:moveTo>
                  <a:pt x="248" y="0"/>
                </a:moveTo>
                <a:lnTo>
                  <a:pt x="456" y="208"/>
                </a:lnTo>
                <a:lnTo>
                  <a:pt x="248" y="416"/>
                </a:lnTo>
                <a:lnTo>
                  <a:pt x="191" y="356"/>
                </a:lnTo>
                <a:lnTo>
                  <a:pt x="338" y="208"/>
                </a:lnTo>
                <a:lnTo>
                  <a:pt x="191" y="58"/>
                </a:lnTo>
                <a:lnTo>
                  <a:pt x="248" y="0"/>
                </a:lnTo>
                <a:close/>
              </a:path>
            </a:pathLst>
          </a:custGeom>
          <a:solidFill>
            <a:schemeClr val="bg1">
              <a:alpha val="72000"/>
            </a:schemeClr>
          </a:solidFill>
          <a:ln>
            <a:noFill/>
          </a:ln>
        </p:spPr>
        <p:txBody>
          <a:bodyPr vert="horz" wrap="square" lIns="45714" tIns="22857" rIns="45714" bIns="22857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172144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0C212-6F03-04F6-FBE3-56A037A9DAC5}"/>
              </a:ext>
            </a:extLst>
          </p:cNvPr>
          <p:cNvSpPr txBox="1"/>
          <p:nvPr/>
        </p:nvSpPr>
        <p:spPr>
          <a:xfrm>
            <a:off x="1274401" y="1557247"/>
            <a:ext cx="9026048" cy="1107996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 defTabSz="228554"/>
            <a:r>
              <a:rPr lang="en-US" sz="6600" b="1" dirty="0">
                <a:solidFill>
                  <a:schemeClr val="accent5">
                    <a:lumMod val="20000"/>
                    <a:lumOff val="80000"/>
                  </a:schemeClr>
                </a:solidFill>
                <a:effectLst>
                  <a:outerShdw blurRad="609600" algn="ctr" rotWithShape="0">
                    <a:srgbClr val="FF668B"/>
                  </a:outerShdw>
                </a:effectLst>
                <a:latin typeface="Century Gothic"/>
              </a:rPr>
              <a:t>Enablement Tools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C0B13F-53E1-5A5B-629C-2D5627D65E08}"/>
              </a:ext>
            </a:extLst>
          </p:cNvPr>
          <p:cNvGrpSpPr/>
          <p:nvPr/>
        </p:nvGrpSpPr>
        <p:grpSpPr>
          <a:xfrm>
            <a:off x="0" y="5434837"/>
            <a:ext cx="1453558" cy="1423163"/>
            <a:chOff x="781642" y="5434837"/>
            <a:chExt cx="1453558" cy="1423163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A71D08E-3EFE-8245-6B61-98C4D047C89F}"/>
                </a:ext>
              </a:extLst>
            </p:cNvPr>
            <p:cNvSpPr/>
            <p:nvPr/>
          </p:nvSpPr>
          <p:spPr>
            <a:xfrm>
              <a:off x="781642" y="5434837"/>
              <a:ext cx="1453558" cy="1423163"/>
            </a:xfrm>
            <a:prstGeom prst="rtTriangl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10" descr="‎Glean Work on the App Store">
              <a:extLst>
                <a:ext uri="{FF2B5EF4-FFF2-40B4-BE49-F238E27FC236}">
                  <a16:creationId xmlns:a16="http://schemas.microsoft.com/office/drawing/2014/main" id="{B9656B99-211D-FA33-6A1E-0BE5BD1404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51" t="12170" r="29863" b="12724"/>
            <a:stretch/>
          </p:blipFill>
          <p:spPr bwMode="auto">
            <a:xfrm>
              <a:off x="854786" y="6151382"/>
              <a:ext cx="627015" cy="615225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9AAD590-CDBC-76ED-9E56-51278AE1FCAB}"/>
              </a:ext>
            </a:extLst>
          </p:cNvPr>
          <p:cNvGrpSpPr/>
          <p:nvPr/>
        </p:nvGrpSpPr>
        <p:grpSpPr>
          <a:xfrm>
            <a:off x="2822769" y="2913185"/>
            <a:ext cx="3066015" cy="3297195"/>
            <a:chOff x="2822769" y="2913185"/>
            <a:chExt cx="3066015" cy="3297195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72A66CA-844A-05CE-90AD-2DBB032ED150}"/>
                </a:ext>
              </a:extLst>
            </p:cNvPr>
            <p:cNvGrpSpPr/>
            <p:nvPr/>
          </p:nvGrpSpPr>
          <p:grpSpPr>
            <a:xfrm>
              <a:off x="2822769" y="2913185"/>
              <a:ext cx="3066015" cy="3297195"/>
              <a:chOff x="7433930" y="4817798"/>
              <a:chExt cx="4791330" cy="529960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E9F9ED3-70A0-B255-13E2-AC89906AC0D2}"/>
                  </a:ext>
                </a:extLst>
              </p:cNvPr>
              <p:cNvGrpSpPr/>
              <p:nvPr/>
            </p:nvGrpSpPr>
            <p:grpSpPr>
              <a:xfrm>
                <a:off x="7433930" y="4817798"/>
                <a:ext cx="4791330" cy="5299605"/>
                <a:chOff x="8736553" y="3034235"/>
                <a:chExt cx="6914068" cy="7647530"/>
              </a:xfrm>
            </p:grpSpPr>
            <p:sp>
              <p:nvSpPr>
                <p:cNvPr id="13" name="Three">
                  <a:extLst>
                    <a:ext uri="{FF2B5EF4-FFF2-40B4-BE49-F238E27FC236}">
                      <a16:creationId xmlns:a16="http://schemas.microsoft.com/office/drawing/2014/main" id="{4A4D5D34-DB2C-F604-C88A-3EC4626A0B19}"/>
                    </a:ext>
                  </a:extLst>
                </p:cNvPr>
                <p:cNvSpPr/>
                <p:nvPr/>
              </p:nvSpPr>
              <p:spPr>
                <a:xfrm>
                  <a:off x="8736553" y="3808607"/>
                  <a:ext cx="6914068" cy="6873158"/>
                </a:xfrm>
                <a:custGeom>
                  <a:avLst/>
                  <a:gdLst>
                    <a:gd name="connsiteX0" fmla="*/ 4831080 w 4829175"/>
                    <a:gd name="connsiteY0" fmla="*/ 2400300 h 4800600"/>
                    <a:gd name="connsiteX1" fmla="*/ 2415540 w 4829175"/>
                    <a:gd name="connsiteY1" fmla="*/ 4800600 h 4800600"/>
                    <a:gd name="connsiteX2" fmla="*/ 0 w 4829175"/>
                    <a:gd name="connsiteY2" fmla="*/ 2400300 h 4800600"/>
                    <a:gd name="connsiteX3" fmla="*/ 2415540 w 4829175"/>
                    <a:gd name="connsiteY3" fmla="*/ 0 h 4800600"/>
                    <a:gd name="connsiteX4" fmla="*/ 4831080 w 4829175"/>
                    <a:gd name="connsiteY4" fmla="*/ 2400300 h 4800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29175" h="4800600">
                      <a:moveTo>
                        <a:pt x="4831080" y="2400300"/>
                      </a:moveTo>
                      <a:cubicBezTo>
                        <a:pt x="4831080" y="3725949"/>
                        <a:pt x="3749606" y="4800600"/>
                        <a:pt x="2415540" y="4800600"/>
                      </a:cubicBezTo>
                      <a:cubicBezTo>
                        <a:pt x="1081474" y="4800600"/>
                        <a:pt x="0" y="3725949"/>
                        <a:pt x="0" y="2400300"/>
                      </a:cubicBezTo>
                      <a:cubicBezTo>
                        <a:pt x="0" y="1074651"/>
                        <a:pt x="1081474" y="0"/>
                        <a:pt x="2415540" y="0"/>
                      </a:cubicBezTo>
                      <a:cubicBezTo>
                        <a:pt x="3749606" y="0"/>
                        <a:pt x="4831080" y="1074651"/>
                        <a:pt x="4831080" y="2400300"/>
                      </a:cubicBezTo>
                      <a:close/>
                    </a:path>
                  </a:pathLst>
                </a:custGeom>
                <a:gradFill>
                  <a:gsLst>
                    <a:gs pos="98000">
                      <a:schemeClr val="tx1">
                        <a:lumMod val="75000"/>
                        <a:lumOff val="25000"/>
                      </a:schemeClr>
                    </a:gs>
                    <a:gs pos="30000">
                      <a:schemeClr val="tx1">
                        <a:lumMod val="90000"/>
                        <a:lumOff val="1000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1270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14" name="One">
                  <a:extLst>
                    <a:ext uri="{FF2B5EF4-FFF2-40B4-BE49-F238E27FC236}">
                      <a16:creationId xmlns:a16="http://schemas.microsoft.com/office/drawing/2014/main" id="{A968D286-CC4A-CF99-B47C-47543246835F}"/>
                    </a:ext>
                  </a:extLst>
                </p:cNvPr>
                <p:cNvSpPr/>
                <p:nvPr/>
              </p:nvSpPr>
              <p:spPr>
                <a:xfrm>
                  <a:off x="9395686" y="3326019"/>
                  <a:ext cx="5595802" cy="5560608"/>
                </a:xfrm>
                <a:custGeom>
                  <a:avLst/>
                  <a:gdLst>
                    <a:gd name="connsiteX0" fmla="*/ 6057900 w 6057900"/>
                    <a:gd name="connsiteY0" fmla="*/ 3009900 h 6019800"/>
                    <a:gd name="connsiteX1" fmla="*/ 3028950 w 6057900"/>
                    <a:gd name="connsiteY1" fmla="*/ 6019800 h 6019800"/>
                    <a:gd name="connsiteX2" fmla="*/ 0 w 6057900"/>
                    <a:gd name="connsiteY2" fmla="*/ 3009900 h 6019800"/>
                    <a:gd name="connsiteX3" fmla="*/ 3028950 w 6057900"/>
                    <a:gd name="connsiteY3" fmla="*/ 0 h 6019800"/>
                    <a:gd name="connsiteX4" fmla="*/ 6057900 w 6057900"/>
                    <a:gd name="connsiteY4" fmla="*/ 3009900 h 6019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57900" h="6019800">
                      <a:moveTo>
                        <a:pt x="6057900" y="3009900"/>
                      </a:moveTo>
                      <a:cubicBezTo>
                        <a:pt x="6057900" y="4672222"/>
                        <a:pt x="4701793" y="6019800"/>
                        <a:pt x="3028950" y="6019800"/>
                      </a:cubicBezTo>
                      <a:cubicBezTo>
                        <a:pt x="1356107" y="6019800"/>
                        <a:pt x="0" y="4672222"/>
                        <a:pt x="0" y="3009900"/>
                      </a:cubicBezTo>
                      <a:cubicBezTo>
                        <a:pt x="0" y="1347578"/>
                        <a:pt x="1356107" y="0"/>
                        <a:pt x="3028950" y="0"/>
                      </a:cubicBezTo>
                      <a:cubicBezTo>
                        <a:pt x="4701793" y="0"/>
                        <a:pt x="6057900" y="1347578"/>
                        <a:pt x="6057900" y="300990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  <a:effectLst>
                  <a:outerShdw blurRad="635000" sx="111000" sy="111000" algn="ctr" rotWithShape="0">
                    <a:schemeClr val="tx1">
                      <a:alpha val="35000"/>
                    </a:schemeClr>
                  </a:outerShdw>
                  <a:softEdge rad="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15" name="Two">
                  <a:extLst>
                    <a:ext uri="{FF2B5EF4-FFF2-40B4-BE49-F238E27FC236}">
                      <a16:creationId xmlns:a16="http://schemas.microsoft.com/office/drawing/2014/main" id="{338CC21D-45AB-069B-BC3D-B90E47FE67B6}"/>
                    </a:ext>
                  </a:extLst>
                </p:cNvPr>
                <p:cNvSpPr/>
                <p:nvPr/>
              </p:nvSpPr>
              <p:spPr>
                <a:xfrm>
                  <a:off x="9312957" y="3453823"/>
                  <a:ext cx="5761261" cy="5731667"/>
                </a:xfrm>
                <a:custGeom>
                  <a:avLst/>
                  <a:gdLst>
                    <a:gd name="connsiteX0" fmla="*/ 5568315 w 5562600"/>
                    <a:gd name="connsiteY0" fmla="*/ 2767013 h 5534025"/>
                    <a:gd name="connsiteX1" fmla="*/ 2784158 w 5562600"/>
                    <a:gd name="connsiteY1" fmla="*/ 5534025 h 5534025"/>
                    <a:gd name="connsiteX2" fmla="*/ 0 w 5562600"/>
                    <a:gd name="connsiteY2" fmla="*/ 2767013 h 5534025"/>
                    <a:gd name="connsiteX3" fmla="*/ 2784158 w 5562600"/>
                    <a:gd name="connsiteY3" fmla="*/ 0 h 5534025"/>
                    <a:gd name="connsiteX4" fmla="*/ 5568315 w 5562600"/>
                    <a:gd name="connsiteY4" fmla="*/ 2767013 h 5534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62600" h="5534025">
                      <a:moveTo>
                        <a:pt x="5568315" y="2767013"/>
                      </a:moveTo>
                      <a:cubicBezTo>
                        <a:pt x="5568315" y="4295192"/>
                        <a:pt x="4321805" y="5534025"/>
                        <a:pt x="2784158" y="5534025"/>
                      </a:cubicBezTo>
                      <a:cubicBezTo>
                        <a:pt x="1246510" y="5534025"/>
                        <a:pt x="0" y="4295192"/>
                        <a:pt x="0" y="2767013"/>
                      </a:cubicBezTo>
                      <a:cubicBezTo>
                        <a:pt x="0" y="1238834"/>
                        <a:pt x="1246510" y="0"/>
                        <a:pt x="2784158" y="0"/>
                      </a:cubicBezTo>
                      <a:cubicBezTo>
                        <a:pt x="4321805" y="0"/>
                        <a:pt x="5568315" y="1238834"/>
                        <a:pt x="5568315" y="27670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tx1">
                        <a:lumMod val="75000"/>
                        <a:lumOff val="25000"/>
                        <a:alpha val="0"/>
                      </a:schemeClr>
                    </a:gs>
                    <a:gs pos="76000">
                      <a:schemeClr val="tx1"/>
                    </a:gs>
                  </a:gsLst>
                  <a:lin ang="16200000" scaled="1"/>
                  <a:tileRect/>
                </a:gradFill>
                <a:ln w="9525" cap="flat">
                  <a:noFill/>
                  <a:prstDash val="solid"/>
                  <a:miter/>
                </a:ln>
                <a:effectLst>
                  <a:softEdge rad="381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16" name="Four">
                  <a:extLst>
                    <a:ext uri="{FF2B5EF4-FFF2-40B4-BE49-F238E27FC236}">
                      <a16:creationId xmlns:a16="http://schemas.microsoft.com/office/drawing/2014/main" id="{D867BEC3-8733-5C3B-88BF-D9C96A89083D}"/>
                    </a:ext>
                  </a:extLst>
                </p:cNvPr>
                <p:cNvSpPr/>
                <p:nvPr/>
              </p:nvSpPr>
              <p:spPr>
                <a:xfrm>
                  <a:off x="9856768" y="3034235"/>
                  <a:ext cx="4673638" cy="4652347"/>
                </a:xfrm>
                <a:custGeom>
                  <a:avLst/>
                  <a:gdLst>
                    <a:gd name="connsiteX0" fmla="*/ 4189095 w 4181475"/>
                    <a:gd name="connsiteY0" fmla="*/ 2081213 h 4162425"/>
                    <a:gd name="connsiteX1" fmla="*/ 2094548 w 4181475"/>
                    <a:gd name="connsiteY1" fmla="*/ 4162425 h 4162425"/>
                    <a:gd name="connsiteX2" fmla="*/ 0 w 4181475"/>
                    <a:gd name="connsiteY2" fmla="*/ 2081213 h 4162425"/>
                    <a:gd name="connsiteX3" fmla="*/ 2094548 w 4181475"/>
                    <a:gd name="connsiteY3" fmla="*/ 0 h 4162425"/>
                    <a:gd name="connsiteX4" fmla="*/ 4189095 w 4181475"/>
                    <a:gd name="connsiteY4" fmla="*/ 2081213 h 416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81475" h="4162425">
                      <a:moveTo>
                        <a:pt x="4189095" y="2081213"/>
                      </a:moveTo>
                      <a:cubicBezTo>
                        <a:pt x="4189095" y="3230635"/>
                        <a:pt x="3251335" y="4162425"/>
                        <a:pt x="2094548" y="4162425"/>
                      </a:cubicBezTo>
                      <a:cubicBezTo>
                        <a:pt x="937761" y="4162425"/>
                        <a:pt x="0" y="3230635"/>
                        <a:pt x="0" y="2081213"/>
                      </a:cubicBezTo>
                      <a:cubicBezTo>
                        <a:pt x="0" y="931791"/>
                        <a:pt x="937761" y="0"/>
                        <a:pt x="2094548" y="0"/>
                      </a:cubicBezTo>
                      <a:cubicBezTo>
                        <a:pt x="3251335" y="0"/>
                        <a:pt x="4189095" y="931791"/>
                        <a:pt x="4189095" y="2081213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tx1">
                        <a:alpha val="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508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8F40B3E-CCBC-9C02-E59F-D78136EC1D0C}"/>
                  </a:ext>
                </a:extLst>
              </p:cNvPr>
              <p:cNvSpPr txBox="1"/>
              <p:nvPr/>
            </p:nvSpPr>
            <p:spPr>
              <a:xfrm>
                <a:off x="8054381" y="5759638"/>
                <a:ext cx="3548345" cy="2621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r>
                  <a:rPr lang="en-US" sz="1600" b="1" dirty="0">
                    <a:solidFill>
                      <a:srgbClr val="172144"/>
                    </a:solidFill>
                    <a:latin typeface="Century Gothic"/>
                  </a:rPr>
                  <a:t>Jupyter</a:t>
                </a:r>
              </a:p>
              <a:p>
                <a:pPr algn="ctr" defTabSz="228554">
                  <a:defRPr/>
                </a:pPr>
                <a:r>
                  <a:rPr lang="en-US" sz="1600" b="1" dirty="0">
                    <a:solidFill>
                      <a:srgbClr val="172144"/>
                    </a:solidFill>
                    <a:latin typeface="Century Gothic"/>
                  </a:rPr>
                  <a:t>Notebook</a:t>
                </a:r>
              </a:p>
              <a:p>
                <a:pPr algn="ctr" defTabSz="228554">
                  <a:defRPr/>
                </a:pPr>
                <a:r>
                  <a:rPr lang="en-US" sz="1200" b="0" i="0" dirty="0">
                    <a:solidFill>
                      <a:srgbClr val="333333"/>
                    </a:solidFill>
                    <a:effectLst/>
                    <a:latin typeface="Myriad Pro"/>
                  </a:rPr>
                  <a:t>Interactive development environment for notebooks, code, and data. </a:t>
                </a:r>
                <a:endParaRPr lang="en-US" sz="1200" dirty="0">
                  <a:solidFill>
                    <a:srgbClr val="172144"/>
                  </a:solidFill>
                  <a:latin typeface="Calibri"/>
                </a:endParaRPr>
              </a:p>
            </p:txBody>
          </p:sp>
        </p:grpSp>
        <p:pic>
          <p:nvPicPr>
            <p:cNvPr id="10" name="Picture 2" descr="Everything you need to know about Jupyter notebook">
              <a:extLst>
                <a:ext uri="{FF2B5EF4-FFF2-40B4-BE49-F238E27FC236}">
                  <a16:creationId xmlns:a16="http://schemas.microsoft.com/office/drawing/2014/main" id="{D964631F-D139-5E9B-225C-39B933623F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5805" y="3120632"/>
              <a:ext cx="1727058" cy="971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AA4BD5-4E1E-8128-49A8-92E05BDF5E12}"/>
              </a:ext>
            </a:extLst>
          </p:cNvPr>
          <p:cNvGrpSpPr/>
          <p:nvPr/>
        </p:nvGrpSpPr>
        <p:grpSpPr>
          <a:xfrm>
            <a:off x="5888784" y="2913185"/>
            <a:ext cx="3058779" cy="3297195"/>
            <a:chOff x="5888784" y="2913185"/>
            <a:chExt cx="3058779" cy="329719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ABDAB42-BB56-AD3D-64D2-F464126C8536}"/>
                </a:ext>
              </a:extLst>
            </p:cNvPr>
            <p:cNvGrpSpPr/>
            <p:nvPr/>
          </p:nvGrpSpPr>
          <p:grpSpPr>
            <a:xfrm>
              <a:off x="5888784" y="2913185"/>
              <a:ext cx="3058779" cy="3297195"/>
              <a:chOff x="12161915" y="4817798"/>
              <a:chExt cx="4791330" cy="5299605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087AC12-0B58-F382-A741-A50B69152DDE}"/>
                  </a:ext>
                </a:extLst>
              </p:cNvPr>
              <p:cNvGrpSpPr/>
              <p:nvPr/>
            </p:nvGrpSpPr>
            <p:grpSpPr>
              <a:xfrm>
                <a:off x="12161915" y="4817798"/>
                <a:ext cx="4791330" cy="5299605"/>
                <a:chOff x="8736553" y="3034235"/>
                <a:chExt cx="6914068" cy="7647530"/>
              </a:xfrm>
            </p:grpSpPr>
            <p:sp>
              <p:nvSpPr>
                <p:cNvPr id="22" name="Three">
                  <a:extLst>
                    <a:ext uri="{FF2B5EF4-FFF2-40B4-BE49-F238E27FC236}">
                      <a16:creationId xmlns:a16="http://schemas.microsoft.com/office/drawing/2014/main" id="{944F02A8-E13A-0195-6392-5BF682221BBA}"/>
                    </a:ext>
                  </a:extLst>
                </p:cNvPr>
                <p:cNvSpPr/>
                <p:nvPr/>
              </p:nvSpPr>
              <p:spPr>
                <a:xfrm>
                  <a:off x="8736553" y="3808607"/>
                  <a:ext cx="6914068" cy="6873158"/>
                </a:xfrm>
                <a:custGeom>
                  <a:avLst/>
                  <a:gdLst>
                    <a:gd name="connsiteX0" fmla="*/ 4831080 w 4829175"/>
                    <a:gd name="connsiteY0" fmla="*/ 2400300 h 4800600"/>
                    <a:gd name="connsiteX1" fmla="*/ 2415540 w 4829175"/>
                    <a:gd name="connsiteY1" fmla="*/ 4800600 h 4800600"/>
                    <a:gd name="connsiteX2" fmla="*/ 0 w 4829175"/>
                    <a:gd name="connsiteY2" fmla="*/ 2400300 h 4800600"/>
                    <a:gd name="connsiteX3" fmla="*/ 2415540 w 4829175"/>
                    <a:gd name="connsiteY3" fmla="*/ 0 h 4800600"/>
                    <a:gd name="connsiteX4" fmla="*/ 4831080 w 4829175"/>
                    <a:gd name="connsiteY4" fmla="*/ 2400300 h 48006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29175" h="4800600">
                      <a:moveTo>
                        <a:pt x="4831080" y="2400300"/>
                      </a:moveTo>
                      <a:cubicBezTo>
                        <a:pt x="4831080" y="3725949"/>
                        <a:pt x="3749606" y="4800600"/>
                        <a:pt x="2415540" y="4800600"/>
                      </a:cubicBezTo>
                      <a:cubicBezTo>
                        <a:pt x="1081474" y="4800600"/>
                        <a:pt x="0" y="3725949"/>
                        <a:pt x="0" y="2400300"/>
                      </a:cubicBezTo>
                      <a:cubicBezTo>
                        <a:pt x="0" y="1074651"/>
                        <a:pt x="1081474" y="0"/>
                        <a:pt x="2415540" y="0"/>
                      </a:cubicBezTo>
                      <a:cubicBezTo>
                        <a:pt x="3749606" y="0"/>
                        <a:pt x="4831080" y="1074651"/>
                        <a:pt x="4831080" y="2400300"/>
                      </a:cubicBezTo>
                      <a:close/>
                    </a:path>
                  </a:pathLst>
                </a:custGeom>
                <a:gradFill>
                  <a:gsLst>
                    <a:gs pos="98000">
                      <a:schemeClr val="tx1">
                        <a:lumMod val="75000"/>
                        <a:lumOff val="25000"/>
                      </a:schemeClr>
                    </a:gs>
                    <a:gs pos="30000">
                      <a:schemeClr val="tx1">
                        <a:lumMod val="90000"/>
                        <a:lumOff val="1000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1270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23" name="One">
                  <a:extLst>
                    <a:ext uri="{FF2B5EF4-FFF2-40B4-BE49-F238E27FC236}">
                      <a16:creationId xmlns:a16="http://schemas.microsoft.com/office/drawing/2014/main" id="{615D82E7-BBC4-6E82-EAFA-457ABDEBDE99}"/>
                    </a:ext>
                  </a:extLst>
                </p:cNvPr>
                <p:cNvSpPr/>
                <p:nvPr/>
              </p:nvSpPr>
              <p:spPr>
                <a:xfrm>
                  <a:off x="9395686" y="3326019"/>
                  <a:ext cx="5595802" cy="5560608"/>
                </a:xfrm>
                <a:custGeom>
                  <a:avLst/>
                  <a:gdLst>
                    <a:gd name="connsiteX0" fmla="*/ 6057900 w 6057900"/>
                    <a:gd name="connsiteY0" fmla="*/ 3009900 h 6019800"/>
                    <a:gd name="connsiteX1" fmla="*/ 3028950 w 6057900"/>
                    <a:gd name="connsiteY1" fmla="*/ 6019800 h 6019800"/>
                    <a:gd name="connsiteX2" fmla="*/ 0 w 6057900"/>
                    <a:gd name="connsiteY2" fmla="*/ 3009900 h 6019800"/>
                    <a:gd name="connsiteX3" fmla="*/ 3028950 w 6057900"/>
                    <a:gd name="connsiteY3" fmla="*/ 0 h 6019800"/>
                    <a:gd name="connsiteX4" fmla="*/ 6057900 w 6057900"/>
                    <a:gd name="connsiteY4" fmla="*/ 3009900 h 60198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057900" h="6019800">
                      <a:moveTo>
                        <a:pt x="6057900" y="3009900"/>
                      </a:moveTo>
                      <a:cubicBezTo>
                        <a:pt x="6057900" y="4672222"/>
                        <a:pt x="4701793" y="6019800"/>
                        <a:pt x="3028950" y="6019800"/>
                      </a:cubicBezTo>
                      <a:cubicBezTo>
                        <a:pt x="1356107" y="6019800"/>
                        <a:pt x="0" y="4672222"/>
                        <a:pt x="0" y="3009900"/>
                      </a:cubicBezTo>
                      <a:cubicBezTo>
                        <a:pt x="0" y="1347578"/>
                        <a:pt x="1356107" y="0"/>
                        <a:pt x="3028950" y="0"/>
                      </a:cubicBezTo>
                      <a:cubicBezTo>
                        <a:pt x="4701793" y="0"/>
                        <a:pt x="6057900" y="1347578"/>
                        <a:pt x="6057900" y="3009900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 cap="flat">
                  <a:noFill/>
                  <a:prstDash val="solid"/>
                  <a:miter/>
                </a:ln>
                <a:effectLst>
                  <a:outerShdw blurRad="635000" sx="111000" sy="111000" algn="ctr" rotWithShape="0">
                    <a:schemeClr val="tx1">
                      <a:alpha val="35000"/>
                    </a:schemeClr>
                  </a:outerShdw>
                  <a:softEdge rad="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24" name="Two">
                  <a:extLst>
                    <a:ext uri="{FF2B5EF4-FFF2-40B4-BE49-F238E27FC236}">
                      <a16:creationId xmlns:a16="http://schemas.microsoft.com/office/drawing/2014/main" id="{EACE3FBD-18BD-1416-7F14-FD056649F166}"/>
                    </a:ext>
                  </a:extLst>
                </p:cNvPr>
                <p:cNvSpPr/>
                <p:nvPr/>
              </p:nvSpPr>
              <p:spPr>
                <a:xfrm>
                  <a:off x="9312957" y="3453823"/>
                  <a:ext cx="5761261" cy="5731667"/>
                </a:xfrm>
                <a:custGeom>
                  <a:avLst/>
                  <a:gdLst>
                    <a:gd name="connsiteX0" fmla="*/ 5568315 w 5562600"/>
                    <a:gd name="connsiteY0" fmla="*/ 2767013 h 5534025"/>
                    <a:gd name="connsiteX1" fmla="*/ 2784158 w 5562600"/>
                    <a:gd name="connsiteY1" fmla="*/ 5534025 h 5534025"/>
                    <a:gd name="connsiteX2" fmla="*/ 0 w 5562600"/>
                    <a:gd name="connsiteY2" fmla="*/ 2767013 h 5534025"/>
                    <a:gd name="connsiteX3" fmla="*/ 2784158 w 5562600"/>
                    <a:gd name="connsiteY3" fmla="*/ 0 h 5534025"/>
                    <a:gd name="connsiteX4" fmla="*/ 5568315 w 5562600"/>
                    <a:gd name="connsiteY4" fmla="*/ 2767013 h 5534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62600" h="5534025">
                      <a:moveTo>
                        <a:pt x="5568315" y="2767013"/>
                      </a:moveTo>
                      <a:cubicBezTo>
                        <a:pt x="5568315" y="4295192"/>
                        <a:pt x="4321805" y="5534025"/>
                        <a:pt x="2784158" y="5534025"/>
                      </a:cubicBezTo>
                      <a:cubicBezTo>
                        <a:pt x="1246510" y="5534025"/>
                        <a:pt x="0" y="4295192"/>
                        <a:pt x="0" y="2767013"/>
                      </a:cubicBezTo>
                      <a:cubicBezTo>
                        <a:pt x="0" y="1238834"/>
                        <a:pt x="1246510" y="0"/>
                        <a:pt x="2784158" y="0"/>
                      </a:cubicBezTo>
                      <a:cubicBezTo>
                        <a:pt x="4321805" y="0"/>
                        <a:pt x="5568315" y="1238834"/>
                        <a:pt x="5568315" y="27670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tx1">
                        <a:lumMod val="75000"/>
                        <a:lumOff val="25000"/>
                        <a:alpha val="0"/>
                      </a:schemeClr>
                    </a:gs>
                    <a:gs pos="76000">
                      <a:schemeClr val="tx1"/>
                    </a:gs>
                  </a:gsLst>
                  <a:lin ang="16200000" scaled="1"/>
                  <a:tileRect/>
                </a:gradFill>
                <a:ln w="9525" cap="flat">
                  <a:noFill/>
                  <a:prstDash val="solid"/>
                  <a:miter/>
                </a:ln>
                <a:effectLst>
                  <a:softEdge rad="381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25" name="Two">
                  <a:extLst>
                    <a:ext uri="{FF2B5EF4-FFF2-40B4-BE49-F238E27FC236}">
                      <a16:creationId xmlns:a16="http://schemas.microsoft.com/office/drawing/2014/main" id="{9C5E2EC7-2781-B42E-670F-B8E83D1E2D90}"/>
                    </a:ext>
                  </a:extLst>
                </p:cNvPr>
                <p:cNvSpPr/>
                <p:nvPr/>
              </p:nvSpPr>
              <p:spPr>
                <a:xfrm>
                  <a:off x="9245023" y="3453822"/>
                  <a:ext cx="5761261" cy="5063713"/>
                </a:xfrm>
                <a:custGeom>
                  <a:avLst/>
                  <a:gdLst>
                    <a:gd name="connsiteX0" fmla="*/ 5568315 w 5562600"/>
                    <a:gd name="connsiteY0" fmla="*/ 2767013 h 5534025"/>
                    <a:gd name="connsiteX1" fmla="*/ 2784158 w 5562600"/>
                    <a:gd name="connsiteY1" fmla="*/ 5534025 h 5534025"/>
                    <a:gd name="connsiteX2" fmla="*/ 0 w 5562600"/>
                    <a:gd name="connsiteY2" fmla="*/ 2767013 h 5534025"/>
                    <a:gd name="connsiteX3" fmla="*/ 2784158 w 5562600"/>
                    <a:gd name="connsiteY3" fmla="*/ 0 h 5534025"/>
                    <a:gd name="connsiteX4" fmla="*/ 5568315 w 5562600"/>
                    <a:gd name="connsiteY4" fmla="*/ 2767013 h 55340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562600" h="5534025">
                      <a:moveTo>
                        <a:pt x="5568315" y="2767013"/>
                      </a:moveTo>
                      <a:cubicBezTo>
                        <a:pt x="5568315" y="4295192"/>
                        <a:pt x="4321805" y="5534025"/>
                        <a:pt x="2784158" y="5534025"/>
                      </a:cubicBezTo>
                      <a:cubicBezTo>
                        <a:pt x="1246510" y="5534025"/>
                        <a:pt x="0" y="4295192"/>
                        <a:pt x="0" y="2767013"/>
                      </a:cubicBezTo>
                      <a:cubicBezTo>
                        <a:pt x="0" y="1238834"/>
                        <a:pt x="1246510" y="0"/>
                        <a:pt x="2784158" y="0"/>
                      </a:cubicBezTo>
                      <a:cubicBezTo>
                        <a:pt x="4321805" y="0"/>
                        <a:pt x="5568315" y="1238834"/>
                        <a:pt x="5568315" y="2767013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100000">
                      <a:schemeClr val="tx1">
                        <a:lumMod val="75000"/>
                        <a:lumOff val="25000"/>
                        <a:alpha val="0"/>
                      </a:schemeClr>
                    </a:gs>
                    <a:gs pos="76000">
                      <a:schemeClr val="tx1"/>
                    </a:gs>
                  </a:gsLst>
                  <a:lin ang="16200000" scaled="1"/>
                  <a:tileRect/>
                </a:gradFill>
                <a:ln w="9525" cap="flat">
                  <a:noFill/>
                  <a:prstDash val="solid"/>
                  <a:miter/>
                </a:ln>
                <a:effectLst>
                  <a:softEdge rad="381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  <p:sp>
              <p:nvSpPr>
                <p:cNvPr id="26" name="Four">
                  <a:extLst>
                    <a:ext uri="{FF2B5EF4-FFF2-40B4-BE49-F238E27FC236}">
                      <a16:creationId xmlns:a16="http://schemas.microsoft.com/office/drawing/2014/main" id="{C25CDB49-C3A1-5B28-DC27-67A11B1BBACC}"/>
                    </a:ext>
                  </a:extLst>
                </p:cNvPr>
                <p:cNvSpPr/>
                <p:nvPr/>
              </p:nvSpPr>
              <p:spPr>
                <a:xfrm>
                  <a:off x="9856768" y="3034235"/>
                  <a:ext cx="4673638" cy="4652347"/>
                </a:xfrm>
                <a:custGeom>
                  <a:avLst/>
                  <a:gdLst>
                    <a:gd name="connsiteX0" fmla="*/ 4189095 w 4181475"/>
                    <a:gd name="connsiteY0" fmla="*/ 2081213 h 4162425"/>
                    <a:gd name="connsiteX1" fmla="*/ 2094548 w 4181475"/>
                    <a:gd name="connsiteY1" fmla="*/ 4162425 h 4162425"/>
                    <a:gd name="connsiteX2" fmla="*/ 0 w 4181475"/>
                    <a:gd name="connsiteY2" fmla="*/ 2081213 h 4162425"/>
                    <a:gd name="connsiteX3" fmla="*/ 2094548 w 4181475"/>
                    <a:gd name="connsiteY3" fmla="*/ 0 h 4162425"/>
                    <a:gd name="connsiteX4" fmla="*/ 4189095 w 4181475"/>
                    <a:gd name="connsiteY4" fmla="*/ 2081213 h 41624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181475" h="4162425">
                      <a:moveTo>
                        <a:pt x="4189095" y="2081213"/>
                      </a:moveTo>
                      <a:cubicBezTo>
                        <a:pt x="4189095" y="3230635"/>
                        <a:pt x="3251335" y="4162425"/>
                        <a:pt x="2094548" y="4162425"/>
                      </a:cubicBezTo>
                      <a:cubicBezTo>
                        <a:pt x="937761" y="4162425"/>
                        <a:pt x="0" y="3230635"/>
                        <a:pt x="0" y="2081213"/>
                      </a:cubicBezTo>
                      <a:cubicBezTo>
                        <a:pt x="0" y="931791"/>
                        <a:pt x="937761" y="0"/>
                        <a:pt x="2094548" y="0"/>
                      </a:cubicBezTo>
                      <a:cubicBezTo>
                        <a:pt x="3251335" y="0"/>
                        <a:pt x="4189095" y="931791"/>
                        <a:pt x="4189095" y="2081213"/>
                      </a:cubicBezTo>
                      <a:close/>
                    </a:path>
                  </a:pathLst>
                </a:custGeom>
                <a:gradFill>
                  <a:gsLst>
                    <a:gs pos="100000">
                      <a:schemeClr val="tx1">
                        <a:lumMod val="75000"/>
                        <a:lumOff val="25000"/>
                      </a:schemeClr>
                    </a:gs>
                    <a:gs pos="0">
                      <a:schemeClr val="tx1">
                        <a:alpha val="0"/>
                      </a:schemeClr>
                    </a:gs>
                  </a:gsLst>
                  <a:lin ang="16200000" scaled="1"/>
                </a:gradFill>
                <a:ln w="9525" cap="flat">
                  <a:noFill/>
                  <a:prstDash val="solid"/>
                  <a:miter/>
                </a:ln>
                <a:effectLst>
                  <a:softEdge rad="508000"/>
                </a:effectLst>
              </p:spPr>
              <p:txBody>
                <a:bodyPr rot="0" spcFirstLastPara="0" vertOverflow="overflow" horzOverflow="overflow" vert="horz" wrap="square" lIns="22854" tIns="11427" rIns="22854" bIns="1142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defTabSz="114254"/>
                  <a:endParaRPr lang="en-US" sz="450">
                    <a:solidFill>
                      <a:srgbClr val="172144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5826A16-5D8D-2832-2846-CD226D0811AF}"/>
                  </a:ext>
                </a:extLst>
              </p:cNvPr>
              <p:cNvSpPr txBox="1"/>
              <p:nvPr/>
            </p:nvSpPr>
            <p:spPr>
              <a:xfrm>
                <a:off x="13026873" y="5646871"/>
                <a:ext cx="3061413" cy="2028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endParaRPr lang="en-US" sz="1600" b="1" dirty="0">
                  <a:solidFill>
                    <a:srgbClr val="172144"/>
                  </a:solidFill>
                  <a:latin typeface="Century Gothic"/>
                </a:endParaRPr>
              </a:p>
              <a:p>
                <a:pPr algn="ctr" defTabSz="228554">
                  <a:defRPr/>
                </a:pPr>
                <a:r>
                  <a:rPr lang="en-US" sz="1600" b="1" dirty="0">
                    <a:solidFill>
                      <a:srgbClr val="172144"/>
                    </a:solidFill>
                    <a:latin typeface="Century Gothic"/>
                  </a:rPr>
                  <a:t>Visual Studio Code</a:t>
                </a:r>
              </a:p>
              <a:p>
                <a:pPr algn="ctr" defTabSz="228554">
                  <a:defRPr/>
                </a:pPr>
                <a:r>
                  <a:rPr lang="en-US" sz="1200" dirty="0">
                    <a:solidFill>
                      <a:srgbClr val="172144"/>
                    </a:solidFill>
                    <a:latin typeface="Calibri"/>
                  </a:rPr>
                  <a:t>Contextual Coding Assistant</a:t>
                </a:r>
              </a:p>
            </p:txBody>
          </p:sp>
        </p:grpSp>
        <p:pic>
          <p:nvPicPr>
            <p:cNvPr id="19" name="Picture 2" descr="Visual Studio Code Logo PNG vector in SVG, PDF, AI, CDR format">
              <a:extLst>
                <a:ext uri="{FF2B5EF4-FFF2-40B4-BE49-F238E27FC236}">
                  <a16:creationId xmlns:a16="http://schemas.microsoft.com/office/drawing/2014/main" id="{E509AD10-379D-7232-441A-38F6D26AE0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23302" y="3274360"/>
              <a:ext cx="789741" cy="5927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2E15726F-B382-ADE9-3237-51AD61E0FE05}"/>
              </a:ext>
            </a:extLst>
          </p:cNvPr>
          <p:cNvSpPr/>
          <p:nvPr/>
        </p:nvSpPr>
        <p:spPr>
          <a:xfrm>
            <a:off x="4168098" y="5249403"/>
            <a:ext cx="374024" cy="37402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200" b="1" dirty="0">
                <a:solidFill>
                  <a:srgbClr val="FFFFFF"/>
                </a:solidFill>
                <a:latin typeface="Century Gothic"/>
              </a:rPr>
              <a:t>01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29A2866-4155-DC8A-0F5B-874FC04A1351}"/>
              </a:ext>
            </a:extLst>
          </p:cNvPr>
          <p:cNvSpPr/>
          <p:nvPr/>
        </p:nvSpPr>
        <p:spPr>
          <a:xfrm>
            <a:off x="7237507" y="5218288"/>
            <a:ext cx="374024" cy="37402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28554"/>
            <a:r>
              <a:rPr lang="en-US" sz="1200" b="1" dirty="0">
                <a:solidFill>
                  <a:srgbClr val="FFFFFF"/>
                </a:solidFill>
                <a:latin typeface="Century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034038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72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2000">
                                          <p:cBhvr additive="base">
                                            <p:cTn id="7" dur="2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2000">
                                          <p:cBhvr additive="base">
                                            <p:cTn id="8" dur="2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9" presetClass="entr" presetSubtype="0" decel="100000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9" presetClass="entr" presetSubtype="0" decel="100000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27" grpId="0" animBg="1"/>
          <p:bldP spid="28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2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2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49" presetClass="entr" presetSubtype="0" decel="100000" fill="hold" grpId="0" nodeType="withEffect">
                                      <p:stCondLst>
                                        <p:cond delay="19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49" presetClass="entr" presetSubtype="0" decel="100000" fill="hold" grpId="0" nodeType="withEffect">
                                      <p:stCondLst>
                                        <p:cond delay="210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27" grpId="0" animBg="1"/>
          <p:bldP spid="28" grpId="0" animBg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40F3B9-921D-3678-72F6-106545D9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76602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A172357D-2CFA-77F0-9F76-9D6468303DBC}"/>
              </a:ext>
            </a:extLst>
          </p:cNvPr>
          <p:cNvGrpSpPr/>
          <p:nvPr/>
        </p:nvGrpSpPr>
        <p:grpSpPr>
          <a:xfrm>
            <a:off x="10964985" y="5595815"/>
            <a:ext cx="1078716" cy="1047261"/>
            <a:chOff x="9222154" y="1703754"/>
            <a:chExt cx="1078716" cy="1047261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DCD7B7-3B04-6B92-E4AB-63A27B70277E}"/>
                </a:ext>
              </a:extLst>
            </p:cNvPr>
            <p:cNvSpPr/>
            <p:nvPr/>
          </p:nvSpPr>
          <p:spPr>
            <a:xfrm>
              <a:off x="9222154" y="1703754"/>
              <a:ext cx="1078716" cy="1047261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6" name="Picture 2" descr="Visual Studio Code Logo PNG vector in SVG, PDF, AI, CDR format">
              <a:extLst>
                <a:ext uri="{FF2B5EF4-FFF2-40B4-BE49-F238E27FC236}">
                  <a16:creationId xmlns:a16="http://schemas.microsoft.com/office/drawing/2014/main" id="{34211AAB-6A0C-372E-260A-D19F1AC9F5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029" y="1938071"/>
              <a:ext cx="770966" cy="57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7855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645037-145A-22C3-4577-D197334C3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140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702F066D-DD3C-A8A8-7E9B-D6745750584D}"/>
              </a:ext>
            </a:extLst>
          </p:cNvPr>
          <p:cNvSpPr/>
          <p:nvPr/>
        </p:nvSpPr>
        <p:spPr>
          <a:xfrm>
            <a:off x="78154" y="5556738"/>
            <a:ext cx="1078716" cy="104726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Everything you need to know about Jupyter notebook">
            <a:extLst>
              <a:ext uri="{FF2B5EF4-FFF2-40B4-BE49-F238E27FC236}">
                <a16:creationId xmlns:a16="http://schemas.microsoft.com/office/drawing/2014/main" id="{08F5D55D-B4D4-33CE-95F7-308FC2FF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6017" y="5594745"/>
            <a:ext cx="1727058" cy="97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0914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AF10CC3A-E59E-4EAD-AACD-C986D905B48F}"/>
              </a:ext>
            </a:extLst>
          </p:cNvPr>
          <p:cNvSpPr/>
          <p:nvPr/>
        </p:nvSpPr>
        <p:spPr>
          <a:xfrm>
            <a:off x="-108889" y="-4449196"/>
            <a:ext cx="12409778" cy="1240977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Put AI to work.</a:t>
            </a:r>
            <a:b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work.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enterprise AI platform for all your company’s data.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5407B82-4C27-477A-93A6-771594C2C6E4}"/>
              </a:ext>
            </a:extLst>
          </p:cNvPr>
          <p:cNvSpPr/>
          <p:nvPr/>
        </p:nvSpPr>
        <p:spPr>
          <a:xfrm>
            <a:off x="967993" y="-3591921"/>
            <a:ext cx="10256015" cy="1025601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A95376-3F58-41C5-8C96-50F2895DB0DB}"/>
              </a:ext>
            </a:extLst>
          </p:cNvPr>
          <p:cNvSpPr/>
          <p:nvPr/>
        </p:nvSpPr>
        <p:spPr>
          <a:xfrm>
            <a:off x="1857978" y="-3284565"/>
            <a:ext cx="8476045" cy="847604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98080BC-FE5B-4D69-A7E9-2C92D549B0B7}"/>
              </a:ext>
            </a:extLst>
          </p:cNvPr>
          <p:cNvSpPr/>
          <p:nvPr/>
        </p:nvSpPr>
        <p:spPr>
          <a:xfrm>
            <a:off x="2593502" y="-3158561"/>
            <a:ext cx="7004996" cy="700499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524EC4A-5BD7-4DB4-8A30-43575F574825}"/>
              </a:ext>
            </a:extLst>
          </p:cNvPr>
          <p:cNvSpPr/>
          <p:nvPr/>
        </p:nvSpPr>
        <p:spPr>
          <a:xfrm>
            <a:off x="3464522" y="-2314856"/>
            <a:ext cx="5262957" cy="526295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270000" sx="102000" sy="102000" algn="ctr" rotWithShape="0">
              <a:schemeClr val="accent2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3842D3-CEBB-4274-9C9F-76A4A99B5789}"/>
              </a:ext>
            </a:extLst>
          </p:cNvPr>
          <p:cNvSpPr txBox="1"/>
          <p:nvPr/>
        </p:nvSpPr>
        <p:spPr>
          <a:xfrm>
            <a:off x="1742830" y="4464579"/>
            <a:ext cx="8706339" cy="1200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599" b="0" i="0" u="none" strike="noStrike" kern="1200" cap="none" spc="0" normalizeH="0" baseline="0" noProof="0" dirty="0">
                <a:ln>
                  <a:noFill/>
                </a:ln>
                <a:solidFill>
                  <a:srgbClr val="FA3585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The enterprise AI platform for all your company’s data.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F17A56-C42B-470C-9710-2F3D4900FB16}"/>
              </a:ext>
            </a:extLst>
          </p:cNvPr>
          <p:cNvSpPr txBox="1"/>
          <p:nvPr/>
        </p:nvSpPr>
        <p:spPr>
          <a:xfrm>
            <a:off x="2593502" y="1074553"/>
            <a:ext cx="6767043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Thank you!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Put AI to work.</a:t>
            </a:r>
          </a:p>
          <a:p>
            <a:pPr marL="0" marR="0" lvl="0" indent="0" algn="ctr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At work.</a:t>
            </a:r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EBB460-1CA3-24BD-B31F-18E68DA024A4}"/>
              </a:ext>
            </a:extLst>
          </p:cNvPr>
          <p:cNvSpPr/>
          <p:nvPr/>
        </p:nvSpPr>
        <p:spPr>
          <a:xfrm>
            <a:off x="-1743" y="5434837"/>
            <a:ext cx="1453558" cy="1423163"/>
          </a:xfrm>
          <a:prstGeom prst="rt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3" name="Picture 10" descr="‎Glean Work on the App Store">
            <a:extLst>
              <a:ext uri="{FF2B5EF4-FFF2-40B4-BE49-F238E27FC236}">
                <a16:creationId xmlns:a16="http://schemas.microsoft.com/office/drawing/2014/main" id="{381B5B54-4A18-798F-567C-C1A6A4A4B4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51" t="12170" r="29863" b="12724"/>
          <a:stretch/>
        </p:blipFill>
        <p:spPr bwMode="auto">
          <a:xfrm>
            <a:off x="71401" y="6151382"/>
            <a:ext cx="627015" cy="615225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</p:spTree>
    <p:extLst>
      <p:ext uri="{BB962C8B-B14F-4D97-AF65-F5344CB8AC3E}">
        <p14:creationId xmlns:p14="http://schemas.microsoft.com/office/powerpoint/2010/main" val="1597422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250" fill="hold"/>
                                        <p:tgtEl>
                                          <p:spTgt spid="3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450" fill="hold"/>
                                        <p:tgtEl>
                                          <p:spTgt spid="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750" fill="hold"/>
                                        <p:tgtEl>
                                          <p:spTgt spid="5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repeatCount="indefinite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3000" fill="hold"/>
                                        <p:tgtEl>
                                          <p:spTgt spid="16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19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16" grpId="0" animBg="1"/>
      <p:bldP spid="16" grpId="1" animBg="1"/>
      <p:bldP spid="18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A9D817-13C2-2FC1-7696-B3773CE8A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7101" y="735283"/>
            <a:ext cx="4978399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Backup Slides</a:t>
            </a:r>
          </a:p>
        </p:txBody>
      </p:sp>
      <p:pic>
        <p:nvPicPr>
          <p:cNvPr id="7" name="Graphic 6" descr="Open Folder">
            <a:extLst>
              <a:ext uri="{FF2B5EF4-FFF2-40B4-BE49-F238E27FC236}">
                <a16:creationId xmlns:a16="http://schemas.microsoft.com/office/drawing/2014/main" id="{9A9492DE-C5E5-6C53-F6F5-3E22A91C2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Open Folder">
            <a:extLst>
              <a:ext uri="{FF2B5EF4-FFF2-40B4-BE49-F238E27FC236}">
                <a16:creationId xmlns:a16="http://schemas.microsoft.com/office/drawing/2014/main" id="{691A287D-1BA5-464C-B2F3-4B411ABCC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545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599BA-F018-8DC6-98DA-3730A5D4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496FC-5682-FFAE-7645-DBFC678A1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5,000 employees</a:t>
            </a:r>
          </a:p>
          <a:p>
            <a:r>
              <a:rPr lang="en-US" dirty="0"/>
              <a:t>Multiple systems already integrated</a:t>
            </a:r>
          </a:p>
          <a:p>
            <a:r>
              <a:rPr lang="en-US" dirty="0"/>
              <a:t>2 major customizations</a:t>
            </a:r>
          </a:p>
          <a:p>
            <a:pPr lvl="1"/>
            <a:r>
              <a:rPr lang="en-US" dirty="0"/>
              <a:t>New custom </a:t>
            </a:r>
            <a:r>
              <a:rPr lang="en-US" dirty="0" err="1"/>
              <a:t>datasource</a:t>
            </a:r>
            <a:r>
              <a:rPr lang="en-US" dirty="0"/>
              <a:t> for CRM data (Similar to </a:t>
            </a:r>
            <a:r>
              <a:rPr lang="en-US" dirty="0" err="1"/>
              <a:t>SalesForce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ChatBot</a:t>
            </a:r>
            <a:r>
              <a:rPr lang="en-US" dirty="0"/>
              <a:t> for internal support (</a:t>
            </a:r>
            <a:r>
              <a:rPr lang="en-US" dirty="0" err="1"/>
              <a:t>eg.</a:t>
            </a:r>
            <a:r>
              <a:rPr lang="en-US" dirty="0"/>
              <a:t> Intercom)</a:t>
            </a:r>
          </a:p>
          <a:p>
            <a:r>
              <a:rPr lang="en-US" dirty="0"/>
              <a:t>How to</a:t>
            </a:r>
          </a:p>
          <a:p>
            <a:r>
              <a:rPr lang="en-US" dirty="0"/>
              <a:t>Block/arrow diagram</a:t>
            </a:r>
          </a:p>
          <a:p>
            <a:r>
              <a:rPr lang="en-US" dirty="0"/>
              <a:t>Tech assumptions</a:t>
            </a:r>
          </a:p>
          <a:p>
            <a:r>
              <a:rPr lang="en-US" dirty="0"/>
              <a:t>Integration method</a:t>
            </a:r>
          </a:p>
          <a:p>
            <a:r>
              <a:rPr lang="en-US" dirty="0"/>
              <a:t>Resources – Technical and people (who and what for)</a:t>
            </a:r>
          </a:p>
          <a:p>
            <a:r>
              <a:rPr lang="en-US" dirty="0"/>
              <a:t>Rough project plan – Design, build, test, implement</a:t>
            </a:r>
          </a:p>
          <a:p>
            <a:pPr lvl="1"/>
            <a:r>
              <a:rPr lang="en-US" dirty="0"/>
              <a:t>Project phases and list of tasks in the phases</a:t>
            </a:r>
          </a:p>
        </p:txBody>
      </p:sp>
    </p:spTree>
    <p:extLst>
      <p:ext uri="{BB962C8B-B14F-4D97-AF65-F5344CB8AC3E}">
        <p14:creationId xmlns:p14="http://schemas.microsoft.com/office/powerpoint/2010/main" val="224115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7973A-FFCB-B4ED-92A1-8F7876A9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315"/>
            <a:ext cx="10515600" cy="5878648"/>
          </a:xfrm>
        </p:spPr>
        <p:txBody>
          <a:bodyPr>
            <a:normAutofit fontScale="250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Introduction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Briefly introduce Glean and its purpose.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Mention the customer’s existing deployment and their specific requests.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High-Level Integration Component and Flow Diagram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Create a block and arrow diagram to illustrate the integration components.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Include Glean, the custom sales CRM, and the internal support chatbot.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Show data flow between these systems.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Technical Assumptions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List assumptions about the customer’s systems and Glean: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Glean supports REST APIs for data exchange.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The custom sales CRM exposes APIs for data retrieval.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The internal support chatbot has an API for communication.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Authentication mechanisms are in place (e.g., OAuth, API keys).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Integration Methods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 (Sales CRM):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Leverage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Glean’s</a:t>
            </a:r>
            <a:r>
              <a:rPr lang="en-US" dirty="0">
                <a:effectLst/>
                <a:latin typeface="Helvetica Neue" panose="02000503000000020004" pitchFamily="2" charset="0"/>
              </a:rPr>
              <a:t> extensibility to create a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Use REST APIs to pull data from the sales CRM.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Schedule periodic syncs to keep data up-to-date.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Search Integration (Internal Chatbot):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Integrate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Glean’s</a:t>
            </a:r>
            <a:r>
              <a:rPr lang="en-US" dirty="0">
                <a:effectLst/>
                <a:latin typeface="Helvetica Neue" panose="02000503000000020004" pitchFamily="2" charset="0"/>
              </a:rPr>
              <a:t> search functionality into the chatbot.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Use webhook callbacks to trigger searches.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Display relevant search results within the chatbot interface.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Resources Required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Technical Resources: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Backend developers to implement the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Frontend developers to integrate search results into the chatbot UI.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DevOps engineers for deployment and monitoring.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People Resources: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Project manager to coordinate tasks.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Business analysts to gather requirements.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Security experts to ensure data privacy.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effectLst/>
                <a:latin typeface="Helvetica Neue" panose="02000503000000020004" pitchFamily="2" charset="0"/>
              </a:rPr>
              <a:t>Rough Project Plan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Helvetica Neue" panose="02000503000000020004" pitchFamily="2" charset="0"/>
              </a:rPr>
              <a:t>Design Phase: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Define data mapping between systems.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Design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 schema.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Plan chatbot integration.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Helvetica Neue" panose="02000503000000020004" pitchFamily="2" charset="0"/>
              </a:rPr>
              <a:t>Build Phase: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Develop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 code.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Implement search integration.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Set up authentication.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Helvetica Neue" panose="02000503000000020004" pitchFamily="2" charset="0"/>
              </a:rPr>
              <a:t>Test Phase: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Unit testing for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Integration testing with chatbot.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Security testing.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Helvetica Neue" panose="02000503000000020004" pitchFamily="2" charset="0"/>
              </a:rPr>
              <a:t>Implement Phase:</a:t>
            </a:r>
            <a:endParaRPr lang="en-US" dirty="0">
              <a:effectLst/>
              <a:latin typeface="Helvetica Neue" panose="02000503000000020004" pitchFamily="2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Deploy custom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datasource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Enable search integration.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Train support team.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Helvetica Neue" panose="02000503000000020004" pitchFamily="2" charset="0"/>
              </a:rPr>
              <a:t>Monitor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579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4B63C-E8F1-AAA1-5E81-8103AF294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1EFEC-428E-D330-A3FC-FB1319B6F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アシスト、横断検索に続き、Gleanの生成AI機能「Glean Assistant」をリリース | アシスト">
            <a:extLst>
              <a:ext uri="{FF2B5EF4-FFF2-40B4-BE49-F238E27FC236}">
                <a16:creationId xmlns:a16="http://schemas.microsoft.com/office/drawing/2014/main" id="{0A41956A-392F-A9E3-A234-F541CDFA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675" y="0"/>
            <a:ext cx="11550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11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Office Theme">
  <a:themeElements>
    <a:clrScheme name="Nova">
      <a:dk1>
        <a:srgbClr val="172144"/>
      </a:dk1>
      <a:lt1>
        <a:srgbClr val="FFFFFF"/>
      </a:lt1>
      <a:dk2>
        <a:srgbClr val="D4F579"/>
      </a:dk2>
      <a:lt2>
        <a:srgbClr val="40D492"/>
      </a:lt2>
      <a:accent1>
        <a:srgbClr val="3BC8F1"/>
      </a:accent1>
      <a:accent2>
        <a:srgbClr val="6070FF"/>
      </a:accent2>
      <a:accent3>
        <a:srgbClr val="FA3585"/>
      </a:accent3>
      <a:accent4>
        <a:srgbClr val="E9474E"/>
      </a:accent4>
      <a:accent5>
        <a:srgbClr val="F7C83B"/>
      </a:accent5>
      <a:accent6>
        <a:srgbClr val="FF8E38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Massive X V.2.6 - Blue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2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3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4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5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6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7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8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9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10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11.xml><?xml version="1.0" encoding="utf-8"?>
<a:themeOverride xmlns:a="http://schemas.openxmlformats.org/drawingml/2006/main">
  <a:clrScheme name="Model X">
    <a:dk1>
      <a:srgbClr val="172144"/>
    </a:dk1>
    <a:lt1>
      <a:srgbClr val="FFFFFF"/>
    </a:lt1>
    <a:dk2>
      <a:srgbClr val="81F5D6"/>
    </a:dk2>
    <a:lt2>
      <a:srgbClr val="A6FFCB"/>
    </a:lt2>
    <a:accent1>
      <a:srgbClr val="1FA2FF"/>
    </a:accent1>
    <a:accent2>
      <a:srgbClr val="1AB4FD"/>
    </a:accent2>
    <a:accent3>
      <a:srgbClr val="16C6FB"/>
    </a:accent3>
    <a:accent4>
      <a:srgbClr val="12D8FA"/>
    </a:accent4>
    <a:accent5>
      <a:srgbClr val="37E1EE"/>
    </a:accent5>
    <a:accent6>
      <a:srgbClr val="5CEBE2"/>
    </a:accent6>
    <a:hlink>
      <a:srgbClr val="2F8299"/>
    </a:hlink>
    <a:folHlink>
      <a:srgbClr val="8C8C8C"/>
    </a:folHlink>
  </a:clrScheme>
</a:themeOverride>
</file>

<file path=ppt/theme/themeOverride12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ppt/theme/themeOverride13.xml><?xml version="1.0" encoding="utf-8"?>
<a:themeOverride xmlns:a="http://schemas.openxmlformats.org/drawingml/2006/main">
  <a:clrScheme name="Nova">
    <a:dk1>
      <a:srgbClr val="172144"/>
    </a:dk1>
    <a:lt1>
      <a:srgbClr val="FFFFFF"/>
    </a:lt1>
    <a:dk2>
      <a:srgbClr val="D4F579"/>
    </a:dk2>
    <a:lt2>
      <a:srgbClr val="40D492"/>
    </a:lt2>
    <a:accent1>
      <a:srgbClr val="3BC8F1"/>
    </a:accent1>
    <a:accent2>
      <a:srgbClr val="6070FF"/>
    </a:accent2>
    <a:accent3>
      <a:srgbClr val="FA3585"/>
    </a:accent3>
    <a:accent4>
      <a:srgbClr val="E9474E"/>
    </a:accent4>
    <a:accent5>
      <a:srgbClr val="F7C83B"/>
    </a:accent5>
    <a:accent6>
      <a:srgbClr val="FF8E38"/>
    </a:accent6>
    <a:hlink>
      <a:srgbClr val="2F8299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19078</TotalTime>
  <Words>1681</Words>
  <Application>Microsoft Macintosh PowerPoint</Application>
  <PresentationFormat>Widescreen</PresentationFormat>
  <Paragraphs>423</Paragraphs>
  <Slides>23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23</vt:i4>
      </vt:variant>
    </vt:vector>
  </HeadingPairs>
  <TitlesOfParts>
    <vt:vector size="46" baseType="lpstr">
      <vt:lpstr>Aptos</vt:lpstr>
      <vt:lpstr>Aptos Display</vt:lpstr>
      <vt:lpstr>Arial</vt:lpstr>
      <vt:lpstr>Calibri</vt:lpstr>
      <vt:lpstr>Century Gothic</vt:lpstr>
      <vt:lpstr>Designball-Social-01</vt:lpstr>
      <vt:lpstr>Helvetica</vt:lpstr>
      <vt:lpstr>Helvetica Neue</vt:lpstr>
      <vt:lpstr>Inter</vt:lpstr>
      <vt:lpstr>Inter ExtraBold</vt:lpstr>
      <vt:lpstr>Myriad Pro</vt:lpstr>
      <vt:lpstr>Proxima Nova</vt:lpstr>
      <vt:lpstr>Proxima Nova Black</vt:lpstr>
      <vt:lpstr>Proxima Nova Extrabold</vt:lpstr>
      <vt:lpstr>Space Mono</vt:lpstr>
      <vt:lpstr>Wingdings</vt:lpstr>
      <vt:lpstr>Office Theme</vt:lpstr>
      <vt:lpstr>2_Office Theme</vt:lpstr>
      <vt:lpstr>4_Office Theme</vt:lpstr>
      <vt:lpstr>7_Office Theme</vt:lpstr>
      <vt:lpstr>1_Office Theme</vt:lpstr>
      <vt:lpstr>3_Office Theme</vt:lpstr>
      <vt:lpstr>5_Office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Backup Slides</vt:lpstr>
      <vt:lpstr>Overview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L Barker Jr</dc:creator>
  <cp:lastModifiedBy>Robert L Barker Jr</cp:lastModifiedBy>
  <cp:revision>21</cp:revision>
  <dcterms:created xsi:type="dcterms:W3CDTF">2024-08-22T16:17:47Z</dcterms:created>
  <dcterms:modified xsi:type="dcterms:W3CDTF">2024-09-05T16:47:42Z</dcterms:modified>
</cp:coreProperties>
</file>